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61" r:id="rId8"/>
    <p:sldId id="258" r:id="rId9"/>
    <p:sldId id="259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15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5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8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73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90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5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00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94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05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484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373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522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1303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74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56ADC-957A-42C7-9610-10ABEEFEDFFF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Orientada à Objetos (POO)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Heranças, Classes Abstratas e Polimorfismo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4539104"/>
            <a:ext cx="1438275" cy="3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4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POO: Problema a ser Resolvido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Criar um programa para cálculo de pagamentos de empregados;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Há 3 tipos de empregados:</a:t>
            </a:r>
          </a:p>
          <a:p>
            <a:pPr lvl="1" algn="just"/>
            <a:r>
              <a:rPr lang="pt-BR" sz="1800" dirty="0" smtClean="0"/>
              <a:t>Assalariados (Recebem o valor do salário bruto, menos o desconto);</a:t>
            </a:r>
          </a:p>
          <a:p>
            <a:pPr lvl="1" algn="just"/>
            <a:endParaRPr lang="pt-BR" sz="1800" dirty="0" smtClean="0"/>
          </a:p>
          <a:p>
            <a:pPr lvl="1" algn="just"/>
            <a:r>
              <a:rPr lang="pt-BR" sz="1800" dirty="0" smtClean="0"/>
              <a:t>Horistas (Recebem o valor por hora, multiplicado pelas horas trabalhadas);</a:t>
            </a:r>
          </a:p>
          <a:p>
            <a:pPr lvl="1" algn="just"/>
            <a:endParaRPr lang="pt-BR" sz="1800" dirty="0" smtClean="0"/>
          </a:p>
          <a:p>
            <a:pPr lvl="1" algn="just"/>
            <a:r>
              <a:rPr lang="pt-BR" sz="1800" dirty="0" smtClean="0"/>
              <a:t>Comissionados (Recebe uma porcentagem do valor total das vendas).</a:t>
            </a:r>
          </a:p>
          <a:p>
            <a:pPr marL="0" indent="0" algn="just">
              <a:buNone/>
            </a:pPr>
            <a:endParaRPr lang="pt-BR" sz="20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4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 smtClean="0"/>
              <a:t>POO: Solução </a:t>
            </a:r>
            <a:r>
              <a:rPr lang="pt-BR" dirty="0" smtClean="0"/>
              <a:t>1. </a:t>
            </a:r>
            <a:r>
              <a:rPr lang="pt-BR" dirty="0" smtClean="0"/>
              <a:t>Apresentação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6" name="AutoShape 2" descr="data:image/png;base64,iVBORw0KGgoAAAANSUhEUgAAA/AAAAXQCAYAAADyI6UCAAAZGXRFWHRteGZpbGUAJTNDbXhHcmFwaE1vZGVsJTNFJTNDcm9vdCUzRSUzQ214Q2VsbCUyMGlkJTNEJTIyMCUyMiUyRiUzRSUzQ214Q2VsbCUyMGlkJTNEJTIyMSUyMiUyMHBhcmVudCUzRCUyMjAlMjIlMkYlM0UlM0NteENlbGwlMjBpZCUzRCUyMjIlMjIlMjB2YWx1ZSUzRCUyMkVtcHJlZ2FkbyUyMiUyMHN0eWxlJTNEJTIyc3dpbWxhbmUlM0Jmb250U3R5bGUlM0QwJTNCYWxpZ24lM0RjZW50ZXIlM0J2ZXJ0aWNhbEFsaWduJTNEdG9wJTNCY2hpbGRMYXlvdXQlM0RzdGFja0xheW91dCUzQmhvcml6b250YWwlM0QxJTNCc3RhcnRTaXplJTNEMjYlM0Job3Jpem9udGFsU3RhY2slM0QwJTNCcmVzaXplUGFyZW50JTNEMSUzQnJlc2l6ZUxhc3QlM0QwJTNCY29sbGFwc2libGUlM0QxJTNCbWFyZ2luQm90dG9tJTNEMCUzQnJvdW5kZWQlM0QwJTNCc2hhZG93JTNEMCUzQnN0cm9rZVdpZHRoJTNEMSUzQiUyMiUyMHZlcnRleCUzRCUyMjElMjIlMjBwYXJlbnQlM0QlMjIxJTIyJTNFJTNDbXhHZW9tZXRyeSUyMHglM0QlMjI2MCUyMiUyMHklM0QlMjIyMTAlMjIlMjB3aWR0aCUzRCUyMjIzMCUyMiUyMGhlaWdodCUzRCUyMjM1MCUyMiUyMGFzJTNEJTIyZ2VvbWV0cnklMjIlM0UlM0NteFJlY3RhbmdsZSUyMHglM0QlMjIyMzAlMjIlMjB5JTNEJTIyMTQwJTIyJTIwd2lkdGglM0QlMjIxNjAlMjIlMjBoZWlnaHQlM0QlMjIyNiUyMiUyMGFzJTNEJTIyYWx0ZXJuYXRlQm91bmRzJTIyJTJGJTNFJTNDJTJGbXhHZW9tZXRyeSUzRSUzQyUyRm14Q2VsbCUzRSUzQ214Q2VsbCUyMGlkJTNEJTIyMyUyMiUyMHZhbHVlJTNEJTIyLSUyMG5vbWU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NiUyMiUyMHdpZHRoJTNEJTIyMjMwJTIyJTIwaGVpZ2h0JTNEJTIyMjYlMjIlMjBhcyUzRCUyMmdlb21ldHJ5JTIyJTJGJTNFJTNDJTJGbXhDZWxsJTNFJTNDbXhDZWxsJTIwaWQlM0QlMjI0JTIyJTIwdmFsdWUlM0QlMjItJTIwbnVtZXJvQ2VsdWxhci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NTIlMjIlMjB3aWR0aCUzRCUyMjIzMCUyMiUyMGhlaWdodCUzRCUyMjI2JTIyJTIwYXMlM0QlMjJnZW9tZXRyeSUyMiUyRiUzRSUzQyUyRm14Q2VsbCUzRSUzQ214Q2VsbCUyMGlkJTNEJTIyNSUyMiUyMHZhbHVlJTNEJTIyLSUyMGNwZi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c4JTIyJTIwd2lkdGglM0QlMjIyMzAlMjIlMjBoZWlnaHQlM0QlMjIyNiUyMiUyMGFzJTNEJTIyZ2VvbWV0cnklMjIlMkYlM0UlM0MlMkZteENlbGwlM0UlM0NteENlbGwlMjBpZCUzRCUyMjYlMjIlMjB2YWx1ZSUzRCUyMi0lMjB2YWxvclRvdGFsVmVuZGFzJTIyJTIwc3R5bGUlM0QlMjJ0ZXh0JTNCYWxpZ24lM0RsZWZ0JTNCdmVydGljYWxBbGlnbiUzRHRvcCUzQnNwYWNpbmdMZWZ0JTNENCUzQnNwYWNpbmdSaWdodCUzRDQlM0JvdmVyZmxvdyUzRGhpZGRlbiUzQnJvdGF0YWJsZSUzRDAlM0Jwb2ludHMlM0QlNUIlNUIwJTJDMC41JTVEJTJDJTVCMSUyQzAuNSU1RCU1RCUzQnBvcnRDb25zdHJhaW50JTNEZWFzdHdlc3QlM0Jyb3VuZGVkJTNEMCUzQnNoYWRvdyUzRDAlM0JodG1sJTNEMCUzQiUyMiUyMHZlcnRleCUzRCUyMjElMjIlMjBwYXJlbnQlM0QlMjIyJTIyJTNFJTNDbXhHZW9tZXRyeSUyMHklM0QlMjIxMDQlMjIlMjB3aWR0aCUzRCUyMjIzMCUyMiUyMGhlaWdodCUzRCUyMjI2JTIyJTIwYXMlM0QlMjJnZW9tZXRyeSUyMiUyRiUzRSUzQyUyRm14Q2VsbCUzRSUzQ214Q2VsbCUyMGlkJTNEJTIyNyUyMiUyMHZhbHVlJTNEJTIyLSUyMHBlcmNlbnR1YWxDb21pc3Nh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MTMwJTIyJTIwd2lkdGglM0QlMjIyMzAlMjIlMjBoZWlnaHQlM0QlMjIyNiUyMiUyMGFzJTNEJTIyZ2VvbWV0cnklMjIlMkYlM0UlM0MlMkZteENlbGwlM0UlM0NteENlbGwlMjBpZCUzRCUyMjglMjIlMjB2YWx1ZSUzRCUyMi0lMjB2YWxvclNhbGFyaW9CcnV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1NiUyMiUyMHdpZHRoJTNEJTIyMjMwJTIyJTIwaGVpZ2h0JTNEJTIyMjYlMjIlMjBhcyUzRCUyMmdlb21ldHJ5JTIyJTJGJTNFJTNDJTJGbXhDZWxsJTNFJTNDbXhDZWxsJTIwaWQlM0QlMjI5JTIyJTIwdmFsdWUlM0QlMjItJTIwdmFsb3JEZXNjb25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4MiUyMiUyMHdpZHRoJTNEJTIyMjMwJTIyJTIwaGVpZ2h0JTNEJTIyMjYlMjIlMjBhcyUzRCUyMmdlb21ldHJ5JTIyJTJGJTNFJTNDJTJGbXhDZWxsJTNFJTNDbXhDZWxsJTIwaWQlM0QlMjIxMCUyMiUyMHZhbHVlJTNEJTIyLSUyMEhvcmFzVHJhYmFsaGFkYXM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DglMjIlMjB3aWR0aCUzRCUyMjIzMCUyMiUyMGhlaWdodCUzRCUyMjI2JTIyJTIwYXMlM0QlMjJnZW9tZXRyeSUyMiUyRiUzRSUzQyUyRm14Q2VsbCUzRSUzQ214Q2VsbCUyMGlkJTNEJTIyMTElMjIlMjB2YWx1ZSUzRCUyMi0lMjB2YWxvclBvckhvcmE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zQlMjIlMjB3aWR0aCUzRCUyMjIzMCUyMiUyMGhlaWdodCUzRCUyMjI2JTIyJTIwYXMlM0QlMjJnZW9tZXRyeSUyMiUyRiUzRSUzQyUyRm14Q2VsbCUzRSUzQ214Q2VsbCUyMGlkJTNEJTIyMTIlMjIlMjB2YWx1ZSUzRCUyMiUyMiUyMHN0eWxlJTNEJTIybGluZSUzQmh0bWwlM0QxJTNCc3Ryb2tlV2lkdGglM0QxJTNCYWxpZ24lM0RsZWZ0JTNCdmVydGljYWxBbGlnbiUzRG1pZGRsZSUzQnNwYWNpbmdUb3AlM0QtMSUzQnNwYWNpbmdMZWZ0JTNEMyUzQnNwYWNpbmdSaWdodCUzRDMlM0Jyb3RhdGFibGUlM0QwJTNCbGFiZWxQb3NpdGlvbiUzRHJpZ2h0JTNCcG9pbnRzJTNEJTVCJTVEJTNCcG9ydENvbnN0cmFpbnQlM0RlYXN0d2VzdCUzQiUyMiUyMHZlcnRleCUzRCUyMjElMjIlMjBwYXJlbnQlM0QlMjIyJTIyJTNFJTNDbXhHZW9tZXRyeSUyMHklM0QlMjIyNjAlMjIlMjB3aWR0aCUzRCUyMjIzMCUyMiUyMGhlaWdodCUzRCUyMjglMjIlMjBhcyUzRCUyMmdlb21ldHJ5JTIyJTJGJTNFJTNDJTJGbXhDZWxsJTNFJTNDbXhDZWxsJTIwaWQlM0QlMjIxMyUyMiUyMHZhbHVlJTNEJTIyJTJCJTIwR2V0VmFsb3JWZW5jaW1lbnRvSG9yaXN0YS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Y4JTIyJTIwd2lkdGglM0QlMjIyMzAlMjIlMjBoZWlnaHQlM0QlMjIyNiUyMiUyMGFzJTNEJTIyZ2VvbWV0cnklMjIlMkYlM0UlM0MlMkZteENlbGwlM0UlM0NteENlbGwlMjBpZCUzRCUyMjE0JTIyJTIwdmFsdWUlM0QlMjIlMkIlMjBHZXRWYWxvclZlbmNpbWVudG9Bc3NhbGFyaWFkby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k0JTIyJTIwd2lkdGglM0QlMjIyMzAlMjIlMjBoZWlnaHQlM0QlMjIyNiUyMiUyMGFzJTNEJTIyZ2VvbWV0cnklMjIlMkYlM0UlM0MlMkZteENlbGwlM0UlM0NteENlbGwlMjBpZCUzRCUyMjE1JTIyJTIwdmFsdWUlM0QlMjIlMkIlMjBHZXRWYWxvclZlbmNpbWVudG9Db21pc3Npb25hZG8oKS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MyMCUyMiUyMHdpZHRoJTNEJTIyMjMwJTIyJTIwaGVpZ2h0JTNEJTIyMjYlMjIlMjBhcyUzRCUyMmdlb21ldHJ5JTIyJTJGJTNFJTNDJTJGbXhDZWxsJTNFJTNDJTJGcm9vdCUzRSUzQyUyRm14R3JhcGhNb2RlbCUzRbqVugQAABAASURBVHgB7N0H3DRVfbfxuTUaFVSwFwRsEbvGXmKwGzv2CkRsb2KJDRRbYi8Ya6LBBvYuauwNW8COvWJXiAVRscT6/q7lmeXsPNvvLbO7F59z7mlnZs58Z/Zh/zNnzp6u8j8FFFBAAQUUUEABBRRQQAEFFGi9wDYD+NYfnxVUQAEFFFBAAQUUUEABBRRQYC0ElhvArwWhB6GAAgoooIACCiiggAIKKKDA/AVWOoCfP497UEABBRRQQAEFFFBAAQUUUKAdApscwLfjDFgLBRRQQAEFFFBAAQUUUEABBcYQMIAfA6l/EecqoIACCiiggAIKKKCAAgoosDgBA/jFWffuySkFFFBAAQUUUEABBRRQQAEFJhAwgJ8Aq01FrYsCCiiggAIKKKCAAgoooMBmCRjAb9b5ro/WoQIKKKCAAgoooIACCiigwIoJGMCv2AlrR3WthQIKKKCAAgoooIACCiigwKIFDOAXLe7+qkoDBRRQQAEFFFBAAQUUUECBiQUM4Ccmc4VlC7h/BRRQQAEFFFBAAQUUUGATBQzgN/Gsb/Yxe/QKKKCAAgoooIACCiigwEoKGMCv5Gmz0ssTcM8KKKCAAgoooIACCiigwHIEDOCX4+5eN1XA41ZAAQUUUEABBRRQQAEFphQwgJ8SztUUWIaA+1RAAQUUUEABBRRQQIHNFTCA39xz75FvnoBHrIACCiiggAIKKKCAAissYAC/wifPqiuwWAH3poACCiiggAIKKKCAAssUMIBfpr77VmCTBDxWBRRQQAEFFFBAAQUU2JaAAfy2+FxZAQUWJeB+FFBAAQUUUEABBRTYdAED+E2/Ajx+BTZDwKNUQAEFFFBAAQUUUGDlBQzgV/4UegAKKDB/AfeggAIKKKCAAgoooMDyBQzgl38OrIECCqy7gMengAIKKKCAAgoooMAMBAzgZ4DoJhRQQIF5CrhtBRRQQAEFFFBAAQUQMIBHwayAAgqsr4BHpoACCiiggAIKKLAmAgbwa3IiPQwFFFBgPgJuVQEFFFBAAQUUUKAtAgbwbTkT1kMBBRRYRwGPSQEFFFBAAQUUUGBmAgbwM6N0QwoooIACsxZwewoooIACCiiggAKnCRjAn2bhmAIKKKDAegl4NAoooIACCiigwFoJGMCv1en0YBRQQAEFZifglhRQQAEFFFBAgXYJGMC363xYGwUUUECBdRHwOBRQQAEFFFBAgRkLGMDPGNTNKaCAAgooMAsBt6GAAgoooIACCjQFDOCbIk4roIACCiiw+gIegQIKKKCAAgqsoYAB/BqeVA9JAQUUUECB7Qm4tgIKKKCAAgq0UcAAvo1nxTopoIACCiiwygLWXQEFFFBAAQXmImAAPxdWN6qAAgoooIAC0wq4ngIKKKCAAgr0FzCA7+/iXAUUUEABBRRYTQFrrYACCiigwNoKGMCv7an1wBRQQAEFFFBgcgHXUEABBRRQoL0CBvDtPTfWTAEFFFBAAQVWTcD6KqCAAgooMEcBA/g54rppBRRQQAEFFFBgEgHLKqCAAgooMExgFQL4v+QAzFWlgQZeA14DXgNeA14DXgPDrgGXeX14DXgNeA1Mfg0k3FydtAoB/OpoWlMFFFBAAQUUUGBlBay4AgoooEDbBQzg236GrJ8CCiiggAIKKLAKAtZRAQUUUGDuAgbwcyd2BwoooIACCiiggAKjBFyugAIKKDBaYOUC+L/85S+VWQOvAa8BrwGvAa8BrwGvAa+B4hrw+6Hfkb0GvAbGugZGh8jtLrFyAXy7Oa2dAgoooIACCiigwOoJWGMFFFBgNQQM4FfjPFlLBRRQQAEFFFBAgbYKWC8FFFBgQQIG8AuCdjcKKKCAAgoooIACCvQTcJ4CCigwroAB/LhSllNAAQUUUEABBRRQoH0C1kgBBTZIwAB+g062h6qAAgoooIACCiigQK+AUwoosEoCBvCrdLasqwIKKKCAAgoooIACbRKwLgoosFABA/iFcrszBRRQQAEFFFBAAQUUqAUcKqDAZAIG8JN5WVoBBRRQQAEFFFBAAQXaIWAtFNg4AQP4jTvlHrACCiiggAIKKKCAAgpUlQYKrJ6AAfzqnTNrrIACCiiggAIKKKCAAssWcP8KLEHAAH4J6O5SAQUUUEABBRRQQAEFNlvAo1dgGgED+GnUXEcBBRRQQAEFFFBAAQUUWJ6Ae95QAQP4DT3xHrYCCiiggAIKKKCAAgpsqoDHvaoCBvCreuastwIKKKCAAgoooIACCiiwDAH3uTQBA/il0btjBRRQQAEFFFBAAQUUUGDzBDzi6QUM4Ke3c00FFFBAAQUUUEABBRRQQIHFCmz03gzgN/r0e/AKKKCAAgoooIACCiigwCYJrPaxGsCv9vmz9goooIACCiiggAIKKKCAAosSWPJ+DOCXfALcvQIKKKCAAgoooIACCiigwGYIbPcoDeC3K+j6CiiggAIKKKCAAgoooIACCsxfoDKAXwCyu1BAAQUUUEABBRRQQAEFFFBguwLbC+C3u3fXV0ABBRRQQAEFFFBAAQUUUECBsQSWGsCPVUMLKaCAAgoooIACCiiggAIKKKDASjeh9/QpoIACCiiggAIKKKCAAgoosDECG/wEfmPOsQeqgAIKKKCAAgoooIACCiiwBgIG8NOeRNdTQAEFFFBAAQUUUEABBRRQYIECBvALxC535bgCCiiggAIKKKCAAgoooIACkwgYwE+i1Z6y1kQBBRRQQAEFFFBAAQUUUGDDBAzgN+yEn3q4/lVAAQUUUEABBRRQQAEFFFg1AQP4VTtjbaivdVBAAQUUUEABBRRQQAEFFFi4gAH8wsndoQIKKKCAAgoooIACCiiggAKTCxjAT27mGssVcO8KKKCAAgoooIACCiigwEYKGMBv5Gnf5IP22BVQQAEFFFBAAQUUUECB1RQwgF/N82atlyXgfhVQQAEFFFBAAQUUUECBJQkYwC8J3t1upoBHrcCyBT796U9Xu+yyS7W1tTW3fMABByz7MN2/AnMVaH6O9tprr+qEE06Y6z7duAIKKKCAAggYwKNgVmA1BKylAgoooIACCiiggAIKbLCAAfwGn3wPfdMEPF4FFFBAAQUUUEABBRRYZQED+FU+e9ZdgUUKuC8FFFBAAQUUUEABBRRYqoAB/FL53bkCmyPgkbZX4K1vfWv1l7/8ZWb5yCOPbO/BWjMFFFBAAQUUUGCFBQzgV/jkWXUFNkjAQ1VAAQUUUEABBRRQYOMFDOA3/hIQQIFNEPAYFVBAAQUUUEABBRRYfQED+NU/hx6BAgrMW8DtK6CAAgoooIACCijQAgED+BacBKuggALrLeDRKaCAAgoooIACCigwCwED+Fkoug0FFFBgfgJrs+VTTjml2nfffautra1O3muvvaoTTjihe3yMP+pRj6oudrGLdZZvbZ1ajmnmf//73++WLUfogO/LX/5ydd/73re64AUv2F33jGc8Y3WFK1yhOuKII6pf//rX5Sp9x0fV72tf+9pO+zj96U9fXe5yl6ue8YxnVD/72c/6brffzLe97W3dem5tbVVPfepTO8V++9vfVs997nN7jmPU8XdWzB8cvv71r1eHHHJIdfGLX7yibltbpxruuuuu1dWvfvXq2c9+9kT1zGb7pm9+85t999OvrpxXzvXW1ql12XfffSus+264MfMPf/hDdeyxx1YPfvCDO+eS49jaOnU7W1tbnWO88IUvXB144IHVe97znory1ZT/cY28/vWvr25yk5tU5X7Oe97zds4753/KTe+0GvWkvne6052q85znPD3XwjnOcY7qBje4QfWKV7yi+sUvfrHTus5QQAEFFNhsAQP4zT7/Hr0CCqy9QPsPkKD1YQ97WHWBC1ygeuITn1gdf/zxPZVmmvl77rln9YQnPKEnSDvppJOqO97xjtWlL33p6r/+67+qH/3oR911CZI+97nPVf/4j/9Y7b333tUHPvCB7rJJRur67bPPPjvt489//nP1hS98oXroQx9anetc56oe8IAHjHWzoN/+f/CDH1TXuc51Otsoj6M+fgLLn/70p/1WrbiBcbWrXa26xCUuUT3taU+rCLCpW12Y4PTjH/949S//8i+det7//vevfvnLX9aLxx6eeOKJ1W1uc5vODYJ++6nryrnajgXm3MjA9BrXuEb1zGc+s+JcchxlZTnG73znO9WRRx5Z3fjGN+4c26tf/erqT3/6U1ls6DhlWYfr7w53uEP17ne/u+cc/vjHP+6cd84/1yl1G7rBIQtZtz4u6vva1762+slPftKzxs9//vPq/e9/f3X3u9+9IpjHcZpz1bNRJxRQQAEF1kbAAH5tTqUHooACCsxBYM6b5AkjAeFhhx021p4e/ehHd4I5njZ/97vf7QS8PDUdtTKBLwHw+973vlFFe5YTcBHsjls/grN99923Ihjv2dCICYI2niJ/6lOfGljy9re/fSdALQsQfPJU/bKXvWz1yU9+slw0dPx5z3tedZnLXKY67rjjhpYrF1L2qle9avXmN7+5nD1wHItb3OIWFTdZBhbqswC7+kbGpIEr5e9yl7tU97vf/Xpu9PTZTWcWNwTuec97VqzDup2ZQ/5wHXA9/O53vxtSqv8ibn7gMUlAzg0KHLk585WvfKX/hp2rgAIKKLBRAgbwG3W6PVgFFFBgsQLD9kZw/C95Ivyud72rW+wMZzhDdatb3aq6173u1Rnusssu3WX1yL/92791nqYfdNBB1Ze+9KV6ducJ/v77799Z98pXvnJ3fj3CE3ma4nPToJ43bEhwTMD24he/uKcY26Z+7Iuntj0LM0EQTjA+7n6ySkVAzVNXxsn1PrDAZLfddqtud7vbsaibuYlB030MCfS6CzLCOgR91JNM4H260/X+L59XEq573etWn/jEJ7LG8MTNEp5Os06zJK0f7nGPe1RkxsvlH/zgBzvnkRso5fxB45hhh2GzzLnPfe7OtjgeMja77757s1hnmtYYvKbQmRjwh+vhQQ96UMUrFs0ieHO87Of6179+hWddhuvhyU9+coV/PW/UED9uSpTnuF6Ha5xjYV/skyb19bJ6+NWvfrVzs6qfS13GoQIKKKDAZgj0/t98M47Zo1RAAQUUaIEATYdprkxVznKWs1Qvf/nLO02XjzrqqOrwww+vjjrqqE7z4sc85jEU6ebf/OY31Q1veMNOM2Nm8p47gfwPf/jDTlNq1uVpNMHm3/3d31GkmwlWjznmmO70sBG29/znP79bZL/99qvYJttmHzTb5mnxZz/72Yrm1d2CGSFQe/jDH1798Y9/zNToxJNgSl3oQhfqBNT1PrBg2Uc/+tGd9vGmN72pesQjHsFq3Xy2s52t8+406/DuOPUk03yeJ8xPetKTqjKQP/nkk6sDDjhgaIsB3lcnuPzGN77R3Q8jtccXv/jFiqCWzDhGLKMMmWb1nDPGR+UXvOAF3fNal73lLW9Zfetb36poyo4Hx0NmnKf7dXBbl2dIcE0ZbhIx3S+p8jIgAAAQAElEQVTTfP2FL3xhzyKa7L/zne+suOHAcrZBqw08uT65Tlnh7W9/ezVs25Sp8yA/rpmPfexj1a9+9avOtc6+2Of//u//dm5MXeUqV6k30RlSJ5rVc811ZvhHAQUUUGAjBQzgN/K0e9AKKKBAewR42smT2rvd7W49Tzqp4ZnPfOaKQJj3hZmuMwEa4zwdPfroo6tLXepSTPbkPfbYo3rZy15WXeQiF+nOZ713vOMd3elxRx772MdWBFd77LFHzypbW1sVNxAIxHiaXS58yUteMlGzdoJDXgdoBm48/eXJ9l/91V91N0+QjEv55J2O6z796U9Xd73rXXdyZEWe9BLwc9NktzzRZx6ZAJgn1tgw3cwEyu9973t7Zg/yoBBGWFGG6XEzgesRRxzRU5zXBt7whjdUdFTXs6CY4L1/WnHc9ra3LeZWnXfm6UCvZ+aOCW4GPOUpT9kxdeoAP27u8KoFHQCeOvfUv5wDrk+u09Lu1KXD/9IZXdOP1hTcYLnmNa/Z6cCuuQWuZ66phzzkIT2LOFe0Chl0rnoKO6GAAgoosJYCBvBreVo9KAUUUGB8AZ5wbm2d1rP31tb046OaLfer1eMf//iKJt79ljGPIJ4nj4yXmaelvP999rOfvZzdM07ndTe72c165vFEeKx3mHesdeCBB1aPfOQj+wbFO4p0OhsjYC9vFvz+97+vXvnKV1bjBluchytd6Ur1JocO3/KWt3Q6qqsLEVQSKNILfD1v0JAeznmvulz+0pe+tKIzuHIe4zRpp3k/43W++c1v3umBnqC2ntccsgwzAvDmskHTdAZY9vTOMdH6gm0NWqeezzXCqwTlTQ7qPuiXAejQkFYb9fr8YgEtCEb5cZ3SSmBra6tedeiQOjRvSnCDhm0Mu27ZKMdNU/2mIdcUnRZSxqyAAgoosHkCBvCbd849YgUUUKA1AvzsWzPA7le5ffbZp+IJdbmMQJInleW8fuM8vS7n0xx63KbtBJE8BSWYKrfRb5ybBfe+9727ixj57//+756e8Zk3KHM8ZQA6qBxBIcF6uZxO2wgMy3nDxulMjXfk6zK8LsDPmtXT9ZCgmqf69TSB7qGHHloRMNfzBg0xIwDHcFCZcj7vuHMc1ItxXpPgvJdlho1f9KIX7fSDUJehiTsdx9XT9ZBzz1P9epohHSnS2z3jozI3Wm50oxuNKtZZzqsQvLbRmcifra2t6nGPe1x1znOeM1OjUz9DmtJzXY1e2xIKKKCAAusoYAC/jmfVY1JAAQVWRODyl798df7zn39kbemsjPe7y4I8Sd7aGv0ktF9Hc+V2ho3TnHqSIJLgjp/+qrf5ve99rxqn93AC4r/5m7+pV2M4MPMTcQTWdQFubNz61rfu2xS7LtMc8vSX1w/K+TTzJrgt5/E+eDmPIJce78syw8axa+5nUHmuhec85zkVTctp4v66172uGueGxqDtDZpPU/1mZ3Dj3jxhm5yrfi1CWNbMNLkvW2DQwoIbFM1yw6b7GX74wx+uJmlFMmz7LlNAAQUUWC0BA/jVOl/WVgEFFFgrAd4fP9OZzjTymAiaePpbF9za2qrOe97z1pNzG04S2FEJ3v8uWwUQvH3+859n0dDME2fWHVpox0Legy47hTvf+c5X7bzujsJDBgST5WJuNJx88sndWQSIxx13XHeakWtd61rVrrvuyuhYmQCc97zHKrygQt/+9rcrWhzUu+OGy9/+7d/Wk2MN+Qm+s571rEPL0tKDzgPLQtwA4WZUOW/UOIa0RijL0VkgPz1YznNcAQUUUGAzBAzgN+M8e5QKKKDAQIG3vvWtnfe0CTa3m2maPXBHfRY0n6r3KdJ3FgH9pIFQ3w0Nmck+xn0qXm+GoK58D575n/vc5xgMzfx02Dg3MthI8/1nepenQzua70+SeQ+b7dWZHt3ZVmc6f+g9vflefDPoT7GR6ZKXvOTIMtMW4KfgeJed3vXpRJAWD6O2xdP9slUBTfwJ4ketVy7npgk3Xcp5zXGa8Dc70Wu+ztFcZ9A06xHI18tpRv+jH/2onnSogAIKKLBBAgbwG3SyPVQFFFCgbQLTPDle1DEQ1I3TvL9Zn+Yx8SS2DBib5Zmmh3jed2Z8VG7+jBjB3BFHHFHxk2iTZJrMl/sieC+f6vIEnvftyzLj1rFch5sTNPMv500yzk0lOqPjXfLXvOY11cEHH1zx+gTnh1YZPA2nw7yyA7xh22/+HB4/3Yf/sHWayyjPes355TQ3F7gJUs6b9nUObiZxrOW2HFdAAQUU2EwBA/jNPO8etQIKKNAKgWmfwC+i8vyUGHnSfTWPiQCbYHjS7Sy7PO+KlwE9Qfi0AeiEx1IR/PKLBte+9rU778HziwO8O37nO9+5evrTn169//3vr8q6Tbr9VS/PKxQ+gV/1s2j9FVBAgekEDOCnc3MtBRRQQAEFFJixAE/b+Yk3mt3TISC/hV7+1v2w3XFz4XSn42vNsFLrsYzm9PN+hWQ9pDwKBRRQYP0ENuP/dOt33jwiBRRQQIGWCpQdpFHFvfbaa6KO31hnkrz//vvPpA8DmvqX77jTSWAZJM77qS/B+3/8x39UdNh2/PHHDyXg1YZb3epW1VOf+tSKjuJ435ye5ZuvLwzdyKCFKzCf5vQ0q1+BqlpFBRRQQIEZCxjAzxjUzSmggAIKrIcATbTp8GySoyEI5X3tch1+sq2c3u548z10bhgQfG93u8312c9f//Vf98ymaXvPjDEmMCT4H1WUd9wPOeSQqvnEnV8qILDnp/N+9atfdW5W0Hz8qKOO6rwPf9WrXrUatwNA6lD+SgDT9ErPdhkfN+MwyLzeBn7NHvupd718kiHXIjcp6nV4tYOn8PW0QwUUUECBzREwgN+cc+2RKqCAAgpMIEAHZD/5yU8mWKOq+Bm2r3/96z3r0IN4z4xtTjQDUH4Xnv1uc7M7rU7weeELX7hn/qc//eme6XEmxukZnk7+nvWsZ1VloE8AzG/Bf+Yzn6n+6Z/+qaKzOuo0zj6HlaEH+fLpNX0UTBpYE1A3OxNs7pO67r333j2zP/nJT/ZM95noO+vzn/9858ZFvZAe8DmOetqhAgoooMDmCBjAb8659kgVUEABBSYQ4Gn6Rz/60QnWqKpvfetbVfkzb3T8duUrX3mibYwqfLnLXa7a2trqFiNA5ul0d8aYI8973vM6Tfv32Wef6oADDqiYLp/y0tM6HceVmyOAL8uUy/qNE5g3e7vvV45jOProo3sW8TT+dre7Xc+x9hRoTBBQj3PDZc8996xogl+vzk0Dmt/X0+MM+R32E088cWhRWgXQeqAsxE8KEvyX80aNY/g///M/PcU4Z/1bdvQUc0IBBRRQYA0FDODX8KR6SAoooIACsxF417veVTV/Sm3Yluk5nYCwLnPZy162utjFLlZPzmTINi9xiUt0t8WNhpe85CWdntu7M0eM0Mz/ZS97WUUzcH5+jfF3vvOdOwXL/Lb61tZpNws++MEPVscdd9yIrZ+2+Dvf+U7VDD5PW3raGE/AeRJez9na2qr+/u//fqf61Mv7Det34fstK+fxs3bXuc51ylnVq1/96ooWFz0zB0wQUFN+wOKe2U0/boBg2FNoxARBP+emLEb9uUFQzpvJuBtRQAEFFGi9gAF860+RFVRAAQUUWJYAQeG4wdqXvvSline1y7re7W53q2b9pJQA9MY3vnG5m+qNb3xj9da3vrVn3rCJI444omo2577NbW6z07vkV7nKVSreMa+39fvf/7565jOfOdbNAgLdZzzjGdUJJ5xQrz5wyM/s/elPf+ou56YE75l3Z4wY4TWCJz3pSSNKnbp4a2uruuMd79hzc+BDH/pQddRRR51aYMTfY445pnrTm940otSpi5t+HNdTnvKUihsop5YY/hcDOuorbwrttttu1c1udrPhKy5pqbtVQAEFFJi/gAH8/I3dgwIKKKDACgs84hGPqN73vvcNPQKabx944IFV+RSZJ+/0lD50xSkWbm1tVfe6170qfhu9Xp2O3+55z3uOrCfleSL+hCc8gdFu5j39W9ziFt3peoSbD/e73/3qyc7w9a9/fXXYYYdVZcDdWVD8IVB9wQteUB1++OHF3MGjvNPNO+NlCd5/J4At5/UbJ3i/9a1v3fdGwaD1ebrfDILvf//7j/RjXwcddFDFjYx+dWnOw+/AXBflfG6ccGNnVMsO6s61h3e5/p3udKeKJvTlvDUZ9zAUUEABBcYQMIAfA8kiCiiggAKbK0AHcTe96U2rpz3taVXz/W8C1Q984APVNa95zar5HvVjH/vY6kIXutBc4Ai4H/7wh/dsm3ryZP7f/u3fql/+8pc9y5ig7hzDvvvuW1GWeeTTne50FevwZJ/pZr71rW/d+Wm3cv6hhx5a3f3ud+8bNPN0+Z//+Z8rAmJuLJTrDRqns7dm53y0EnjgAx/Y91jYDvt53OMeV7EerR+Y18zf+MY3mrM603Ri9+hHP7riaXZnRv5gMug8c7OC1ymucY1rVIO2mU30TQTr/DReuZBt8ZN9XDtcQ+Uyxnmt4QY3uEFFCwam63zxi1+84rzbA30tUg4dV0ABBTZD4HSbcZgepQIKKKDAIIFb3vKWnebEW1tbMxvS7HfQ/lZp/tbWVqe6PA2lUzWeqBJY3fve9+40wz7HOc5RXf/616++//3vd8rVf3hCTjPtenoewwc84AGdJ/HltgmY//Vf/7XTbJ9e23laTF2vd73rdTqs4xg4lnKdhz70odWwlgI8GafZfPnEn/V5teACF7hAp3d49kNmn5R7/vOfT5FO3to61bAzMeAPrs0n/RRlO7vvvntFx31sn2PB9YIXvGCnBQI3Serjodf6vfbai9W6mcC7O9EY4dWAF73oRRU3MOpFbAsj6lOfZ25gMP0P//APPS0s6nVGDfF74QtfWBF8l2WPP/74zrVz1rOetWIf9bGd97zn7Txh//CHP1wW79xseMUrXlE1j7GnkBPTC7imAgoosCICBvArcqKspgIKKKDA4gUIXHnaXe+ZAO/9739/RUBGE2+e2tbL6uFDHvKQzrvwBJT1vHkM2T7v3LO/ftvnqTSd21FXOk4juG+WY12a0496oosBHakRnDe3Ue+HfTFeLqcX+YMPPricNXCcwPy+973vTsupN73ss32OBXc6vSsLXvSiF60+9rGPVdzUKOdTn35PuOsyvPf/4he/uCeIZ1l5nt/ylrd0Ovtjfp3vfOc7V80e+utl/YYE3Txt5wl+czkdCbKP+th+/OMfN4tUHB/nkJsOOy10RisErIQCCiiwKAED+EVJux8FFFBAgZUTuMhFLlLxJPT2t7/9yLoTZBHcP/3pT68IrkeuMIMC7If9sd999tln7C1OU1d+Du+zn/1std9++421n8c//vHVq171qoon6OUK3CzY2tr5qTzH8pznPKfzqgLj5TqDxs92trNVrEOAT4dxPKnf2jpt2wT1zWC/3NbW1lZ14IEHVvX65bJ+pmr8MwAAEABJREFU49Tr2c9+dkXLgEl7gd9jjz0qzhOvMdCEv9/2m/PYH470RH+FK1yhudjp9RHwSBRQQIGxBQzgx6ayoAIKKKDAJgrQTP61r31tdeyxx3aaze+yyy5dBoJTnhy/973vrXhvmabqW1unBZDdgnMc2draqtjvF7/4xerzn/985yk0PzNH8Ffvlmbie++9d3Wf+9yncxzT1pUglB7vebLN025uBNT7YMj0Ix/5yIqg+VGPelTfGxk0fy8NWa/O1PlhD3tY5936Zz3rWZ2n3M2ye+65Z3XAAQdU7373uztN2nnXvg6Imz+x993vfrfiyXW9/UFD3qOnd3kCfs4nnerVZbFju3TcR4/6HPfpT3/6evFEQ+rJ8f3kJz+paElw29vetir3xcaYZj7Lf/7zn1c4Ng0oZ1bgNAHHFFBgkwQM4DfpbHusCiiw8QJ0nEWTXZoVzzPzHnETm3eBjz766Krcb7+ez5vrMX3+85+/Ihir1+UYOBaWjcrso16PIXWgLqPWK5dvbW11gsnXvOY11SmnnNI9hpNOOqliHu9LTxLUzaJOZf0YZ/8Emjwh/upXv9rpKZ3jJfMu+Le//e2KnuFp+k1Z1pkmb21tdTqOYz/0ys7268w0TfI5X/W2mx3qEaTXywYNz3nOc1Z0YMdNk9Kb/XAdHHHEEdWNbnSjnW4Q8P74V77yle75oTydyA3aTzkfEzoj5HzSjJ11ydhxY4TXDagX63D9HF1cy9SpPGbKDMsE5LTqeMMb3lCV+2J/TDOf5ZQbth2XKTATATeigAIrJWAAv1Kny8oqoIACCiiwOgIEpN/5znd6KtzszK1noRMKKLByAlZYAQUWK2AAv1hv96aAAgoooMDKCLztbW+reIWA969pfk9na3/84x/Hrj9Pkz/zmc/0lOc99Z4ZTiigwCYLeOwKKDChgAH8hGAWV0ABBRRQYFME+Jm4//u//6voRO3www+v6CX+e9/73tiHT98ANOevVzjf+c5X8X5+Pe1QAQUU2J6AayuweQIG8Jt3zj1iBRRQQAEFxhIg4KZTtbrwiSeeWNGhH03j63mDhp/4xCcqOpgrl++7774VndCV8xxXQAEFlibgjhVYQQED+BU8aVZZAQUUUECBRQjQKRwd9JX7OvTQQzs93f/sZz8rZ3fH//CHP1SvfOUrqxve8IbVySef3J2/2267VQcffHDFz8h1ZzqigAIKrLCAVVdgGQIG8MtQd58KKKCAAgqsgADB9oMe9KDqXOc6V09tn/e853XmXexiF+v8pNu9733v6qCDDqp4v/1MZzpTRc/vZe/z/BTbk570pOqKV7xiz3acUEABBTZYwENXYCoBA/ip2FxJAQUUUECBzRC49KUvXb361a+ueILePOLjjz++etnLXla98IUvrF7ykpdUX/jCF6o///nPPcX42biXvvSlnffnexY4oYACCiiwDQFX3VQBA/hNPfMetwIKKKCAAmMK0Iye4Hy//fYbc41Ti1396levjjvuuGr//fevtra2Tp3pXwUUUECB5QtYg5UVMIBf2VNnxRVQQAEFFFicwB577FG96U1vquiF/rDDDquudrWrVbvvvntPBXbZZZfOfJZT7phjjqkudalL9ZRxQgEFFFBg9QU8guUJGMAvz949K6CAAgq0SGDXXXetjj766Ioe1ut8i1vcokU1bEdVLnShC1UPechDqmOPPbY66aSTerxOOeWUznyWU64dNbYWCiiggAItE7A62xAwgN8GnqsqoIACCiiggAIKKKCAAgosUmCz92UAv9nn36NXQAEFFFBAAQUUUEABBTZHYMWP1AB+xU+g1VdAAQUUUEABBRRQQAEFFFiMwLL3YgC/7DPg/hVQQAEFFFBAAQUUUEABBTZBYNvHaAC/bUI3oIACCiiggAIKKKCAAgoooMC8BarKAH7+xu5BAQUUUEABBRRQQAEFFFBAgW0LbCuA3/be3YACCiiggAIKKKCAAgoooIACCowlsMwAfqwKWkgBBRRQQAEFFFBAAQUUUEABBVa6Cb2nTwEFFFBAAQUUUEABBRRQQIHNEdjcJ/Cbc449UgUUUEABBRRQQAEFFFBAgTUQMICf8iS6mgIKKKCAAgoooIACCiiggAKLFDCAX6T2aftyTAEFFFBAAQUUUEABBRRQQIGJBAzgJ+JqS2HroYACCiiggAIKKKCAAgoosGkCBvCbdsY5XrMCCiiggAIKKKCAAgoooMDKCRjAr9wpW36FrYECCiiggAIKKKCAAgoooMDiBQzgF2++6Xv0+BVQQAEFFFBAAQUUUEABBaYQMICfAs1VlingvhVQQAEFFFBAAQUUUECBzRQwgN/M8765R+2RK6CAAgoooIACCiiggAIrKmAAv6InzmovR8C9KqCAAgoooIACCiiggALLEli5AH5ra6va2jJvbWmwtbVyBl67njOvAa8BrwGvAa8BrwGvAa8Br4ElXgPLCrxntd+VC+BndeBuR4HVE7DGCiiggAIKKKCAAgoosMkCBvCbfPY99s0S8GgVUEABBRRQQAEFFFBgpQUM4Ff69Fl5BRYn4J4UUEABBRRQQAEFFFBguQKrGMBvhcxcVRposErXgHX1evUa8BrwGvAa8BrwGvAa8BpowzVQrfJ/qxjAr7K3dVdAgakEXEkBBRRQQAEFFFBAAQUM4L0GFFBg/QU8QgUUUEABBRRQQAEF1kDAAH4NTqKHoIAC8xVw6woooIACCiiggAIKtEHAAL4NZ8E6KKDAOgt4bAoooIACCiiggAIKzETAAH4mjG5EAQUUmJeA21VAAQUUUEABBRRQ4FQBA/hTHfyrgAIKrKeAR6WAAgoooIACCiiwNgIG8GtzKj0QBRRQYPYCblEBBRRQQAEFFFCgPQIG8O05F9ZEAQUUWDcBj0cBBRRQQAEFFFBghgIG8DPEdFMKKKCAArMUcFsKKKCAAgoooIACpYABfKnhuAIKKKDA+gh4JAoooIACCiigwJoJGMCv2Qn1cBRQQAEFZiPgVhRQQAEFFFBAgbYJGMC37YxYHwUUUECBdRDwGBRQQAEFFFBAgZkLGMDPnNQNKqCAAgoosF0B11dAAQUUUEABBXYWMIDf2cQ5CiiggAIKrLaAtVdAAQUUUECBtRQwgF/L0+pBKaCAAgooML2AayqggAIKKKBAOwUM4Nt5XqyVAgoooIACqypgvRVQQAEFFFBgTgIG8HOCdbMKKKCAAgooMI2A6yiggAIKKKDAIAED+EEyzldAAQUUUECB1ROwxgoooIACCqyxgAH8Gp9cD00BBRRQQAEFJhOwtAIKKKCAAm0WMIBv89mxbgoooIACCiiwSgLWVQEFFFBAgbkKGMDPldeNK6CAAgoooIAC4wpYTgEFFFBAgeECBvDDfVyqgAIKKKCAAgqshoC1VEABBRRYewED+LU/xR6gAgoooIACCigwWsASCiiggALtFzCAb/85soYKKKCAAgoooEDbBayfAgoooMACBAzgF4DsLhRQQAEFFFBAAQWGCbhMAQUUUGAcAQP4cZQso4ACCiiggAIKKNBeAWumgAIKbIiAAfyGnGgPUwEFFFBAAQUUUKC/gHMVUECBVREwgF+VM2U9FVBAAQUUUEABBdooYJ0UUECBhQkYwC+M2h0poIACCiiggAIKKNAUcFoBBRQYX8AAfnwrSyqggAIKKKCAAgoo0C4Ba6OAAhslYAC/Uafbg1VAAQUUUEABBRRQ4DQBxxRQYLUEDOBX63xZWwUUUEABBRRQQAEF2iJgPRRQYMECBvALBnd3CiiggAIKKKCAAgoogIBZAQUmFTCAn1TM8goooIACCiiggAIKKLB8AWugwAYKGMBv4En3kBVQQAEFFFBAAQUU2HQBj1+BVRQwgF/Fs2adFVBAAQUUUEABBRRQYJkC7luBpQgYwC+F3Z0qoIACCiiggAIKKKDA5gp45ApMJ2AAP52baymggAIKKKCAAgoooIACyxFwrxsrYAC/safeA1dAAQUUUEABBRRQQIFNFPCYV1fAAH51z501V0ABBRRQQAEFFFBAAQUWLeD+lihgAL9EfHetgAIKKKCAAgoooIACCmyWgEe7HQED+O3oua4CCiiggAIKKKCAAgoooMDiBDZ8TwbwG34BePgKKKCAAgoooIACCiigwKYIrPpxGsC35wwekqr8pci3yHidzpARpt+V4UnJdbnfZ/y45IcknzN5O4n1D8oGjk0+JbneB8PvZvqI5GslU5cMxkrnTynWZRvkozO9a3KdLpGRFyT/MJnl5D9l/PPJw47p9Fl+zeTXJJce1PsjmYfVJPXMKj1pkAV1+0ZKPjv5UslbySYFFFBAAQUUUEABBRTYDIGlH6UB/NJPwcgK/H1KfCX5rck3Tt49uU4EqZfPxGHJP01+evKZkydJe6TwS5NZ/0UZXi15l+Qy7ZmJA5I/mkywfecMCaIzmCqdI2u9LvmryfdJvkBynbgmL5sJjumEDPdPLgPlvTNNkP6xDO+YXHpQ72tnHlbcBLhkxidJZ0vh5yYPsqBuF8vyByR/KfnjyQTyGZgUUEABBRRQQAEFFFBAgWEC219GQLL9rbiFeQgQtN4vG/5A8kWTx0kPTaE3JZ89eZx0vRT6bPKByeOmc6fgq5IJ9gmYMzpRIgD/cNa4ffKoxA0Kbi7cZkfBK2f4yeRrJI9K+6QAduMG8VdJ+S8mY57BWIl1vpCSrMP5yqhJAQUUUEABBRRQQAEFFJiDQDZpAB+Elqa7pF401S7PEc3RX5b5L0x+f/IfkpvpJplx3+RR6bYp8N7kcyU30zj7Ieh/Q1Yc92ZBilbsi6b4l2ZiRz45Q57GDzomjv8pKfN3ydw4YBsZ7aSv5e9LdmTGM9qTzpepxyT/VfKwdNUsfE/yhZKb6fjMqM3fkvFfJ5eJ+vHU/mGZaRAfBJMCCiiggAIKKKCAAgrMR4DgY9otu958BWgeXp+fN2dXF0nm6TVN2e+d8RskEzw/NsNmIrg+b3NmMX3FjPMEvd5+Jjvp1flLc/bmfmiWzw2FX2Z5mbhZQHA9KkCu1yFwv9KOie9neKNkAnKOtT4mpgnUs6ibaLb+oUxdPJlEE3mCbZ6y894+mXFeJ/gWBYpMHVlWzOoZ3StTr0jeLblMz8sEdWHftfmtMw9z6k39M9lNT84Y795nYFJAAQUUUEABBRRQQAEFZi/QDOBmv4eBW3TBmAKHphzNzb+dYTP9NjMen0wHeBl0EwEr77J3ZxQjBOOPy3QZsP450/dPvmsy751n0JPovI3gngD8Uz1LqorA+7qNeaMm6QiOJ+q0AGDbZXluEjw4M3g/PoNuqp9u86T+dpn7g+Rm4r13bjT8pljAcdL5XjGrO8qNh0dnqr4xkNEKiztlhPfcf5ZhM1Ff6s1Te97Fr5fzWXpUJugALwOTAgoooIACCiiggAIKKDBbAYKO2W5xUVvbjP38dw7zWckEjRn0TfTcfmSWNAPey2Rev3SFzOQJcgbd9FBTVBoAABAASURBVKSM/Ucy28pgYCJopgO7MsjnGiLY5cbAwBWLBeyD8jTTL2b3jP5vpniXP4OeRMdxBMn9Xh2oC34uI/R2n0E3ceOhO1GMcKODVwmKWdUjMkGTfuqZ0YHpxCy5R3JpwTvxN8w8kwIKKKCAAgoooIACCigwcwGCr5lvdBU2uCJ15GkzT9lHVZcnxQS3ZTl+oq2crscJwM9YT2RI4E9z8VEBa4p20jfzl4A/g26iM7xxe2P/RNY6JnlU4ufsmmVenhk/Th6WfpeFvLeeQTfR7L07UYzwJJ8n9PUsOsh7cSYmsTg85ct090ycKdmkgAIKKKCAAgoooIACCsxUwAB+Os5FrMUTXnpFH2dff0yhfp24ZXZP4ifXmj2486SbJ949BUdMvCPLqV8GnXSW/KWH+AxGJgL4X4wsVVU/TxmOK4NOYpyfjutMjPjDT92NKFLtmgL7JpfpjZngZkgGY6f3pSR1y6CT/jZ/6UcgA5MCCiiggAIKKKCAAgooMDsBA/jZWU6wpbGK8qT7J2OVPLUQ746fOjb4755ZVD6Z50nzBzNv0vSjrPCZ5DJds5wYMv7xIcvKRbQ8+H0xg+ObNLguVt9p9DyZU1pksuIdeoaT5O+kcHkDhM4D6XAws00KKKCAAgoooIACCiigwOwEDOBnZznrLf1fNkiHahk00vST586qPHnOoJN4yj3O0+pO4eIPzdSPK6YZpTf3ctvM65cJxPvNHzXvlBTgJ+cymEniKTm9zNcb42YGHfLRJH6S/NRsANcMOonO9gjiOxP+UUABBRRQQAEFFFBAAQVmJWAA3yt5SCYJ5CbJrJPVZp4IrJu/Ob7dndDR3Faxke0ExdME4jQ156ZBUYWljfI6Ab3Q1xUg8OZn4u6VGZNker0v+xTI6tUe/DEroIACCiiggAIKKKCAArMUMICfpeZmbGvQUV44C86aPCzRJJ6m8cPKuEwBBRRQQAEFFFBAAQUUUKCPgAF8HxRnTSVA7/A0rR+xsosVUEABBRRQQAEFFFBAAQWmETCAn0bNdfoJ0Nx/2O+z91tn8nnzW+N72TTvxdOUfruZ9+KzOZMCCiiggAIKKKCAAgooMDsBA/heSwKvSYM31undSnunaL7O+/11Del0rvwd9Hr+OMMLNgrxfnu57cbidkwWtaC+xWTFO/H0TF/Oc1wBBRRQQAEFFFBAAQUUaI2AAXxrTsVCKkLHeGUncufIXvdOnjTtkhUulVwmfk6Np/DlvDaP81N4vyoqyPv79KRfzNpp1BkKKKCAAgoooIACCiigwNIEDOCXRr+UHZ+YvX4ruUzXLifGHOdn0i7dKPvJxnTbJ7mZ8f1GJW+UaVpgZDB2ukxKnpD8g+Sjkp+WzO/tZ9BMTiuggAIKKKCAAgoooIAC0wsYwE9vt4pr8vT9mEbF75DpCyVPkm6fwudLrtNvMvKp5FVKP0tlP5hcpttk4qLJ4yaC/TumMBa8UnCrjB+UTAuFDGac3JwCCiiggAIKKKCAAgpstIAB/Oad/lfnkPk5tww66WL5e+9kgtEMRibKP7BR6iOZ/nLyKiXe139LKvzn5DqdPyMHJ58heZx0hRS6X3KZPpyJbye3LlkhBRRQQAEFFFBAAQUUWG0BA/jVPn/T1P64rPSe5DI9KhMPTh4VxO+RMtwAINDNaCcRAP9nxuggL4OVSh9Nbd+RXKZ7ZeKRyaOCePoPeEbKlZ0A1hbr+HN6OVSTAgoooIACCiiggAIKLFPAAH6Z+svZN4H2Y7Lrk5PLdFgm3phMkJ5BTzp9pmhe/tkMr5xcphdn4p3Jq5gGWTw2B8P77JfIsJm4yXG9zPxE8nWTy4TF0eUMx2sBhwoooIACCiiggAIKKLBdAQP47Qqu5voE4vdM1XlinEE37ZcxOnajR/kjM3548vuSCXQJ7s+V8TK9PxMPS/5D8qqmQRY3zQF9Nfl/k1+bjAXDkzLOcTfflSegJ/BfZYscWkuT1VJAAQUUUEABBRRQQIHKAH5zLwIC8pvn8H+Z3Ez8nNr+mUlz8utn2K85OcHsbbPsF8mrnrC4ZQ6Czvgy6En8Njwd/WHBsGwyXxekAz8s6I2+nuewRQJWRQEFFFBAAQUUUECBdRAwgF+Hszj9MdD0nZ+De/0Emzg+ZQn875zhOgTvOYxOenv+0mR+Egueth+S9a6TzM/IZWBaQwEPSQEFFFBAAQUUUECBVggYwLfiNCy1EgSePFneM7V4aPLHk3+dXCea2X8zE89JvnoyQS7BLr24Z3KtUm3Bz8L9S44MC356L6Pd9JOMvTsZs90zfFoyrxhkYFKgn4DzFFBAAQUUUEABBRSYjYAB/GwcZ7GVp2YjdJBW5wMyPUna7vq8+06v6gTpu2bHdT3owO7imean4who/5TxcRNNymmOX29rl6z46eRxEuUoX6/LdtjeOOtu14L33p+dHWFBb/N1HRjSpP4mWcaT+vJGR2aZFJiDgJtUQAEFFFBAAQUUUGCHgAH8DggHCiigwDoKeEwKKKCAAgoooIAC6yNgAL8+59IjUUABBWYt4PYUUEABBRRQQAEFWiRgAN+ik2FVFFBAgfUS8GgUUEABBRRQQAEFZilgAD9LTbelgAIKKDA7AbekgAIKKKCAAgoo0CNgAN/D4YQCCiigwLoIeBwKKKCAAgoooMC6CRjAr9sZ9XgUUEABBWYh4DYUUEABBRRQQIHWCRjAt+6UWCEFFFBAgdUX8AgUUEABBRRQQIHZCxjAz97ULSqggAIKKLA9AddWQAEFFFBAAQX6CBjA90FxlgIKKKCAAqssYN0VUEABBRRQYD0FDODX87x6VAoooIACCkwr4HoKKKCAAgoo0FIBA/iWnhirpYACCiigwGoKWGsFFFBAAQUUmJeAAfy8ZN2uAgoooIACCkwu4BoKKKCAAgooMFDAAH4gjQsUUEABBRRQYNUErK8CCiiggALrLGAAv85n12NTQAEFFFBAgUkELKuAAgoooECrBQzgW316rJwCCiiggAIKrI6ANVVAAQUUUGC+Agbw8/V16woooIACCiigwHgCllJAAQUUUGCEgAH8CCAXK6CAAgoooIACqyBgHRVQQAEF1l/AAH79z7FHqIACCiiggAIKjBJwuQIKKKDACggYwK/ASbKKCiiggAIKKKBAuwWsnQIKKKDAIgQM4Beh7D4UUEABBRRQQAEFBgu4RAEFFFBgLAED+LGYLKSAAgoooIACCijQVgHrpYACCmyKgAH8ppxpj1MBBRRQQAEFFFCgn4DzFFBAgZURMIBfmVNlRRVQQAEFFFBAAQXaJ2CNFFBAgcUJGMAvzto9KaCAAgoooIACCijQK+CUAgooMIGAAfwEWBZVQAEFFFBAAQUUUKBNAtZFAQU2S8AAfrPOt0ergAIKKKCAAgoooEAt4FABBVZMwAB+xU6Y1VVAAQUUUEABBRRQoB0C1kIBBRYtYAC/aHH3p4ACCiiggAIKKKCAAlWlgQIKTCxgAD8xmSsooIACCiiggAIKKKDAsgXcvwKbKGAAv4ln3WNWQAEFFFBAAQUUUGCzBTx6BVZSwAB+JU+blVZAAQUUUEABBRRQQIHlCbhnBZYjYAC/HHf3qoACCiiggAIKKKCAApsq4HErMKWAAfyUcK6mgAIKKKCAAgoooIACCixDwH1uroAB/Oaee49cAQUUUEABBRRQQAEFNk/AI15hAQP4FT55Vl0BBRRQQAEFFFBAAQUUWKyAe1umgAH8MvXdtwIKKKCAAgoooIACCiiwSQIe67YEDOC3xefKCiiggAIKKKCAAgoooIACixLY9P0YwG/6FeDxK6CAAgoooIACCiiggAKbIbDyR2kAv/Kn0ANQQAEFFFBAAQUUUEABBRSYv8Dy92AAv/xzYA0UUEABBRRQQAEFFFBAAQXWXWAGx2cAPwNEN6GAAgoooIACCiiggAIKKKDAPAXYtgE8CmYFFFBAAQUUUEABBRRQQAEFWi6wjQC+5Udm9RRQQAEFFFBAAQUUUEABBRRYI4HlBfBrhOihKKCAAgoooIACCiiggAIKKDBvgZUN4OcN4/YVUEABBRRQQAEFFFBAAQUUaJPApgbwbToH1kUBBRRQQAEFFFBAAQUUUECBkQIG8COJ+hVwngIKKKCAAgoooIACCiiggAKLFTCAX6z3qXvzrwIKKKCAAgoooIACCiiggAITChjATwjWhuLWQQEFFFBAAQUUUEABBRRQYPMEDOA375x7xAoooIACCiiggAIKKKCAAisoYAC/gidtuVV27woooIACCiiggAIKKKCAAssQMIBfhvom79NjV0ABBRRQQAEFFFBAAQUUmErAAH4qNldaloD7VUABBRRQQAEFFFBAAQU2VcAAflPP/GYet0etgAIKKKCAAgoooIACCqysgAH8yp46K754AfeogAIKKKCAAgoooIACCixPwAB+efbuedMEPF4FFFBAAQUUUEABBRRQYBsCBvDbwHNVBRYp4L4UUEABBRRQQAEFFFBgswUM4Df7/Hv0myPgkSqggAIKKKCAAgoooMCKCxjAr/gJtPoKLEbAvSiggAIKKKCAAgoooMCyBQzgl30G3L8CmyDgMSqggAIKKKCAAgoooMC2BQzgt03oBhRQYN4Cbl8BBRRQQAEFFFBAAQWqygDeq0ABBdZdwONTQAEFFFBAAQUUUGAtBAzg1+I0ehAKKDA/AbesgAIKKKCAAgoooEA7BAzg23EerIUCCqyrgMelgAIKKKCAAgoooMCMBAzgZwTpZhRQQIF5CLhNBRRQQAEFFFBAAQVqAQP4WsKhAgoosH4CHpECCiiggAIKKKDAGgkYwK/RyfRQFFBAgdkKuDUFFFBAAQUUUECBNgkYwLfpbFgXBRRQYJ0EPBYFFFBAAQUUUECBmQoYwM+U040psDECp8+RXin5icnHJZ+U/Jcin5Jx5v97hldPPkNym9MhqVxZ/6MzvWvyMhO+v04F6noxzrzM2ozkUSqggAIKKKCAAgr0ChjA93o4pYACwwXOmcVPTf5V8qeSD02+fPLuyWXaJRPMf1CGxyT/NPn+yWdONimwCAH3oYACCiiggAIKrJ2AAfzanVIPSIG5CBB4H5wtn5DMkOmMjp3OlpLPSf5C8lWSTQq0XMDqKaCAAgoooIAC7RMwgG/fObFGCrRN4Hyp0NuSefI+qCn8n7P8h8nfT2bIdEZ3ShfNnI8l3z55K9mkwHoKeFQKKKCAAgoooMAcBAzg54DqJhVYI4G9ciwfTr5+cjN9MjPukLxbMu/E75HhnskM/yrDCyY/Ovm3yWXiJsBrMuM2ySYFFOgj4CwFFFBAAQUUUKCfgAF8PxXnKaAAAmfPnxcnXzy5TDxlJ6C/Wma+PvkXyc1Ex2s/yswnJBPQvynDMvFvzwsy49LJJgUUmK2AW1NAAQUUUECBNRXgS/SaHpqHpYAC2xDgCfpTsj6Begbd9JGMXTX5A8kE6RmMTPRQf6eUemFymc6Viccm80Q+A5OOa8NWAAAQAElEQVQCCrRDwFoooIACCiigQFsFDODbemaslwLLFbhudn/v5DJ9LhN3ST4xedL0h6zwiGSa3WfQTbfN2L7JJgUUWBcBj0MBBRRQQAEF5iZgAD83WjeswMoK0MP8Q1L78t+H32T6Psk/SJ42/Swr8lS/fHLPPu6R+Tzxz8CkgAKbLuDxK6CAAgoooMBgAb48D17qkkUKHJKdEdjU+RaZrhNNjJl+V2bQHLku8/tMH5dMsHXODMdJ50+h7ybX22DItjNrrDTJ+s2yR2cPuybX6RIZ4T1oei2nHuQ/Zd7nk4cdEx2mXTNl6Ait9Dgl82jizfFglsmpEpYHZc1jk9km9SJTt29k3rOTL5U8SS/q1Ilt1JnznU1UBMv3z0hp8M1M8+74hTIclnDgPXQMm+eUelP/B2YD502eJF0hhXkCn0E3vTRjn0jebnp/NtDczt9l3qhjTZFumsf56W58xEjzmuZ8cm5HrNZdvN31uxsaY4TzznV8VMrSHwF1LTOfHa4RPmuT+HPtltupj5+fCuSXCn6e/bGcz8uoz3KKmhSYqYAbU0ABBRRQYK0FDODbf3r/PlX8SvJbk2+cvHtynQhSL5+Jw5J/mvz0ZALCDFqdzpHavS75q8k81b1AhnXimrxsJjimEzLcP7kMlPfONEE6P0V2x4yXHrtk+trJWBE4XDLjkyQCkOdmBSxflCHBMdvMaCdRt4tl7AHJX0r+eDKBfAZTJTp3o4f352Tt0oCfWntk5nHDhvfEM9qTCNzp/f1bmUsAhiG9v2eym6g39X9W5tDkHW/2l8mR6c4pccbkOv0xI9wsISjL6LYSHd69LFvghgPHfcOM75P87eRRadHnZ1R92rqca/I9qRznnev4VhnnxkEGPYnPDtcIn7XvZQkdDY57jaR4T+Kmzxcz5+BkfpUgg4rPS/1Z5pyfiZlmBdotYO0UUEABBRRotwBfsNpdw82tHUHr/XL4dBZGQJfRkemhKcGXcHoPz2grEwE4Qevtx6gdNyh48lv/3NiVsw7vUF8jw1GJoBC7cYP4q2SDBCCYZ3SsxDpfSEnW4XxldOxE8HRESnNMGfRN9PDOzYRyIYE5QdlrM7MZtGfWwIT3Z7P0esnDEvVq+tLKgxsWw9abZNl/pjDXAa0D3pdxWgtkMDRhvcjzM7QyLV3INci1yDXJjZFJq7lfVuAaGXZNpshO6SKZww2iYU/xX54yv0s2KbDeAh6dAgoooIACcxYwgJ8z8DY2T2dhNNUuzxFPLXmSRW/eNEWmY7DmLm6SGfdNbmPiaTJBa/nTYSenonz5H3RMHD/vTdPM+lUpyzYy6KSv5e9LdmTGM9qTzpepxySPer+aXtV5YtkvADk+69fmb8n4r5PLRP14av+wzCSAymCsRKBV9vD+qayFAfvgvOLyhswrEzdmWH5gOXPHOOtwTbAN6su1smNRd4AdT/XrGyLdBcUINwV4taGYVdF5Hc2iy3mLHF/G+Vnk8c1qX5zX5r8ZbJtrg3PIZ4XrgyFB/p9Z2MhcIzyRL191aRTZafKJmVP/1CDb/GCm2Q9Dpmlpw3hmmxRQYJiAyxRQQAEFFBglQPAxqozLlyNA8/D6/Lw5VeApF08tD8g4vYPfIEMCOn6GK6M9iQCP9197ZrZggsD9Sjvq8f0Mb5RMwMCx1sfENIF6FnUTzdY/lKk6SKCJPME2T9l5x5fMOK8T0Kw8RbuJGxos685ojOyV6Vck181+M9pJz8tf6sK+a/NbZx7m1Jv6Z7Kbnpyx+l3gjI5MPEmnENshQOUJMwbsg2W8CkDgQxkyNyG4kVEG/cznCT09ufPqBNcE26C+XCsYce1Qrs60anhxJq6Y3C8RwJ+1sYBWD41ZC5tc1vlZ2AHOaEeca66P+t8MNkvHg3fPCNcTTdz5nHB9MLxc5hOk/3OGBPgZdNN1Msb1l8FYie1TkJtQtBailQf7YchrD1yf/0sBswIKzFXAjSuggAIKbIBA+WVvAw53JQ/x0NSa5s/93hH+bZY9PplOpTLoJgJW3m3tzmjZCB3B8UT9vakXHV1l0E2/zNiDk8vgNZNV/XSbJ3u3y4x+vaHz3jstFwhcUqSTCMyv1Rnb+Q9B8aMzu74xkNGKJ4Z3ygjvudNrekZ7EvWl3gTdvItfL+Sz9KhM0MFaBmMl6sm5bQbIBFQ0Wefd83pDdCpHUFRPMyRgIhDntQnqxbwyY0TwRCd5HFe9DJPHZYKgP4OexPvT5Qzee6cVQjlvUePLPj+LOs5Z7If33LnZVG+LDi65ecXNKa6nen455N8PXmegHOXrZXzW+HzW0+MMuXHGtfydRmFarHy5Mc9JBRRopYCVUkABBRRYBQGCjlWo56bW8b9z4HRC1i84y6JOIsA6MmPNgPcymdfGRH0Jjvs18a7ry9M6gtJ6uh4S1BIkDwpIKEdTYXq7Z7zOPPmvx8shNzoIcMt5j8gETfqpZ0YHJjoI4+fP6GivLsRT9EnePaYlwafrlYcMCWTZV/l5Zb90NkeQPmTViuP4jxR4UnKZbpqJcZ6yEuQtq/n8ss9PiFYi0TncPzRqyo2ujzbmDZqkT4q3NRbSgoNAvjF74CTvuDeD94GFXaCAAmso4CEpoIACCixEoAwIFrJDdzKRAF/CCaBGrcSTYoLbslzzPeZy2TLH+QmxY8aoAL2rN4sRJPy4ObMxTUdZzSfGNHtvFOtM8iSfp9GdifzhSTjNywl6Mzky8XNvhzdK0WSZgKoxu+8kN2jKp+x9C2UmLQRotp/RbiIgZ//dGUNGOB5eCShv8vDZp7VCM0hrPoHn5tE4dRyy+6kXLfv8TF3xBa/IOXxn9smNJ56Ec8Nlkl8N4Pxy7WcT3XTBjNVN4zM6NLE+nREOLeRCBRRQYJiAyxRQQAEFxhPgS/x4JS21aAGe8NLr9jj75Qt0v07cxll30WUI4PkpsVH7JQjhuOpyjPPTcfX0sOEPhy3csYz3f/fdMV4P3pgRboZkMHYicKFu9Qp/m5HyJ+Ey2TdxY+brfZfsPJNt8tN79RKujXfUE2MO+7Vq4DWAUU3+OQ+jbpqMWYWJii37/ExU2SUX5lriBg19SfAOOtfKuE/fZ1F1ri2fvs9C0m0ooMC0Aq6ngAIKbIyAAXx7TzVPV38yQfV4d3yC4ksr+vEx90xQUr6Xy/FNGlwP29V5srDZSoF36DN7okTgQgBTr0TngXQ4WE8PGnJuRzV/r9fl/fd6nOFn8udHyZMmegLnaXy9Hs2k6SSunmbYvLlCR37j3JBg3VnmZZ+fWR7Lum+Lf6v41YR1P06PTwEF1lbAA1NAAQVWR8AAvr3n6v9StbLjsUyuRSIQn+ZATslKswwSCEoJTrPZTiKwpZM4msRPkp+atc+dXCeaMxPE19ODhjzVprn/oOX1fJrjn7+e2DHkFYFx1t1RvDugeXV5s+EsWYJDBt00TuuFbuE5jlCvZZ6fOR5aazZN6wt+OYHm9nSGOW3F+CWEaa7HaffnegoooEC7BKyNAgoosEABA/hebHpzJ5CbJLNO71ZmM0UgRQ/Os9laO7ZCU3OaZLehNrunEnQOl0EnEXjzE273ytQkmffIz5h1yrRHOTFgnHM7rDO+ejXq2HwXmWujXj7JsNmqod+6zVYBBPk8De9Xdp7zln1+5nlsi9w2N4BoZUGg/k/ZMR1e8isQ9G1A4E1HijS95+cFs3iqxLXMZ3uqlV1JAQUU2HQBj18BBRSYRMAAfhIty25XgCbxBJHb3Y7rz06g2Wkdvw7QDMb2nN3u3NICBC6UfTwjmdYWfN54zYNAnV8j2D/z+bk5/+0PhEkBBRRYAwEPQQEFNkzAL3EbdsI9XAUaAs0n7rxbz5PZshg/j1dOO95OgbOlWs9N/l7yg5PHbTlBSxB+ljCrmBRQQAEFNkvAo1VAgVUTMIBftTNmfeclQNDDe9c0pd9u5r34edVz1ttt9klAAE8neeV+Lp8JmrRnMJPEtj6ULb0h+W7JtXtGB6ZNPT8DQRoLeG3j/Zl3v+Rhiebun0uB/0y+QzI/F/fXGT472aSAAgoooMBkApZWQIGFCxjA95ITeE0avLFO71acWgWBZjNxgspxn1gu8vioJ0FXuU+CrnJ63PHdUpCfZ8ugm9h+dyIjdEb24QzLdIVMXDp5VmmfbOjqybdNfnky7/S/MMMyNevV1vNT1nlZ47y/Tid0V25UgObz/5V5N03mJgn9KXD+OZ//nHmvT+aGDX1+ZNSkgAIKKKDAYgXcmwIKTC5gAD+52aqvQXNZenSf9jgIcgmmpl2/LesRuPyqqMxZM05nXxm0KhFQ0+t8WSneW292bFcuHzTOz8ado1jI8eNQzOqMvj1/yx7/CfwOzDyGGWwrcYPsrtlCs+O/92VemagX9avnteX8tPHzQ+BOZ4q1FcP35A9P5e+b4TuTaSJPx3UZNSmggAIKKLAWAh6EAhspYAC/eaedgPAnjcPmCV5j1sBJnuQRTA0ssCILeOr7/UZdb5RpAswMxk6XSUmCI94lPyrjT0uedadvH882y8TT8HF+qq5ch/Fr86fIHD8OxazO6Ffz913JZbp7Jq6RvN3EzQd6PS+3w/4+WM7IOPWifhntpjacnzZ+fm4eofKGCNcjT9hPyvxxEtf85cYpaBkFFFBAAQXWR8AjUWA1BQzgV/O8zbrWNGked5v/MG7Blpf7WerXDBpvk3kXTR43EfgQjJ4vK9Cs/VYZHpQ8zdPxrDYw8U56GYyxv9sPLN1/AT2T885zufQTmcAhg55E83XekeZXA+oFBIj0bH7OesYUw7NnHd61PleGZToiE/SYnkE3Ua9VOT/L/PzQKuISXbVTRz6bATeUMhgr0armb8cqaSEFFFBAAQUUOFXAvwosScAAfknwS9wtTxCbvYxfJ/U5c/KoxM9P3W5UoRVZznu/b0ld/5xcp/Nn5ODkcVsk8C5xs9Mw3h//drYxy/SNbIwm0Rl00wMzxvnIYGTiRsO9U6osz/G/NvMYZrBTOiZzXpJcJnqj573pshl+uXzYOKZPT4HrJ5fpS5l4aXIzUa82np+2fX4I4JufXTqlO30TdMA01wbX8CQ3IQZsytkKKKCAAgooMK6A5RSYVsAAflq51V2Pp6ufbFT/hpmmo6sMBiaCtsOzlCA3g7VIH81RvCO5TPfKxCOTCTgzGJjw4Ik0HcPVhbgZwJNrgrx63iyGnDOCabZfb4/zQJP9Ue/tE6DRnPrQesUdQ9455/h3TO40YJ9PyVxuHmTQTdfNGE/ur5ch285gZOJdbN7DxrYszPFQrx+XM4tx6te284NLmz4/XGs0mS/YKl514NWOcl6/cYL8h2XBo5KbiWXjnt/muk4roIACCiigwHwF3PoGCxjAb+bJJ3j7TXHoXAcvyzQdYfHFPaPdxDQBPkEbwVt3wRqM0Ev3Y3IcZYdtmawemz8Ex82myZldEdQQvPbzeHEKHJ08j0Rzcm6glNvmXfjPZ8adkzlPGfQkgvxX4xDH5wAAEABJREFUZs5zkznHGXQSx0vQNqozw++mND/zRvmMdhOvGfCTZbybT1N+msZ3F+4Y4QYIPz93ZKbZTvPJe2ZXj8iftyUPSm09P237/FCf0vAsmaClBNcp12smexLXyjUzh1YWg35Fg34c6LE+xUwKKKCAAgoosF4CHs0qC5Rf6lf5OKz7ZAKfS/FXJ5eJL/0EezSvp2k1wSJB7C9SiObbBG0ZrXgi2/zJL+avauZ94Xum8jwNzqCbaJFA52q8m117MORddILX2qNegYCewJ9eyut5sxzy5Pfh2SD7zqCbzpaxVyUT7BLIcd4Imr+TefTkTnCf0W7iODle6tudOWSEclhwXTSL0aT+dZlJgM/NgO9lnMwTdd6fPy7T+yf3+3fmkMynBQNN5TM6MLXx/LTt8/Pe6DVbBdDnAdcKfQnwOea6IB+bslwrH8uQ85dBJ3GThXPWmcgfgnxyRk0KKKCAAgoooEAh4OhSBfp9sV5qhdz5QgQIBv81e/pUcjPRJJzOzmjuTKdsZYds30ph5jV/1iyzVzq9MbW/ZXLZKiGTnUQHX7UHQ3w6C4o/ON42082mzJk108TNFPbDjYTmhnnizVNuzhtBc7+m9b/MSvRYzvFmdOzEk9orpjQBYQZ9E9cJQSP53H1LnDqTGwH0Js/78OP+rBn1bdP5advnhyD9n8KLbQY9iZ985DPLdUG+WpZyrWTQTYdlbN/ksuM7XhGhBUdmmxRQQAEFFFBAgdkJuKXtCRjAb89vldfmyzoB3/PGPIg3p9y1kr+SvI7p7TkomszT9DijYyWetvMkmU4A8RxrpW0WIoi/a7bB6w7NnwPM7IHpBVlCqwHeRc/oxInju3HW4pppPu3N7JGJp76PTinqwBPjUU/eU7Qnte384IFFWz4/3ETi8znJueE88BoG78GfGG1anGTQSXSMRxP8zoR/FFBAAQUUUECBlghsfDUM4Df7EuCJ7P1DwPuuT8zwm8k0sc6gk2gO/V8Z40s+T375kp/JtU0EZTxl52fa/iVHyTveP8+wTATN784MyvF082kZJzjNYGGJJ9e8AsFP1xFU02Sec1VWgHrzxJzm8vxs2//Lwn5PaDN77MR+P5DSV03GiG3TU/z3M83NjAy66dcZo6n5MzOkUzXek39CxrnmMpgqte38cCxt+vx8PapYE8j3uyY4J1zTD005PvO0hPhyxkl0hte8ucNnfjs/G8h2zQoooIACCiigQIsEVr8qBvDtOYd0JkWHU3U+YMKqbWd9AjA6Nbt49sl7r3UdaIZ938zjS375xLS5r0EdkdGknG3U26OZ9aezvXES5Shfr8t22N446zbrN6kl770/Ozu6ejJNies6MKRJ/U0ynyf1BEQZHSthxPp1psky742PtfKAQgTN9E9wYJbjU2+bIfW+QebTsR5NrDM604QR2751tkoweMYM2W+d6QCNn9l7cObz3jV1zehMEvue9flpXjOTnJ95fX6anwE+D8wbhshNlv9JgX7XBOeEa5q+B6hzivUkWhPU548hN2r6XTtNq0k/Xz07dUIBBRRQQAEFFFgZgRZU1AC+BSfBKiiggAIKKKCAAgoooIACCqy3wCyOzgB+FopuQwEFFFBAAQUUUEABBRRQQIH5CXS2bADfYfCPAgoooIACCiiggAIKKKCAAu0WmD6Ab/dxWTsFFFBAAQUUUEABBRRQQAEF1kpgaQH8Wil6MAoooIACCiiggAIKKKCAAgrMWWBVA/g5s7h5BRRQQAEFFFBAAQUUUEABBdolsKEBfLtOgrVRQAEFFFBAAQUUUEABBRRQYJSAAfwooX7LnaeAAgoooIACCiiggAIKKKDAggUM4BcMzu7MCiiggAIKKKCAAgoooIACCkwqYAA/qdjyy1sDBRRQQAEFFFBAAQUUUECBDRQwgN+4k+4BK6CAAgoooIACCiiggAIKrKKAAfwqnrVl1tl9K6CAAgoooIACCiiggAIKLEXAAH4p7Ju7U49cAQUUUEABBRRQQAEFFFBgOgED+OncXGs5Au5VAQUUUEABBRRQQAEFFNhYAQP4jT31m3jgHrMCCiiggAIKKKCAAgoosLoCBvCre+6s+aIF3J8CCiiggAIKKKCAAgoosEQBA/gl4rvrzRLwaBVQQAEFFFBAAQUUUECB7QgYwG9Hz3UVWJyAe1JAAQUUUEABBRRQQIENFzCA3/ALwMPfFAGPUwEFFFBAAQUUUEABBVZdwAB+1c+g9VdgEQLuQwEFFFBAAQUUUEABBZYuYAC/9FNgBRRYfwGPUAEFFFBAAQUUUEABBbYvYAC/fUO3oIAC8xVw6woooIACCiiggAIKKBABA/ggmBRQYJ0FPDYFFFBAAQUUUEABBdZDwAB+Pc6jR6GAAvMScLsKKKCAAgoooIACCrREwAC+JSfCaiigwHoKeFQKKKCAAgoooIACCsxKwAB+VpJuRwEFFJi9gFtUQAEFFFBAAQUUUKArYADfpXBEAQUUWDcBj0cBBRRQQAEFFFBgnQQM4NfpbHosCiigwCwF3JYCCiiggAIKKKBAqwQM4Ft1OqyMAgoosD4CHokCCiiggAIKKKDAbAUM4Gfr6dYUUEABBWYj4FYUUEABBRRQQAEFGgIG8A0QJxVQQAEF1kHAY1BAAQUUUEABBdZPwAB+/c6pR6SAAgoosF0B11dAAQUUUEABBVooYADfwpNilRRQQAEFVlvA2iuggAIKKKCAAvMQMICfh6rbVEABBRRQYHoB11RAAQUUUEABBfoKGMD3ZXGmAgoooIACqypgvRVQQAEFFFBgXQUM4Nf1zHpcCiiggAIKTCPgOgoooIACCijQWgED+NaeGiumgAIKKKDA6glYYwUUUEABBRSYn4AB/Pxs3bICCiiggAIKTCZgaQUUUEABBRQYImAAPwTHRQoooIACCiiwSgLWVQEFFFBAgfUWMIBf7/Pr0SmggAIKKKDAuAKWU0ABBRRQoOUCBvAtP0FWTwEFFFBAAQVWQ8BaKqCAAgooMG8BA/h5C7t9BRRQQAEFFFBgtIAlFFBAAQUUGClgAD+SyAIKKKCAAgoooEDbBayfAgoooMAmCBjAb8JZ9hgVUEABBRRQQIFhAi5TQAEFFFgJAQP4lThNVlIBBRRQQAEFFGivgDVTQAEFFFiMgAH8YpzdiwIKKKCAAgoooEB/AecqoIACCowpYAA/JpTFFFBAAQUUUEABBdooYJ0UUECBzREwgN+cc+2RKqCAAgoooIACCjQFnFZAAQVWSMAAfoVOllVVQAEFFFBAAQUUaJeAtVFAAQUWKWAAv0ht96WAAgoooIACCiigwGkCjimggAITCRjAT8RlYQUUUEABBRRQQAEF2iJgPRRQYNMEDOA37Yx7vAoooIACCiiggAIKIGBWQIGVEzCAX7lTZoUVUEABBRRQQAEFFFi+gDVQQIHFCxjAL97cPSqggAIKKKCAAgoosOkCHr8CCkwhYAA/BZqrKKCAAgoooIACCiigwDIF3LcCmylgAL+Z592jVkABBRRQQAEFFFBgcwU8cgVWVMAAfkVPnNVWQAEFFFBAAQUUUECB5Qi4VwWWJWAAvyx596uAAgoooIACCiiggAKbKOAxKzC1gAH81HSuqIACCiiggAIKKKCAAgosWsD9bbKAAfwmn32PXQEFFFBAAQUUUEABBTZLwKNdaQED+JU+fVZeAQUUUEABBRRQQAEFFFicgHtaroAB/HL93bsCCiiggAIKKKCAAgoosCkCHuc2BQzgtwno6goooIACCiiggAIKKKCAAosQcB8G8F4DCiiggAIKKKCAAgoooIAC6y+wBkdoAL8GJ9FDUEABBRRQQAEFFFBAAQUUmK9AG7ZuAN+Gs2AdFFBAAQUUUEABBRRQQAEF1llgJsdmAD8TRjeigAIKKKCAAgoooIACCiigwLwETt2uAfypDv5VQAEFFFBAAQUUUEABBRRQoNUCUwfwrT4qK9cmgTOnMndJPjb598l/2ZH/lOEPkl+cvFuySQEFFFBAAQUUUEABBRRQYIjAsgL4IVVy0RoJXDLH8pnkVyZfLfkMyXXi2rtgJvZK/kOySQEFFFBAAQUUUEABBRRQYIgAQdSQxW1dZL1WQOA8qePrk/dJHpa+k4W/TjYpoIACCiiggAIKKKCAAgoMEdjMAH4IiItmJrBftnTp5GYiWP9+ZpIZ/3LGTQoooIACCiiggAIKKKCAAiMEDOBHAPVb7LyxBK7ZKHVypm+SfNbkPXfkXTP892STAgoooIACCiiggAIKKKDACAED+BFAc1i8CZskMOfd9vJY/zMT706mE7sMTAoooIACCiiggAIKKKCAApMIGMBPotWKsitbiU+vbM2tuAIKKKCAAgoooIACCijQAgED+BachIVWYXk7s6f55dm7ZwUUUEABBRRQQAEFFFgDAQP4NTiJizwE96WAAgoooIACCiiggAIKKLAcAQP45biPu1d+N/1GKXxE8neTeX+8zj/O9BuSb5FMuQyGpkOytF6XIetlViedLX8fkvz55D8ls5z8w4y/IPlSyVvJw1K5/V+l4N8nl+mtVVWxzTrTA/2VygKOK6CAAgoooIACCiiggAIKDBYwgB9ss8wlp8/O75xMAE3HbwdknJ7bM+imc2fstskExpS7ecZHBdkp0pMoz3r8pNthWXLZ5PKauECm75P8peSPJ/9N8hKTu1ZAAQUUUEABBRRQQAEFNlegDNY2V6FdR36OVOcdya9KJkjPYGSi3NtS6rHJ4zyNT7GK4P0OGXlLMk/gMxiarpKln02+WfJqJmutgAIKKKCAAgoooIACCqywgAF8u07e2VOd1yXTbD6DnkSTc4LtF2YuZWhCn9GeRAD/gJ45gyeulUUvSS6vgR9l+mXJ7ONTGTbTWTLjFclXTW4mmt+zHpkm/z9tFHhvpllW5xdl+mfJK5OsqAIKKKCAAgoooIACCiiwTIEyeFtmPdx3Vf1VEJ6SfP3kMh2fCQJ6gvtbZ/zeyXdMpnn7fhn+MrlMD8/EpZNHpYNTgIA8g4p9sN89MkFzffbBE/dzZZqAPoNu2i1jRyZTNoNuemfGWI98/4zT7D6DbnpuxlhW5wdm+jvJm5I8TgUUUEABBRRQQAEFFFBgWwKn29barjxLAQLmezQ2+MFM87Sbp9d0LpfJbmL6qEzdMPnk5DoRdP+/TNBEPoOR6SMpce3kDyTTwVwG3cQTcup0aHfOqSP7ZHDPZNPCBNyRAgoooIACCiiggAIKbLqAAXw7rgCC7bumKmdMrtO3MkLwfFKGw9InspAn9xl0E0/q9+5ODR5hH/tn8YnJgxI3CujgjmbxZRlaAZy3nOF4iwWsmgIKKKCAAgoooIACCqy8gAF8O04hzeHpDb6szeGZGLeJOe/E0xN9VumkC+YvT8kzGJqemaXj7OMPKfe85N8k14ntX62ecLjeAh6dAgoooIACCiiggAIKLF/AAH7554AaXDJ/yp+Jo0n82zNv3MTPwH0shQk+8K8AABAASURBVE9IpqO7x2U4KjAn4J9kH7zTfnS2W6YblBOOKzBAwNkKKKCAAgoooIACCigwAwED+BkgzmATl8s2aEafQSd9MX+/mzxu+mMK0qSdJ/k0n6c3+q9k3rB0bBYS+GcwVvpdSnGTIINuulTGdkk2KTBHATetgAIKKKCAAgoooIACCBjAo7D8fPlGFb6X6VOS55k+k40T+GcwdvpCo+TFM322ZJMC7RWwZgoooIACCiiggAIKrImAAXzviTwkk/TEPklmnaw2deLJOz8hV27gt5mgDhnMLX11ii3/POuUQT+d7p0580wKrK2AB6aAAgoooIACCiigQFsEDOCXfyZogk6nc2VNvlFOzGmcjukm3TQ3Fn5frMTT992LaUcVUKBXwCkFFFBAAQUUUEABBWYmYAA/M0o3pIACCsxawO0poIACCiiggAIKKHCagAH8aRbLGqNzuJ82ds675Y1ZrZjkaXvZZJ56/6gVNbMSCiiws4BzFFBAAQUUUEABBdZKwAC+93Q+NZO8kz5JZp2sNnXinfJfN9YmSKYOjdkznZzmJgFN5st60dHeNE3xZ3ogbkwBBeYj4FYVUEABBRRQQAEF2iVgAN+O8/G1RjX2zPSuyZOkW6QwATWd0x2Z8XskNzvHy6xu2rs7Nv7IlRpFv5Np9pmBSQEFFOgRcEIBBRRQQAEFFFBgxgIG8DMGnXJzn22sd6lM75E8Sbp6CtMh3iUy3D/5psnD0lWz8OzJ4yZuKFyrUfjDmeYVgAxMCiigwCwF3JYCCiiggAIKKKBAU8AAvimynGmemv+w2PU5Mn795HETgXiz/HuzMs3zM+ibrpi53CjIYKx02ZS6RnKd6I2eAL6edqiAAgq0R8CaKKCAAgoooIACayhgAN+Ok/r9VOMjyWV6UCbGbeZO8M4T9azSSSfn78eSh6UzZuGhybxvn8HQRBnKsk5d8IMZOS7ZpIACCqydgAekgAIKKKCAAgq0UcAAvh1nhSflz0lVeKqdQSddJH9flMzT9QwGpotlyVOSy87l3phpnupnMDTdPEsPST5D8qDEssdnIWUz6KS/5O/hyb9NNimggAIK9Ao4pYACCiiggAIKzEXAAH4urFNt9Nis9fzkMvFk/ejMuFxyGaBnsjp9/twk+Zjkskd5ftrtmZnHTYEMRqbHpsRrk/u9c8+8N2TZQ5LLxLy3lTMcV0ABBRSYlYDbUUABBRRQQAEF+gsYwPd3WcZcnmoTTL+/sfMrZPpzyScmE2jz5PuojP8i+Z3J50qu058zct/kLyWPSuyvLrNfRmjG/8UMX7wj8wSfebfMdJm+kYmHJfvzcUEwKaCAAq0TsEIKKKCAAgoosLYCBvDtOrUE5bdNlXjCnUFPOk+m7pB8r+RbJdPjfAbdRPB+UKbelDxOel0KvSC5TJfOBD8/R6Y3+0z2pE9l6nrJ3002KaCAAgqsoYCHpIACCiiggALtFTCAb9+5IYi/U6p1l+RfJo+TPplC9BJ/RIblk/VMDkz/lyX3S35g8qin6SznXfnrpOwPkk0KKKCAAgr0E3CeAgoooIACCsxRwAB+jrjb2PSfsu6rk2keTxN2OqX7SabL9KNMHJl8rWR+3u3LGU6a2A+d5+2VFZ+YXD5ZJ2j/eObdM5l6PC1DO60LgkkBBRRQYF4CblcBBRRQQAEFhgkYwA/TWf4ygmg6i7tdqkITejqyq/MFM+/A5P9JJhDPYOp0QtZ8VDI/W1dvn5+Mu3rm8U78uC0BUryTTsnffZPrbTHkODLLpIACCiigwJwE3KwCCiiggAJrLmAAv+Yn2MNTQAEFFFBAgfEELKWAAgoooEDbBQzg236GrJ8CCiiggAIKrIKAdVRAAQUUUGDuAgbwcyd2BwoooIACCiigwCgBlyuggAIKKDBawAB+tJElFFBAAQUUUECBdgtYOwUUUECBjRAwgN+I0+xBKqCAAgoooIACgwVcooACCiiwGgIG8KtxnqylAgoooIACCijQVgHrpYACCiiwIAED+AVBuxsFFFBAAQUUUECBfgLOU0ABBRQYV8AAflwpyymggAIKKKCAAgq0T8AaKaCAAhskYAC/QSfbQ1VAAQUUUEABBRToFXBKAQUUWCUBA/hVOlvbq+tTs/pWkQ/IuEkBBRRQQAEFFFBgegHXVEABBRYqYAC/UG53poACCiiggAIKKKBALeBQAQUUmEzAAH4yL0sroIACCiiggAIKKNAOAWuhgAIbJ2AAv3Gn3ANWQAEFFFBAAQUUUKCqNFBAgdUTMIBfvXNmjRVQQAEFFFBAAQUUWLaA+1dAgSUIGMAvAd1dKqCAAgoooIACCiiw2QIevQIKTCNgAD+NmusooIACCiiggAIKKKDA8gTcswIbKmAAv6En3sNWQAEFFFBAAQUUUGBTBTxuBVZVwAB+Vc+c9VZAAQUUUEABBRRQQIFlCLhPBZYmYAC/NHp3rIACCiiggAIKKKCAApsn4BErML2AAfz0dq6pgAIKKKCAAgoooIACCixWwL1ttIAB/Eaffg9eAQUUUEABBRRQQAEFNknAY11tAQP41T5/1l4BBRRQQAEFFFBAAQUUWJSA+1mygAH8kk+Au1dAAQUUUEABBRRQQAEFNkPAo9yugAH8dgVdXwEFFFBAAQUUUEABBRRQYP4C7qEygPciUEABBRRQQAEFFFBAAQUUWHuBdThAA/h1OIsegwIKKKCAAgoooIACCiigwDwFWrFtA/hWnAYroYACCiiggAIKKKCAAgoosL4CszkyA/jZOLoVBRRQQAEFFFBAAQUUUEABBeYjsGOrBvA7IBwooIACCiiggAIKKKCAAgoo0GaBaQP4Nh+TdVNAAQUUUEABBRRQQAEFFFBg7QSWFMCvnaMHpIACCiiggAIKKKCAAgoooMBcBVYzgJ8riRtXQAEFFFBAAQUUUEABBRRQoH0CGxnAt+80WCMFFFBAAQUUUEABBRRQQAEFhgsYwA/36bfUeQoooIACCiiggAIKKKCAAgosXMAAfuHk7lABBRRQQAEFFFBAAQUUUECByQUM4Cc3W+4a7l0BBRRQQAEFFFBAAQUUUGAjBQzgN+y0e7gKKKCAAgoooIACCiiggAKrKWAAv5rnbVm1dr8KKKCAAgoooIACCiiggAJLEjCAXxL8Zu7Wo1ZAAQUUUEABBRRQQAEFFJhWwAB+WjnXW7yAe1RAAQUUUEABBRRQQAEFNljAAH6DT/6mHbrHq4ACCiiggAIKKKCAAgqssoAB/CqfPeu+SAH3pYACCiiggAIKKKCAAgosVcAAfqn87nxzBDxSBRRQQAEFFFBAAQUUUGB7Agbw2/NzbQUWI+BeFFBAAQUUUEABBRRQYOMFDOA3/hIQYBMEPEYFFFBAAQUUUEABBRRYfQED+NU/hx6BAvMWcPsKKKCAAgoooIACCijQAgED+BacBKugwHoLeHQKKKCAAgoooIACCigwCwED+Fkoug0FFJifgFtWQAEFFFBAAQUUUECBjoABfIfBPwoosK4CHpcCCiiggAIKKKCAAusiYAC/LmfS41BAgXkIuE0FFFBAAQUUUEABBVojYADfmlNhRRRQYP0EPCIFFFBAAQUUUEABBWYnYAA/O0u3pIACCsxWwK0poIACCiiggAIKKFAIGMAXGI4qoIAC6yTgsSiggAIKKKCAAgqsl4AB/HqdT49GAQUUmJWA21FAAQUUUEABBRRomYABfMtOiNVRQAEF1kPAo1BAAQUUUEABBRSYtYAB/KxF3Z4CCiigwPYF3IICCiiggAIKKKDATgIG8DuROEMBBRRQYNUFrL8CCiiggAIKKLCOAgbw63hWPSYFFFBAge0IuK4CCiiggAIKKNBKAQP4Vp4WK6WAAgoosLoC1lwBBRRQQAEFFJiPgAH8fFzdqgIKKKCAAtMJuJYCCiiggAIKKDBAwAB+AIyzFVBAAQUUWEUB66yAAgoooIAC6ytgAL++59YjU0ABBRRQYFIByyuggAIKKKBAiwUM4Ft8cqyaAgoooIACqyVgbRVQQAEFFFBgngIG8PPUddsKKKCAAgooML6AJRVQQAEFFFBgqIAB/FAeFyqggAIKKKDAqghYTwUUUEABBdZdwAB+3c+wx6eAAgoooIAC4whYRgEFFFBAgdYLGMC3/hRZQQUUUEABBRRov4A1VEABBRRQYP4CBvDzN3YPCiiggAIKKKDAcAGXKqCAAgooMIaAAfwYSBaZSOD8Kf3d5L8U+RYZX9V0SCpeHss8x4/MvjY9jbp+zhSgtyeX5+Hnmb5M8qzTnbLBcj9/zvRNkk07CzQ/J17LOxs5R4G5CrhxBRRQQIHNEDCA34zz7FEqMEhgjyx4VvLlk1ch/S6VfHlymXbLxM2SZ5n+Khu7VXKZPpGJY5JNCiigwLoJeDwKKKCAAisiYAC/IifKaiowY4GzZXuPSf5W8r2SCVgzWIn0kdSSVh4ZdNN+GTt78qzSntnQvsllelcmfpFsUkABBRToEXBCAQUUUGBRAgbwi5J2Pwq0R+A8qcqnkv8t+QzJq5Z+lAr/d3KZrpiJSyXPKt00Gzpfcp1Ozsgbkk0KKKCAArMWcHsKKKCAAmMLGMCPTWXBDRV4ao57a8x85ZT7TXKZbpmJcdc/IGUXkU6fnfx18qom3kt/TSr/x+Q6nTEjN06eRTpzNnLz5DK9PxNfTTYpoIACCrRMwOoooIACmyRgAL9JZ9tjVWB9BL6QQ/l0cpl4D373csaU4zzJ/7vGujx9L28YNBY7qYACCiiwogJWWwEFFFgpAQP4lTpdVlYBBXYI8C76K3aM14MrZOTSydtN/GrCWYqN8OT9g8W0owoooIACCuwQcKCAAgosVsAAfrHe7k0BBWYnQLP2k4rN0RHfHYrpaUZ5gs+T/HLd92bif5NNCiiggAIKzFbArSmggAITChjATwhmcQUUaI3AN1KT9ySX6YaZOG/ytOlKWZGcQSf9Pn9fnWxSQAEFFFCgdQJWSAEFNk/AAH6555yfvTo2VaBTrjo/MdOTJp488o5uvQ2GzxmxETpW2ztlHpL8vuQfJ7NemZnHsoOy7JzJi0oXyo4OTj4umQCqrtOfMk3Q9uwML5tMZ2wZjJVoFl1vh+EhO9aiw7L7Z/yHycwnfzPjT0imHhksLdFD/I2ydzps41xQtzrz5Jlzc7cs5zrKYGgiKP11SrA+vbjzM2mZ7CSai9MrPcvqjFdn4ZA/BMpcG0elDNus162H1JHrm2tsHpa8k94Mri+RutAjfQYTJz4Tt85aDDPoJJrOcx12Job82SXLbp/MT81x3LUBQ37y7ogsu2byJNfs+VOeddkG+ehM75pcJ0y5TvlM8NmgDJlrhWtm0v3V262HbJ/P4eczo9z+FzPNOeWnCDO67YT3Iv4t4nPC54XPTfMcYcZ8rudF/lu3bTw3oIACCmxDwFUVUGAFBQzgl3vSeI+XL/xlLQjYaMZbzhs1TjB2raIQQW8zsKkX82X5Opn4TPK3kw8DI88lAAAQAElEQVRLvn7yuZObiXkse1EW/DT5ucmz+tKeTe2U6DyMJ6rfyxJ6f798hgSxGXQS1+vFMvaAZIIKAonrZZxjymDitEfW+HAyNzsukGGdLpqRRyZzbs6V4aJTfVMB83dn53dM5lxk0E1cI5ybl2cOwQjHMM9zk910U32eTswcro1bZUiwmUFPoo5XyxyuMc7pmzKOeQYzSx/PlnhHPYNO4lqgB3mGnRkT/OEaYN1yFX6u7rfljMY454og9+eZ/7pkesLnuDPaTXw++YWBj2XO15K3c81m9YqbBZxvTLlO+Uzw2WAZmWuFa6be31WYOUHmOuKzzvb5HHKzrNw+/QxwTr+fbeI1jXVWrVhvEf8W4fWs7JDPCZ8XPjfNc4QZ87me+dxx/DhkNZMCCiigQH8B5yqgwDIEyi9ly9i/+6wqnpyfXEBM0xEXzYbPV2zjsxn/cnIzEQw/PTM/lMx+Mpgo3S+l/yd5r+RZJr7I758N8qSTY8noWGmflOI9aIIYji2TYye+wPNUlJ9+G7TS67OAL/MZLCxxHt+WvRGgjRtA8DmmFQHB7CWz7rwS54lrgB7gJzlPdX32ywjX5jDzFJko8W46NwbKlQgqCcbLeeOM0/N8eW3TKuPtQ1bkqTE3gAhyx73+uDnENcvncNx1yipwA4Qn8Zzvcv6gcfZHIH+bQQUa87l+uI44z41FO01yfb4lc++QzLWRwdiJY8dg3v8WnSM14vP0wAz5nGQwVuL4uVbxGGsFCymggAIKTChgcQUUmEpgki80U+3AlUYKHJ8SfGHOoJNoDs8X4s7EGH/OlDK3TC7TmzPB0/0Muokv2A/KFE1fM+hJNK2mDi/MXPLLMqReGeyUePr26MylnhlsO1Gvh2UrRybzpT6DnvSlTL0kmXp9IsM/JzfT4zODgLff+lnUN/EFnSdu9UKakLMPApI/ZCY3Vbi5ktGFJYJHAsKyXvXOOUfUjTrypJcmv/WyesgNDdbvFyD/LIV4usj6r8o4rTQy6CSaXdMMnmV15ulqZ2HxhyCQ1xea/27g9bmUq88TQ4L8fueKFg08vS2bgmfVbSWekpfHgyPB+CQb5XqmJUG5Dp3XfaecUYyzD1qL9LPmdQLOEZYM+50rPof/ke1Ncs1iR8/75T6x54YA++JzS5P7bLYnsQ9uMtAkvmdBY4Jj4hrjOmosqmg5wHkl85msl3MtMI8n6fW8UUM+84v4t4jjfkoqc93kMnFdcn1S72FuF8lK/5VM0/sMTAoooIACbRKwLgpsqgBfvjb12Nty3DTPJeAu60MAx5f1ct6g8QtnwdWT60Tg2e+p4d+mwGOTy0SQRpN9vqCyjXtnIZnmvjTLZT5f/DO7J902U/2+5Gf2xIl3rZ/cZy32y/4vk2W8l0q9aI5N4Mf76wQuWdRN980YTeszGCvRrJaCGFw1IzQzZh+8A82ya2de2TQ7k3NNHBfBxMUbe6EOvB5x1synbtSR5tG8f87NlE9mfpm4bmgmzJPacj6BKE8hWf+hWUDz9ww6iWuQd6lZVmdaQ3QW7vhD8EcwVP6b8Zssu3syXrToqM8Tw8tlPsf0zxk2zxXBHr5ZNJNEXXlXvdwYwThBeTlv2DjN3PctCnBT47WZZphBT+K6fHHmNM8Vn2OCvgtmGecIS4a0quB1EOqZRd10r4xNcs1yvunLIKtVv8wf3ufG/gYZZ198bmkVwL64bjK7m/g8Y9Kd0Rgh2OWJePOYuDnAMfF557yS+UxynT1/xzboQ+EfdoyPM1jUv0V8bqhvWSeuc1oOcH2yrHTjODnesjw3giY5tnJdxxVQQAEF2itgzRRYWYHyy/jKHsQaVJwneTTXrQ+FZpsERPX0sCHBPs1E6zI8SW8+PeeJ1z+mAF+0M+ikE/KXd3F5ykgHVZncKREkPCJzWTeDbtotYwQJGWwrnSdrPym5vA4JCmkC/fDMZ/8Z9CSCzadlDkE3wXdGu4l1CHK6M0aMsC86HmsGwQScPGWkk7QRm5jZYoKxZrN0WgBwY4XXFvoFkrwmQZDyjEYtCLYI0jnvjUVTTxL8EQTWG+CJ900ywRNhvDK6U+Jc/WfmUo7yGe0k6kVg1JmYwR/2w1P4clNsn5sO5bxh4zfNQgLtDDqJ1h7HdMZ2/sPNIj535ZJDM8G1RL8SGe1JnDv6bOCmBV7lQp7El67lskHjdFpHIP/KFOhnz74wp1yKdNPtMsZNlQx2Sty84MZcuYCbFNxg63dMtOjg5gw308p1Ro1z7vn3ZBH/FtFipPy3hRYPj0kFac2SwU6J48TgI40l3KSipVNjtpMKKKCAApsr4JErsDyB8svN8mrhnglEyy+NfMltNovvp0QHWgS75TKevhLQlPPoVbnZjJTAmd7Wy3L9xgk+aFZLE/NyOc1ty+lpxrmB0Ay475MN9WtBkNk9iaeZd82cMjDkqSBPNfHLopHprSnx6eRlJ57oHtioBDcVCBSbr0I0ilUEcNxk4X39chk2dDZXzpt2nOCl+RSS1gIfHXODNOvnPeSyOE+Kxz1P5XqDxrlmyptgPAWnF/ZB5cv5/T5HdGDYz56WD81zhQWvBQy6EVbvi8DxXzLBuc2gk+j8j5s3nYkx/tD8m8B51GeXpvS8VlJukhsF3Hwr5zFOS4V7ZKT8/wF1JDhv/luSYt3Evw3PzBR9SWQwVlrUv0W0TGhe/3QISZ2HVZRzzr+NZTlaDEzTp8Kw/bhMAQUUUGCTBTx2BbYhUH5h28ZmXHWbAjzpbfYazxM+AtJhm6aDKpqV12UIYHhaW0/XQ770s30Cccrw5f4d9cIxhvSwzdPesig/11VOTzpOUMiTrXI9vmC/sZwxYpwAkuCpLEYz83G/bPPUFvty/WWM03yfFgX1vgkeeFLIU8563rAhQfzjUoDXJzLoJK6d5s2dzoIp/hBovzPr8T73tzLkeuBnyqhnJkcmjAkIy4IE2ARZ5bztjPOKAK1Jym3cJRNcZxkMTQR6PLGvC+FI64d6uhxyI4wWDvU8WrLQIoRzUM8bNuSc/nujAE/uOV+N2X0nudE3qGVAcwVucmFfz6fjRm5A1NP1sPn6APOpI3VlfFjmuGkBgtmwcvWyRf1bxDXLjYl6vwxpOs9wVObXLbjO+beSfzNpifCrUSu5XAEFFFBAgUUJuJ/NFjCAb8/5p+l7+d4qzejLzqr61fRmmVk+UePLPU/zM7sn8fNJvPtJcMu70Tz95AtqT6EFTxBk82Sr3G2/1gPl8uY4ASSBZBmkEIxg1yzbnObJ4tebM5c0TVBIwFHvnlYBXA/19DhDrp3m+7u8az5OADtq+1g9L4V4n5ubRryywc2TzGpN4lpovrPO6wf0ETGqkjQTL5t044hncz3OET8TV87nplPzlZVyeb9xmueXfRD8TQqVNwUyOTDRo/wpA5f2LqAzvXF+RYF32svXB6gbdezd2uAprDAbXOK0JYv6t4jWDgTgp+25qrjJNc6/DT/ISrRW4N9K/s18VKZ/kmxSQAEFFFBgHQQ8hhUXMIBvzwnk57DKJ4gECzxBZdivlrzL2mzWzFP2Mpjtt15b5vEEvwwa+GL/mSkqR/BQBuJ48X7wqE3xhZwv6qPKzXs5T6HLVhTsjyesPOVmfNzMeS+vH9YjMOOpK+ObkLnpwc2P+li50UBLlnq63xAfboSVy3j6jmc5j3FulmHKeJ3pzZybB/X0OEOuvbIJPE+Km6+SDNpOeXyDytTzufFSvmJSz28Om9cfn0OC/2a5QdNY9Wv5M6j8IuZzTpqvbdBJHU/XudFDHwGzuLm1iGNxHwoooIACCrRIwKosW8AAftlnoHf/NFHmy3A9l+CDjt7q6XJIAEzT63oegSwBTD293SGBME/JeT+Xp4wMt7vNcn2elJfTPPUjsCnnjTNO092vNArSJLoxa6dJftrrdzvNXfwM3r/mPehyz3SgV06PO8565fVDs2zO4bjrz7oc7zvzdJtWEvzU36y339weNz14F76cz00wjMt55Tg3e8j1PD5HzR7t62UE+zyVracZEggenpFJMu+mN5+4Nz8P2WTfRFDed8GUM/mc0yKnXJ3XAib9bDQ/g+X2tjtOHbmO+Tdokn+LuKHVfHWD/+fxM528EoIlAT0dEPJk/vTbrajrK6CAAgoooMAIARdvW4AvM9veyBptgE6beHIzSWadWRHwNK98wkaQfsUBGycwKpv98mWVp/gDig+czZN8fjqKpqIHpxRPp3hHnndVaYJKs3Z+am7W1wpPM7O7biJ4nzRoYGUCVprLMj5JZh3e351knXmU5ee7OAfltid5+lmuR0AyzhPXcp3tjvMUkw4NuR7/KRs7Mpnez+nQjebbdBRI03uOM4vmnnh6zk2dekc8XabZfz1dDgkMue4Z1vOHfY4I4JvvUfPLAXScOEmmEzxurtT7ZNi8McC8ZuZXE7jx1Jy/nWlagNAfQbkNzl85Pc449aJ+45QdVIbPwSz/LeIdfq5JrsNB+6TlwxOzkD4++Pxws4l/7xZ1vWbXJgUUUEABBRQYV8ByVTXroEzT7QnQA/Kbi01sZZwniAwz2k30Ws6Tv3oGQSxP7+vpYUO2xRPql6YQ79LSORNN0NnvUzOPp1PjPg1M8VYmAkqCgVZWboGV4gYPTy5nvUt+no2Oy7hhRNBDB3IE6vxM1/7ZGe8PL+vfFt5HL1uicKOo2UQ+VewkbPh8dSbyh5sfvIaSUdMCBBbxbxG/nsFNUP59G3VIBO3cbOIpPzcTuZ6brWNGbcPlCiiggAIKKNBegbWo2bK+ZK8F3pwOgibA5RPEfs3oCcD5UlpXgaf2PL2vpwcNecpHL+80teYpIE/fBpUt51OfX5YzWj7OEze+gLe8mnOvHjd2aFY+qx3x9Pm52dj3kh+cPOj1jizqSbR0oFl2z8w5TXBDofmzZvtlX9z0yqAn0fM8N3vqmTSdp+f2etrh/AQW+W8RfV3cJofCjUl61+ffs0wOTfy/kaf3n08pfu4yA5MCCiiggAIKbLZAO46eLyntqIm1qAWaTxB5V5ZmwPVyhjw1PCMjO/K7MuTpfQYD0xWyhI6mCGYyOjAR8PEE8+kpcdNkmvrSdPiojK9Konk8weuq1Hde9eSJMgHtLLZPwEVP4/cbsTHsP5cy/5lMaw6aZ/91xp+dvKjE9cvrH/X+uNnFTa96miEdx92KkSLzs4KTeNFknF+K4EnydvMBRT3WfXRZ/xbxCx0PCS6dG/LrBPfNOL3t87pQRvsm/v3jpifXUN8CzlRAAQUUUEABBcYSmFEhA/heSJqQT/pFnHV6t7K9KQII3jsvt0LQTb2YRzDNO5qMk3maxHu/jA/KPH2k4yyaPpdleO/8aZlx3WS+qHI98OWWn9/ifXg6euI90iyeeaLe5UbPnQnep85gosQ61L1ciSe+5XSbx6krrzKUdaRpdzk97jjXRtlhG++hz+JGBk2L6YSOYLWsC9fqf2UGN3qoM0Exry4QoP1z5r8+mff5+iGH1AAAEABJREFU6VMiowtLNOkvbzhxs6v582+8a11+jgj4af0yrJJYYlqX4RWFcVsh1Ou0bci1R58XZb2aNzvKZYPGue5wHrS8nt+Gf4u4HrlGuHa5Ocq/Ify6AP8Wcr3Wda2HvIZxUCbqf4MzalJAAQUUUEABBRYrUO+NgK0ed9geAZ6UE1DUNSLAJkBimh6zyYyTedrIU3vGB2V+bo7mwuVyvrzSfJhO+I7OAgJ1vthmdCGJOpf74+YCT2sn3TkBAa0UyvXokKqcbvM4ARTBRFnH8tcFyvmjxi+XAmWQwQ0aevfP7G0lAve7NLbwnkzzVJ6nmNzooYl8Gdxm8dIS1xWdkRFw15XgPXhucNTTvJrCzap6ms7rmuehXlYPscS0nmaIOcNVzl9rVJ5/F7gR05g9dJJ1uIEztFAWtvHfIm6i8VoR/xZyTdO/SPMGI/Ve9Zs14TcpoIACCiigwKoLTBnAr/pht77+NPX8SFFLvhzXQfstM78M0uiciSehmd038aX6do0l/LTSIzNv2HpZ3E1nzdhFkmeZvpWN0QlaBp3EPngK1pmY4A9PUnm3tV6F4I33Vuvptg95V7/53vXlU+ky2MzkyMR5vmajFD+JNurVisYqfSebr2wQrPOE/aS+pXeeyfW66ECXPiHoG6KuDa0C6HGcaZ4Wc0yMk7lm+PUFhkwPylhiWi7n5hrbK+eNGj9vCvDzZTztfV/GaR3DOc/oUtJnG3u9bKa5oZbBWInze4MxSnKNLurfIn4WjlZEtMTAmfPL/kdVk2uATuwe1Ch4vkwT3GdgUkABBRRQQAEFliewnAB+ece7KnvmySE/x8WXybrOfEEmqLtGPSNDngjy5DCjAxOBMTcAygLHZoIn7hmMlVh/muB62Mb5Uv2ZRgF+imuSJ398IaczPob1puhg7Sv1xIoM6TytPNfcrCEwnKT6BIA8JSzX+XAmuEGQwdQJW37OsNwAAR8dg5Xzho3z5PJvhxWYwzKC7VcU2+U4ah+aiJctUngP+pii7KBRLGltUC7nPNFCoZw3apyfnuNmAj2c0xKAfgV4hWTUevNazg2vshk9LRO4UTju/vZOQY4pg6Fpkf8WcWOP15vo5wBnmspz42RoBYuF3ACij4NilqMKKKCAAgoooMDyBVYygF8+20JqQJBUNm0lcCfo4EliXQGavhOw1tP9hqfPTN7VzaCbmtPdBX1GeP/5MZnPe6AZzCwRDDXf9f/7bP3WyeMmTO7eKExHZNwcaMxu9SQtIggi60ryRPPhmThn8jiJc0Tz3/K80gR41Dvd42ybwLf5hJlO6biuxlmfYyFAbb7mMM662y3D5wOHeju8885NMG6GlVbjdAJZb4ObLfzKQT3Ne9+PzQSvcmQwMvEUl9YvZUGCRT7v5bxFjvN54XNT7vOBmeDnADMYmji/90iJcV5/4Zop3bNa1Zxm3qDMdT7uv0W0cOAGZ70tbkJys6WeHjXkeMq60bln2WJo1PouV0ABBRRQQAEF5iKwiQH8XCDnsFG+LJZP13lid+/sh4Aqg056df7ytD6DgYlm8jR5LgvwRZanZuW8fuMEbvxs2O37LKQefHnvs2jsWR9ISd49zaCbXpIxfvIpg6GJGxmvTAkCqAw6iWDtxRkrn2ZnsvWJp8XNnz7jPXieII8KDAlqnpwjbJ4j3gFvNvdOsb4JQ851v4XcaGleP9w4GadFBgHbw7LRRyU3E8u2e/00t9mc5vgJzuv5XDM8Lb9OPSNDrplRnUCmWDfRvwLXXXdGRniK/rwMR/0sI8b/mnLNmxnPz7xJWsSk+EwTnxfqUN6Y4Kk1n0Wajg/aGeePXxo4dFCBxvxF/lvEjU1u4JRV4N+yq5YzBozzmXtoYxmtlsobAo3FTiqggAIKKKCAAosRMICf2HmhKxCg81Ng7JQv/3TExTiZ4IQO7BgflvlZr482CvA+O+/O05S4sagzSVDIk3CeDN6nM2fnPzyhGhWw7LxW75wfZ5Iv/+XPOLFvfraJL9tny/JmwuGfMpMn1s33dAlkm++Tp+hKJIL18oYNlaYzLd7jvl4mCJYy6Ek0becdan4aq1zwjUw8JXnQzR067aLzvBTpJG7G8CoCtp0ZjT/so5zFk0l6mB9UL4Jz3senWTrNmMt163H6LZjkdYl6vUmGHP9bihU4zn/MNL+ykEEn0WHkNztj4/0h2D0sRfn8ZdBNd8sYnzOaavc7V3zWPpQy9GaeQTfx03x8zrszljTCjQl+OrLcPS1+OKZ+55nPPk/DuVE07v9HFvlvEeeenzKs//3kuGhFxGfsrpng35kMdkqcJwJ/jr1eyL9PdPrJNut5DhVQQAEFFFBAgaUIjPvFaymVW8udTnZQfKke1LSWL/4EwONskeCw+RSVp5E8/aa3ezp4Ojwb4uk178Py1JUA/6KZVyeCHIKXepogrV+gUi8fd/i2FHxEcjPR7Jon0zSFpV7UjxsWBJ7/kcLNL+AvzLxnJpd1zOTKJI6LPgAIvstKcw4417/KTDrkwoHzRQsNgsjyaXKKVDxRJpgs32muGv+xr2aP6wSWePPkkly+mkDQQzP/cjPcPKFePDmu60XdeFLJk9aPpTCtCDLoJOpTBlNcP+TOwjn+ock7TvUu7pwR3vHOoJN4jYPrvTMx5h/e/z8gZbHOoJv4THH85bmiLws+Y3zWSg9WorNKOkvDnellZj43fH74HJX1qK8/nj5z3XGO+Rz+MoVoTZDBRGmR/xZx84GWBWUFuSlIHbiZwLnieMhcw3TKyHniPJbr8O8PQX05z3EFFFBAAQUUUGApAgbwS2Efe6d8sSeQ7q6wY4Qv23zhZLhj1tABwTcBMU9emwX5eTqawRI88i4rPVCX1wXr8D7sHbMigV8GnXTh/KWpaQbbShwDT/7o1Zx9NTfGqwPUi/rR/LWsW132aRkZtH4WrUwiyOVpJ0+um5XmiScdcuHA+aJjuGYZfpqP1yNondBcVk4TsHLjpJzHODdFCMzJZTNvgnRaPZRNrClP5p3yul7UjSfQbIdldeaJ9b6ZIPDNoJMIommm3ZmY4x9udHADot8uCOwJ8PstGzUPY6wJwptly3O1fxbyGcugJ7EeHcXRyqVnwRIn+PxxQ4EAt1kNrjeuO85x83PIenyGx+n0bZH/FvFvC/0N9DserlGuVY6HzDXMtdw8bl5twYRjbC5zWgEFFFBAAQUUWLhAv2Bo4ZVwh0MF6Iis+aSP4KH5RHToRrLwTVVV0VM0QV4mx0p8eaW5PT9zxVNZgo56RZrQz6pncb5o09yVJ188Fav3MWqIAU816cBtXb5gE+TyTjU/gcWT7FEGLOfYH50ReqIf9xUCnjz3C2yymU6ieT5NzjsT+fOp5GslY57BWInAmRswvAfPE1wC5npFmutzs6KenueQJurl0/96X7QgGLcVS71OOcSavgB43YNm1uWyYeO8L896rD+s3DKW8WSa1ynukp3zlD2DoYl/T7gueDo/tGCxcJH/FtXHc//sf9zPU4pWP8kfDO6ZIdvIwKSAAgoooIACCixfwAB++edgVA14YsV7umU5Oubi6Xw5b5xx3sHl95F58sd75nxJLdejp2WCGr60nisLeF+YgDKj1c+qqmo+raSpNk+yWD6LzCsDvDtN8PikbPBzyQSnGXQS48xjGWV4gkZg2Vm4Rn8INHiiyU+L8dSz37ni3DGf5Tw5fEKOf5JAg7IEarfLejSJxjaj3USv3fzsV3dGRr6eTAd2BGw0DeemTmZ1E9tkW3QAxjvu9PrOOaUAT/2bP8F22ywYt6f9FJ06ESg3r10Cejqj4+bR1BvOigS5D8iQFgW8dsDnh3OTWd3E5wqX+nNFMMl63QItG/lT6sNND1oOcEzUnXOb2Z3E+Lszxr8j/HsyyU2drNZJi/y3iOPhpgkthm6cvXPt8gpJedOFceax7Nopww1KDFg3kyYFFFBAAQUUUKAdAgbw7TgPw2pB4EPndbxvXudp3j2t90GgRvNpAjeaxdbbZEgQwk9s8c4nzabrdRgS6NAMn3J1JnhkeyyvM+/aE/zVZRiyv6qqSwwfsh8CRZq+8kSeHtLZBplx5rGMMpQdvrXTllIHtlFnmnSXrwScVnL6MTqco/l0vQ+G7HfaLRIo0Vlcv3PFuWM+yyk3zT4ITrgJQKdu2FLfOtOygcCzuV3W4YYSwX/zPNMpHdt6RlYqW2tkspMIourtM6QpdvM62+7109lR4w83ROgQkH3WmZ/C6/eqQmPVsSe5oUaLBj4/nJt6Pwz5XOHS73M1bAdNC64trrFh65TLtrs+1xXHRN05txwLmXE8ubbrzz/1on4sJ9NHQFmXfuOsyza4jvuZYdnPjM/9OP8WNffJ/t6TmVy7vAJEHwzUlcw481hG/w2UTVGTAgoooIACCijQLgED+HadD2szRMBFCiiggAIKKKCAAgoooMAmCxjAb/LZ36xj92gVUEABBRRQQAEFFFBAgZUWMIBf6dNn5Rcn4J4UUEABBRRQQAEFFFBAgeUKGMAv19+9b4qAx6mAAgoooIACCiiggAIKbFPAAH6bgK6uwCIE3IcCCiiggAIKKKCAAgooYADvNaDA+gt4hAoooIACCiiggAIKKLAGAgbwa3ASPQQF5ivg1hVQQAEFFFBAAQUUUKANAgbwbTgL1kGBdRbw2BRQQAEFFFBAAQUUUGAmAgbwM2F0IwooMC8Bt6uAAgoooIACCiiggAKnChjAn+rgXwUUWE8Bj0oBBRRQQAEFFFBAgbURMIBfm1PpgSigwOwF3KICCiiggAIKKKCAAu0RMIBvz7mwJgoosG4CHo8CCiiggAIKKKCAAjMUMICfIaabUkABBWYp4LYUUEABBRRQQAEFFCgFDOBLDccVUECB9RHwSBRQQAEFFFBAAQXWTMAAfs1OqIejgAIKzEbArSiggAIKKKCAAgq0TcAAvm1nxPoooIAC6yDgMSiggAIKKKCAAgrMXMAAfuakblABBRRQYLsCrq+AAgoooIACCiiws4AB/M4mzlFAAQUUWG0Ba6+AAgoooIACCqylgAH8Wp5WD0oBBRRQYHoB11RAAQUUUEABBdopYADfzvNirRRQQAEFVlXAeiuggAIKKKCAAnMSMICfE6ybVUABBRRQYBoB11FAAQUUUEABBQYJGMAPknG+AgoooIACqydgjRVQQAEFFFBgjQUM4Nf45HpoCiiggAIKTCZgaQUUUEABBRRos4ABfJvPjnVTQAEFFFBglQSsqwIKKKCAAgrMVcAAfq68blwBBRRQQAEFxhWwnAIKKKCAAgoMFzCAH+7jUgUUUEABBRRYDQFrqYACCiigwNoLGMCv/Sn2ABVQQAEFFFBgtIAlFFBAAQUUaL+AAXz7z5E1VEABBRRQQIG2C1g/BRRQQAEFFiBgAL8AZHehgAIKKKCAAgoME3CZAgoooIAC4wgYwI+jZBkFFFBAAQUUUKC9AtZMAQUUUGBDBAzgN+REe5gKKKCAArW59BMAABAASURBVAoooEB/AecqoIACCqyKgAH8qpwp66mAAgoooIACCrRRwDopoIACCixMwAB+YdTuSAEFFFBAAQUUUKAp4LQCCiigwPgCBvDjW1lSAQUUUEABBRRQoF0C1kYBBRTYKAED+I063R6sAgoooIACCiigwGkCjimggAKrJWAAv1rny9oqoIACCiiggAIKtEXAeiiggAILFjCAXzC4u1NAAQUUUEABBRRQAAGzAgooMKmAAfykYpZXQAEFFFBAAQUUUGD5AtZAAQU2UMAAfgNPuoesgAIKKKCAAgoosOkCHr8CCqyigAH8Kp4166yAAgoooIACCiigwDIF3LcCCixFwAB+KezuVAEFFFBAAQUUUECBzRXwyBVQYDoBA/jp3FxLAQUUUEABBRRQQAEFliPgXhXYWAED+I099R64AgoooIACCiiggAKbKOAxK7C6Agbwq3vurLkCCiiggAIKKKCAAgosWsD9KbBEAQP4JeK7awUUUEABBRRQQAEFFNgsAY9Wge0IGMBvR891FVBAAQUUUEABBRRQQIHFCbinDRcwgN/wC8DDV0ABBRRQQAEFFFBAgU0R8DhXXcAAftXPoPVXQAEFFFBAAQUUUEABBRYh4D6WLmAAv/RTYAUUUEABBRRQQAEFFFBAgfUX8Ai3L2AAv31Dt6CAAgoooIACCiiggAIKKDBfAbceAQP4IJgUUEABBRRQQAEFFFBAAQXWWWA9js0Afj3Oo0ehgAIKKKCAAgoooIACCigwL4GWbNcAviUnwmoooIACCiiggAIKKKCAAgqsp8CsjsoAflaSbkcBBRRQQAEFFFBAAQUUUECB2Qt0t2gA36VwRAEFFFBAAQUUUEABBRRQQIH2CkwXwLf3eKyZAgoooIACCiiggAIKKKCAAmspsJQAfi0lPSgFFFBAAQUUUEABBRRQQAEF5iiwigH8HDnctAIKKKCAAgoooIACCiiggALtFNjAAL6dJ8JaKaCAAgoooIACCiiggAIKKDBMwAB+mE6/Zc5TQAEFFFBAAQUUUEABBRRQYAkCBvALRnd3CiiggAIKKKCAAgoooIACCkwjYAA/jdry1nHPCiiggAIKKKCAAgoooIACGypgAL9RJ96DVUABBRRQQAEFFFBAAQUUWFUBA/hVPXPLqLf7VEABBRRQQAEFFFBAAQUUWJqAAfzS6Ddvxx6xAgoooIACCiiggAIKKKDA9AIG8NPbueZiBdybAgoooIACCiiggAIKKLDRAgbwG336N+ngPVYFFFBAAQUUUEABBRRQYLUFDOBX+/xZ+0UJuB8FFFBAAQUUUEABBRRQYMkCBvBLPgHufjMEPMqlCFwpe/118l92ZMaZl8mp0zmz5t2S35D8g+Q/JdfbZ/ijTB+VfFDyeZNN0wucP6t+NxlX8izOXzZnUkABBRRQQAEFVlfAAH51z5013xyB7RzpHln5WcmXTzZNJ3D6rHa95E8k/zT55cm3Tb5gcvPfUILOW2X+i5JPTH5P8qWSTQoooIACCiiggAIKbFug+eVz2xt0Awoo0AqBs6UWj0n+VlVV98rwr5JNkwsQfB+T1d6ffJXkSdMNs8KXkp+efOZkkwIKKKCAAgoooIACUwsYwE9N54oKtFbgPKnZp5L/LfkMydtLm7n2Vg57/+TjkocF7j/P8u/vyIxntG96aObStP4cGZoUUEABBRRQQAEFFJhKwAB+KjZXUqDVAjT5/uu21HAF60Hw/rDU+8jk5g2Q32bes5N5Mk+rBgLyPTNNZpyn7NfJ9LHJzXSjzHhd8tmTTQoooIACCiiggAIKTCxgAD8xmSsooMACBZaxq9tkp09ObqbnZ8b5kv8l+SvJdGCXQU/6XaY+knzNZN6F/02GZbp+JmgZwU2CjJqGCJyQZXslY0XeJeOfTjYpoIACCiiggAIbK2AAv7Gn3gNXYBMEJj7GK2YNOqAr/238c+b9Y/I/J/8yeZxEr+lvTcHrJp+cXKb/l4lrJ5sUUEABBRRQQAEFFJhIoPySOtGKFlZAAQXWTIDm74/LMe2WfGo69e/9M6A5PUF5RidK9FzP+uVKZ8zEwcnsLwOTAgoooIACCiiggALjCRjAj+dkKQUUWH+Bv88h3iy5TEdk4oXJ0wTvVdYj0XndhxgpMu/DX6GYdlQBBRRQQAEFFFBAgZECBvAjiRZW4JDsiSChzrfIdJ34SbCHZOLzybx3W5f5YaZfkEyHWrwjmtGpE++X3j5rvyv5pOR6Hwy/m2kCGd7rpYO0TI6V+E1s1mUb5KOz1q7J1JWOvvh5LuaT2edrsmycfVwo5fCgo7BTMs765N9nnF7DeceYMpmcKp0zax2U3Nw+9t/I/LoTM44jk2Mlzid1rDPnu14RU46b4/9xZtZl6v09IfNGHc+VUubXyaz7owzpVC2DTjpL/tIrPcvqTH0yu5uoT72MYX2uugVGjGxnfTqKu3q2/+/JnL/ynFIXHL6dZVyDBL6Uz+RMEx3SHZAtlueUpu/PyLw/JG8ncTx8Tstt8BT+xuWMPuPlLI6ZY29eI/jw2XlfCt8teZIO8gZ9PrOZTrpE/lJv/p1hP2TOBf8O8fnjc5IiO6XyeqZurEfGgf4BuPY4np1WbMxo1o/rm+u8UWynSfZ/2czlc8rnlTqzfzL/Rnx1x7KrZUjZDCZKrDPP7deVOW9G+HeIG0B8pql/mbHl3yjOxah/H7KpoYnzMevra+gOXaiAAgoooIAC0wkYwE/ntqi1CCZunp3xM1WHZciXxvKcXSDz7pPM70x/PMO/SZ400YyX5rz8BBY9ZBNU7N7YCMEgwc3HMv9ryddLpm4ZTJzoHZ3fxOaJJEFbvQH2ecdMfDSZ94Yz2CntkTnU8XsZ4sEXcG48ZLKT+BJ6+Yw9Jpkyr86QnsEzGCtxo+S5KfnTZN6Dbm4f+4tl2QOSa3NunmRy6sQ540YGthz/uYst1ft7ZOZxPBz7JMeT1VqduPZoXo43Bg9KbTl/5TnNrAqHvTPCNfjuDCl/5wwJpDKYSbp4tkIAk0E38dvvBHvdGdsY+WDW5SYK27xvxrmOHp/hqFQacezNa4T1+ezQOd7LM0FQ95wMz1ZV+Ttd4hrjWuPY+feFf2fqLXEu+HeIzx+dzPFTe+W/BZwngvT6eqZu9bqcV979p28AbgJcsl4wwyGtKL6Y7bF9Pqc4U+fM6iT+jeDGBMsIfif992ze26eS/JvynoycmMy/Q3SGyM2MTPYkbPk3inPBvw9vylL+jcxg7LSM62vsyllQAQUUUEABBXYWKL/Y7LzUOcsU4EvxHVKBtyQTWGYwNPFb1Z9NiWYT4MwamPiy/eEsfWoyX2wzGJkumhIEIQTh466TVTqJ640gjSdGnRl9/vDO8Ccb87GgdcC3Mp9hBmOlO6UU2xonUMCPL/73yzrjJtb5QgqzDnXM6ESJc8U5YzvjrMixc77omXuc8m0uQ6DBsfx/9t4D3rWmrr+OL3YBC6Jix4aogIIovXcQ6UqXjkpVkA5KlfIXEFCKVBGko4AU6SAo0kU6KIgNQQUBK/p+V547eebM2Ul2clJ2knU/M2d6WzM7d/+m7WWETZ6HZ6Rxj45edAwmSac6b3wRXGNM1Ati+5/oVah/TCb082ViPi76I9GsDMeYqrjx/kUJXYQRzxiTIkzo9Rn3yf6IKr8JjLUjAR0O2D85/tzaH2P04/nD83bBmPPUDybCq6OXqWOSHVM8f0xukCd5H4swxaP8nt0n4bQnRqdad/4UShn8lvCbclk8FtRXT3x+T+iHWOeqbYyvuZUyggQkIAEJSEACswnwsjc7hqHbInDhFPyk6LqP2Eb5tPhxJpfVvFiPKLZKPz0+PxE9TyEEssrT9bJHOazAUQ4m27rb/BDCHxPPWS+9CT6iWHG/e+VDObQHjZ0g6v8ZLJVGQGDrcFdZrITDiboi/HNjeJV09D1xzFuZghcsurahImhRP/JnMoVtvMlyougfVu35bjgv4JOAOZaLJpy20mexjhWc4T2tLCL9cP7cK5ot3zEm6tOxsVpHWoRbtgrHa6zYdss2XMKKZlfHOHALf9jmzXb4rrH3T6kPnEs9sbM7JN7H1K1GoxHbsY8FLOHR7vr4t+TBhE6MrSieTyY4WFlvK8AYhAuMGC+MmzYOQizpuxi3cYv7G2OhXxhjsY4Vxwgog7KYuGuPEzD+fz0xGc+MO/KIc6xY3ebZRGMfe1Z/ECDZLdOO5SpKbyuTI2z3pz51IsZOYTWtDcSnHvzOYO/S686fMimfbf9tG2D+rkSAI23ARMhvf+sSZQR/VuQ5qoR7mt7G+JpWF/0lIAEJSEACEliAQPuisEBSo66ZANvai3CHEMmLPKuWbCO+ZcrmhZKXNYTLOCeKG7S5MZu4E8/GggD1xPixbTjGRLHiiMD7bfFhNYtyMHnRZmsz55MTNFG3iI2tqDF6KQRwhFxePPmWdtmaT5uoL6thCAF1Zl2f9SKc1Vfa/yNxcE6UurKdlK2mz4lfrRBm7hQPyo5xRPEiiyANtzqg5M8WXOpH/ldLBNix1boVgPlu+CLCJKvvpUxWLeELZ3jXZdE2XuBT9ERdMzbaFGOi/jq220eTlray/TbOsfr3/OUcPWFFt32ZKBtTbCFnPNcFsq2asfdN8YRzqSd2VsZpLwJpgieK/iQe24AnngtZTouMsEM/n+Y67S/9y9nv01yb/Ut9ENTa55Mt7UzsnSnVgQttZ7xwVhqhm3GUoIni+WBbPc/WxHOGhTzKGXPazzgnD8qgLHYP4G6fUdhxJKbUl75kMow+Y/yisTPG2UVTV+EKcRAWY2n1lUl5t+jyPMU6ohx+OzinX1iVNrCV/+aJVD9XjCV2B/F8J+iIWnf+FAYvJkLq/5O/kIAbRlNfLjyEI23APHf8GSd82rBuR7xH3C/CUQXsXZp02xhfXXXRTwISkIAEJCCBBQnULwsLJjX6hghwnpSXMbaGspJaF8uq603jUa9qxznihZgXVOxdukuAIg+2zXJZWJuGcjlTSj0QdutwVuJ5ga/95tnvmQhsC663EFMGL92c4U3wWLEyx0RG/WKO8M/WeCYOaP84YvWH1cjrx80LaoyJQghHQJl4xEL+rGYXwSNeo3n5U+c/TkRW7embWMeKZ4l2ITCMPXr+YSKFc7XwhUGdjLJYbeO8N/UqYfBgAqC4d8lE2Py5psJMuFwrfl1jL95jxQouwt7zxq7T/yAUMmlzus/iNgTiszfJmBDh0rXG+6hzTS4uo2u3UD83ZbGD5U0x23ESr9F78wfhnkv3Yp0ofguY0EFAnXjOsXDxGyvqjHPGYB39s3H8UjSTCTEmquTPc0dffmIScrqFMX69OBFMY4wVY5l6jx1L/qHvEFpLcnYNcG6cSaouVgi8PHcIx3U4zzQToyWfYq47f8qhvvXvKDtoGO/83lJf4rSaibnfiifxiB/rWNEX9N/Y0fFn2+Oro0p6SUACEpCABCTQlwBCR9+4xts8AQRaLoljKV/PAAAQAElEQVSqV1PbWvCCzZZJtr7WYayaISzVftjxawUoXrrJg7yIM02zdZeV83qlD+GJF8JpaVp/VjXZDl+/OLdxihvhg5fT4sZESGZL76z0vPByQdiHSXBKIyggWJxyjg3yZzV77Dj1h5W8efkTlT5h8oSLvHCjeflvBS/8p2m2/zNxwov4tDj4/1H+IEzFmChW4HhRn3jsiIUL0LhErFQXYYtvr9NnxW+aCadHJLA+l86K6aKTJsliruKivP+YG+tkEbpS0572+eR5Y9KtPVrSpoch45cJkTqMCS0uRqv9ptl5rpgc4+sR0+Jwnp9jKW0445nnk3q0YcXNVnC+cFDcmO3EGn6LaM7ts0ujpKEMJmCKe5rJTgGOzpRwnqf2KAVh686fFf4rUlCl+U3mQs/Ka6qVnSnclVBHoM60p/bDvu3xRR3UEpCABCQgAQmcgIAC/AngbSDpw1NGnxdRXpjZ8l2vbCGcsqU8WRxRvKASVjwRQB8SB3nEmKtY9eZzX3VEVu7ZWlv7TbNz8zPbc6eF1/6sMiN4Fz8EclakEDKK3zSTMn6vCWQHAdtRizcCfZ0/ghIrc33yJw/q83gslWZVjxfyymuqle3N7BiYGuFUAILr207Zi8Exh7otxX/oJmfcGatcsoadiYl2NXdWGzhOUu5LIB7b5zl6gH1ZzS3r7fjt+zwsW+a0dEwCsRJcwhmLnM/muSt+p8xOg3ozIcLESIlA2/iaRXHPMrlHgi8CzIpDGM8xZq37jGcmRejDOh1CZe1e1M5OmjoNzwXHdWq/LjvPFcIv5+QR+tnt0tWudeePoP3SVJCJQyZtqU/fSc4kGzGhxW8X9qKn/T5se3yV+mlKQAISkIAEJLAkAQX4JcFtIBkr1S9ZoBxWv9qVLc6s1lnwoshn4mo/Pk3VvlDX4V12XvJZgS5hfAqtnhQo/l3m2+PJC2eMmQohuN4WS2Tq2rU1l7AuzbexqScv5wjaXPJWtqJzDvQSTSK2Z/cVlEpSyqjbw23mCIQlfJpJGj61NS289WeLdOu3i276ghVetoNz3p0vLcBiaG1hG/k26sQEG89pKZuJGyY7iruPyYQIF87VcXmWeKZO9+u28WzPW+knJUJm3W/Y+45nftvIY1WaZxxhvOTHxX3cB9FHiH9gErF6X86YtyvZCR6tO3/qzqQWu6a4B4T69F19p36L6G2Pr0XqalwJSEACEpCABDoIKMB3QBmIFytBrCL3rQ4rW+0LNNtmWY0qebDazKVvxY3Jbcas8mHvq1k5ZfW5xGeFqu82WMor6WaZrMq1kwJd9wDMyoOXYLb483LO96xZ1eJlmTQIj/VWbvw4o4u5iGaHBFuKSxqOKHAZW3FPM0lD2mnhrT9nj1s/3ashwM4Vnp86N56d2r0JO89qu2uG1XCE5UXKR5hmZ0Odhuee74bXfl32vpMF/57E9blrxueik1/JYiXqg8mlfXb5LNz74s8dGtO2kye4l1p3/r0qsYJIQxhfK2iGWUhAAhKQgAQOm4AC/HD7v+9Kdd2CVjjmcja+mV3i8ALf3kjNGXNWpxfRXEDXCtfcKF/KmWYiWPQVRqhnvTUawXuRCY1pdSj+rJKztbi4mcTghudFOBD3wcngrNFFsXqKEF/c08z/TADbnWOo5hBgJZUJIu4LeE3i9hlridZbsd18WxfW1ZXkOAATTrUfO2tqd1876XjeSnzGOmO+uKeZCOLTwmb5ww+Os+LUYau0s2OAFew2T1azeT65HJHPAjKBx5cimBxs485yrzv/WWXPCuPuB9pDu7jzY1ZcwoYwvqiHWgISkIAEJCCBExBQgD8K7y5xIsgtokmTZCtXbINdNFOE4/ql/cuTAS9tMcYKAb4W6PHk0jU+B7eI5pItBALSF43AXezTTFbsEMSnhdf+jE2E4eJHu0hf3Cc1YcHOgZIPZfG5qUU4EJdbteFc8sHsw4LJCC4FJL56NII/Agnnv/nKAPcycDyBrxLQ73yT/QGj0ajdNRGvEytW39u7CKadIT5xYTMyYKKCox11lPq8f+0/z85zBrd58epwnjF+Q2q/gdqPVetZ8Xls9DTF6jNb1Lm4jokGfl9ZnefzbdPS1P7rzr8uq7Zz7OG74oGg/gsxnxrN8Q4uHOWiRdpDuxg7CZqpiLPN8TWzcgZKQAISkIAEJNCPAEJSv5jG2jSBZVZn25d2hHUE1U3XfRXlsfpeTz4gWLRC1irKMY/tEUCgQDDhqAPCIwIJW7ifmSrdOfrS0ZsYv6zOtreusxJej79UZafVV6f281bgEfj5DUnUnVP8Xt4mtWZCbf4ugtMmglid/3jSsNWez7idIfZpat351+UyqcDnADlmQ39w1AZB/TGJxFdJ+Nzc0P7v7jO+Un2VBCQgAQlIQAInJTC0l4CTtsf0EpDA8Amw2n6pVBPBCcGE74D3/S1iRbpcRJgsVqKYPPhAkxNCFKvwjffOOmkjk2A724AeFWdVmskfdgddNfG5RyTGXMVxoBcmFpdcslIfa6ea5J/QdeTPhOujkjeTCr8Uk3s6YsxVTC7wNZG5EdcY4RDG1xrxmbUEJCABCUigP4G+L839czTmNgmwWlmvGrKiicAzrU5c3sWNzQhUJ9U3nlbIkv4IG7wUluS0re8LbUmziMlLMyuUJ+VAelb2Fin7kOLC5xfTYC5Z44xyrFMVQskfJJRjKlzuxthmvC7yJYIk76U4W8/RmRL5TLFw8VuMlanrJie2bnMUgKMCbI+O10bULq+uLwoIgZbb5C+YhIwZjgk9LvZ5O3g4GvSwxKuP1sR5TJ00/678OXbDlwPYRXCswMqDYzd8yeG34scXHJhk+orYHxm9TXVI42ubnC1bAhKQgAQkMFKAPzoIELwQMBbRpDmay2pcXEC3aE6s4FD3ko6LpXjZLG4EYlaRipttj+sUiks5y5hsHeWlsKTlpbc9a17CljFhUadb9wRBXdYh2xFceWba3553BgqC/bliIjwzjplQ4V4CzsPzeTPOqid4LYrdAEzi1JlfPQ7GXYwTK/Jh1ZYz/FzGx1EBBMrzVDnzrPLMVl4jGNTuvnbGM8Jric9z3475ErbPJmOGuxRunUZyuSSr8wi+r4i7aycH9y+wIp/gXmoV+XOUhEvomJyqC+U3kImHK8WTccAYOuNoNOKrGjwrzxmNRkzQ1hNP8ZqqHF9T0RggAQlIQAIS2B0C7Uv07tR8/2vKp48WbeX5mgScnawFAr5nzCfg6mjnrh0DsnP+k1X4UiWEEbY1F3cfkwubeHnnJReT2/PLJ97w4+xzyQehkcuiivvQTC72Okmb+0w4IYDcIYUwcRRjrBAqEKjOGxerilxWV4/ZeG9EMR5e3JR0xbhrATvOpRVCIV98qDN4bxw8ozHGinbXbjzPz58lNM81kyAlKc89z39xH6rJp+4QfC8fAExyPCNmrfjU5uVqjwXty+SP4M7Z/booJhhYlWfi4aUJYDcKkzCxLq1OG19Hkzu+jvLQJQEJSEACEhg8AQX44XYRK5WLfO4IYZWzxHWLXh8HK0QxxorPIbGFd+w49eeSMRGOY/RWrGQhaCH0FMF4VYJOqQTCe1vXS5TAnia7C/j8GBeScSHazycdK1kxRn+bP9wEH2OieHGvhZ5JwAwL26x5uWZbN+doWS1e9WfOZhS/siD6ss6MC736suDccJ8JJ7i0fchq/HNTcN9VRISa+rN9SboSRfm/l5zqXR9MNLB9nxXSBC2t4HjzpEY4jDFRT4+NZzLGWPGsshNh7Dj1h+cKQfOUs5fBRMmFmpg8S3VZTfDOOvntYqcEF7zBjmfxIj1bw2V3t0vcd0TXCubFve78Kecq+VPvLqINrLDzBYYEzVWMLyZs5kVcyfhKIYc0vtJclQQkIAEJSGBYBBTgh9UfdW1+LI4fiu6r2HrMmc8SH0EEAb64MXmBYzUHe9EI8KwAFXcfkzOltWDMuc1VC1Wc9eR28ro+lMvkQe03y84kCLfZlzgfjAVBJsaIlTLOPWMv+hqxzDuXnSgTxYszn3CiDM6icpP1zRKKQBtjp9XZU/u+E0gI5ozXJJmpmDxhC3OJhND8ujgwY/RS5Sx8r8gLRnpr4nPmPsZEXTs2+jjG0opxddsm9YfjbsuK14gxWfNgVw3PKGF9NQIouwfq+PwW8PzXfvtgZ6Lp9mkIn1ij3TyL7URmgqcqfgf+YmroaLTu/BGGOVZRV4EJBSYEa79ZdiYq2cEyK04J2/b4KvXQlIAEJCABCUhgSQIK8EuC20AyVmQ4K8sK0LziiENc0pS4vKixIlXcxcSfy+2KmzT3iaOvsMYK6D0Sv1a8APPSWfutwv7yZMJERIyxYhvyTWP7kuh5ih0JbD+t49F2XtjxQ0hCgKrPwbJSz7eh+664chaVyQvyKxpB6a+KY4dMdjzUZ6QRttldMK8J9AXbf79hXsSEc2kbAlGsY0XavqxJwOezGOfY16HZzv+gZNweJ+Db2wjx1DfBCykmkbjdvP2t5TNh7Q4QMv7z/OG8f4yxosy7xnaW6D4KnuwaYPdAiU97XlIce2ayLfxPmjZdM+6+vPidaI/O1F8kWHf+CPD8fqfKE8WldPVzMgnosDA++A3it7Ej+JjXjo+vY+3RQwISkIAEJHBwBNqXyoMDMPAGs7WSl3FeyqdVlTAuQCJuiYNw+vg4uAQpxhHFuVu2CteebC9/dDzmrRzzovmride+LP52/IpgHOvKFC+bz29yu3/crGjGmKp4+WXF8+JVDG7cf3LcsIkxVqzw/9HYdvqfW8TKBAVcY52qEFgRwupt0UwGcI57aCudTNLQd1MbkwAmHThWEOtYIRjcKbZZEzvE4fx6X6Gac9gIRMl2okg/jzWREd45osAkC+5a90lfx59lZ9ILIb6Ow+/k78eDOxS4KDLWuYoxyGQTY6weIyTkBn62z2NvNdvcn9J4ck6Z+LP6giRwoO7sGsBdNHUvO0+K3z6Z3F1QT/TBCw7wmNfOKyfCxaKLYhKLSbjixlxn/vxWsGWecopmJ1WfyTPG2J2T6J7RrSKM57P1P+zx1dLQLQEJSEACEthBAryY7mC1D6rKrI4/Ky1m5TvGEYUf54d/+YjvaIQfn1FqvMdOBFg+ldS+0N8goQgbbFHuevFjOz/bndkinqgTxaePnjlxrdbCyzQCe71jgDH77BRzt+iuCQdW3p6UsAdG1+oJcbw9ulZMcNw7HqxQxpgomCMstltbiQCbS8XCKmm7tfmJ8X9t9LYVK8m1oMwqH5/ImiXEcwaeHQp13ZnYeVo8GGcxjig4I9AiHNInRwKnOLigjQmkOph68QmsaYIx5dBHpOPYRp222PtcoFfizjN5Ph6eSIyXGEcUK51cBPeI+J4zGiEpxhFFfWkTq7iMh1aI/FBiM0lU90+8jiiEdYT82pML8N4WD8YeYzDWI4qxyn0U7W8B5f16YvIsxdhL1XX0Acb8bnIUpKvRPAvsbOASu5rnyxIZzjEmHzEfYwAAEABJREFUat3502+TwmJh9wQX7U3ra8Yddxy8OXG5QyLGMcWxFnYXHAuIh+MrEJZRppGABCQgAQkMgUDfF+8h1PXQ6oAgUdrMJU1st+XiOIQCNAI4fnyaqsTD5IWdVRmEONxdmvOVN05AK7iyJfxP48/t7AiwrOKzfZiV2b+MPytbMSaK8u8YF6s6MdaiKJet8KxulwIYtwjoXELF57ioJ0zgg7B/oxLxlMkkA0J5zfRU0Iit/1wwVudPGJ9ugjG34SMIUAYmF0uRX3tWHoGeMmZxJ99NaIRDhOW6LCZe6Cc+lYa+YR0YO2zYhcFOhTgnivFFP7MbAgY1ZwTaEpG0jJPi7jIpn3htGJcLsoX/3Qkgf8qBNfnRn78W/yIIw/djcdcKgaZ2n9ROGZyr5hNebV4IfoQxoYBQzMQHPNGsAlNfdnq044N8GMuMq7b+hNWa/kMA5Vmu/cmTsVc/n3BijDJW65Vk0vF8MzE3rzzi7rKmvxgjsK/bwe/mR+PBOIIT44rxxTiDMav0/JYkyljBi91MTOyNPU79WXf+TNbwfJ0qbmzwxQ36mp1N5beY+vP7TP04NlD/HtPHjL9x4vzhmUDHekzRdsfXMSxr97AACUhAAhKQwEoI1C8vK8nQTFZGgFXmxza5sQLJtlw0K25N8IiVIlZteJlrw1o3AicryAhnbRgr21zIxksewjDnods4pEO44/x7G7Zq9/OSIWW1wiXjlzPG1BMm8EnUI+oNcSHEIDzG2qmm5U9kLoi6TiyUgdluh07QmDvnbtutsIRtQ7Mtt2sHBkIwggG6PQZBPdmhwJGNdjKDMC46hEEXZ4QndnX0+cwVglQ7rsmfvuQiRvKnHFi34+4jicgFZaz8xzpR9Hu9ijoJOIEFIYmbwJn4QICblhVb+uGJhu+0eOxkYNWUy+umxan9eYZ5llllrf2x188nnBij+NcaVjzfPOe1/77amRy5bhqHEB7jiGIcwYlxxfhinDHe6kgI/zzD03itM3+EdC7how51nbDzBYLyW0z92SHVjjOePb7uwMQsadAc8WFsYu/Sjq8uKoP2s3ISkIAEJCCB0wi0LzGn+fp3CAT+M5VghZPVvlkCRKKNCEfwYgWufokjbJbmvC9nLR+VSF1CW7w7FauopCN9Z4Q1eHIJF5MWL+iZd2Fy+cRn23OMmarkz9bVmRGrwFLGotyrLNZm/d3kzFbZGJ0KlmytrwNZhedzXNz2jwBYh3XZ2QHxswlAgK9X/+I1VcGMT3dxWSD2qRGrAMohDYIXK5WsoFLXEgWhHiGtuFdlMiHBcQwEIT4PiFC/aN6smF4gidhWTzti7a14ljnGAKu+ZcP0XimBG9k3+XymyK0rtqLzNQQm7RapDM886V49J9E682fylXHM+J5TjUkwK/dMXrHjit84dmGUQHaKMAFU3F2m46uLyr762S4JSEACEtgbAgrww+5KBAhWG7kl+QGpKqsmMcaKF3W2j7P9m09zLStgIFQgHLFiw7Zqtm1y2di4kFN/2N5cl8UFcaQ7FbwxgxdOLrDjfOd9U+q7ouEQY6ywU887xLWM0EX+rNTxKSryIC/anuwmCjbcjk88VseW5T7JcE0WPsOH0Hit5E87YBPrRDGmzjRxnW5BMEaQ4Yw3ux5oa82AfMmPsYLQzIo6aU7PYb6Nujw00eijwpl84zVRbEnn+AYTMIxvJpmKEMuuD86Yl8i0hdXm4l61yQopE2RcIscFY5yRZ+wxFtqy2IXB1w14LhlHxIfXooxKvrQZVnymkTHHbpG2XNz4E86Y5N6IlmfJb99Njo4wocZvBJcwwr4ev7QfN/6MPfoIbjz7hM3T68yfz1wyXhDkGfs8A3V96FPqTbto3+USyFGOGCN23bSfCGVHAXcyED5NO76mkdH/CAEdEpCABCQwHAIK8MPpi1k1QSjgpuHvTiS2CqO5WZyVPc50rkKYZos5K7aXSRlsyaWMohHuS1kIM4nSS1FvhKuSD1t/2wuiemXURGL7PufNObMPh5I/durJpWiL1LPJfsSZYvIgL9pe8seEDReKsWrHC3WbdpqbLe2kL5otr5xFnRa/9V8mPRNACHa0AzalbEzOzyLItOUUN0I2ZdLWmgEXY5EfY6Vuf9vXfdpHHxXO5Eu9imbcMAHxilSIusSYKPqHCYYSF5P6TCKcsjDWGHOEo7Hjdyp4YYN6sKL+S0nJ2GMskG+tmdS4WsJ5LqlnrCtRsGbMMSHTlosbf8KJ17fAts8W4QNH4pe201/k16dsLl4r6TC5j6MrHfmRL3HQlEe5XXFbP34j+EoEY7Uev+SDG3/G3rJ9tK78eWbflMYw9uu2U2+eEepNuyg/0Y4odkYRr2iOF/GMHYk0xcG4YfwwjhhPJQ9M3PgTTrwpWegtgakEDJCABCQggRUSUIBfIUyzkoAEJCABCUhAAhJYJQHzkoAEJCCBmoACfE1DuwQkIAEJSEACEpDA/hCwJRKQgAT2jIAC/J51qM2RgAQkIAEJSEACElgNAXORgAQkMDQCCvBD6xHrIwEJSEACEpCABCSwDwRsgwQkIIGVE1CAXzlSM5SABCQgAQlIQAISkMBJCZheAhKQwHECCvDHmegjAQlIQAISkIAEJCCB3SZg7SUggb0koAC/l91qoyQgAQlIQAISkIAEJLA8AVNKQALDJKAAP8x+sVYSkIAEJCABCUhAAhLYVQLWWwISWBMBBfg1gTVbCUhAAhKQgAQkIAEJSGAZAqaRgASmEVCAn0Zm8/4PTpFfUukbx66SgAQkIAEJSEACEpCABBYhYFwJ7DEBBfg97lybJgEJSEACEpCABCQgAQksRsDYEhgyAQX4IfeOdZOABCQgAQlIQAISkIAEdomAdZXAWgkowK8Vr5lLQAISkIAEJCABCUhAAhLoS8B4EphNQAF+Nh9DJSABCUhAAhKQgAQkIAEJ7AYBa7n3BBTg976LbaAEJCABCUhAAhKQgAQkIIH5BIwxfAIK8MPvI2soAQlIQAISkIAEJCABCUhg6ASs3wYIKMBvALJFSEACEpCABCQgAQlIQAISkMAsAob1IaAA34eScSQgAQlIQAISkIAEJCABCUhguAQOpGYK8AfS0TZTAhKQgAQkIAEJSEACEpCABLoJ7IqvAvyu9JT1lIAEJCABCUhAAhKQgAQkIIEhEthYnRTgN4bagiQgAQlIQAISkIAEJCABCUhAAi2B/m4F+P6sjCkBCUhAAhKQgAQkIAEJSEACEtgagU4Bfmu1sWAJSEACEpCABCQgAQlIQAISkIAEOgmsQ4DvLEhPCUhAAhKQgAQkIAEJSEACEpCABJYnMEABfvnGmFICEpCABCQgAQlIQAISkIAEJLCvBPZPgN/XnrJdEpCABCQgAQlIQAISkIAEJHDQBBTgm+7XKQEJSEACEpCABCQgAQlIQAISGCIBBfjV9oq5SUACEpCABCQgAQlIQAISkIAE1kJAAX4tWJfN1HQSkIAEJCABCUhAAhKQgAQkIIFuAgrw3Vx209daS0ACEpCABCQgAQlIQAISkMDeElCA39uuXbxhppCABCQgAQlIQAISkIAEJCCB4RJQgB9u3+xazayvBCQgAQlIQAISkIAEJCABCayRgAL8GuGa9SIEjCsBCUhAAhKQgAQkIAEJSEACswgowM+iY9juELCmEpCABCQgAQlIQAISkIAE9pyAAvyed7DN60fAWBKQgAQkIAEJSEACEpCABIZOQAF+6D1k/XaBgHWUgAQkIAEJSEACEpCABCSwdgIK8GtHbAESmEfAcAlIQAISkIAEJCABCUhAAvMJKMDPZ2QMCQybgLWTgAQkIAEJSEACEpCABA6CgAL8QXSzjZTAdAKGSEACEpCABCQgAQlIQAK7QUABfjf6yVpKYKgErJcEJCABCUhAAhKQgAQksCECCvAbAm0xEpBAFwH9JCABCUhAAhKQgAQkIIG+BBTg+5IyngQkMDwC1kgCEpCABCQgAQlIQAIHREAB/oA626ZKQAJHCeiSgAQkIAEJSEACEpDALhFQgN+l3rKuEpDAkAhYFwlIQAISkIAEJCABCWyUgAL8RnFbmAQkIIFCQFMCEpCABCQgAQlIQAKLEVCAX4yXsSUgAQkMg4C1kIAEJCABCUhAAhI4OAIK8AfX5TZYAhKQwGgkAwlIQAISkIAEJCCB3SOgAL97fWaNJSABCWybgOVLQAISkIAEJCABCWyBgAL8FqBbpAQkIIHDJmDrJSABCUhAAhKQgASWIaAAvww100hAAhKQwPYIWLIEJCABCUhAAhI4UAIK8Afa8TZbAhKQwKESsN0SkIAEJCABCUhgVwkowO9qz1lvCUhAAhLYBgHLlIAEJCABCUhAAlsjoAC/NfQWLAEJSEACh0fAFktAAhKQgAQkIIHlCSjAL8/OlBKQgAQkIIHNErA0CUhAAhKQgAQOmoAC/EF3v42XgAQkIIFDImBbJSABCUhAAhLYbQIK8Lvdf9ZeAhKQgAQksCkCliMBCUhAAhKQwJYJKMBvuQMsXgISkIAEJHAYBGylBCQgAQlIQAInJaAAf1KCppeABCQgAQlIYP0ELEECEpCABCQggZECvINAAhKQgAQkIIG9J2ADJSABCUhAAvtAQAF+H3rRNkhAAhKQgAQksE4C5i0BCUhAAhIYBAEF+EF0g5WQgAQkIAEJSGB/CdgyCUhAAhKQwGoIKMCvhqO5SEACEpCABCQggfUQMFcJSEACEpDAKQIK8KdAaEhAAhKQgAQkIIF9JGCbJCABCUhgfwgowO9PX9oSCUhAAhKQgAQksGoC5icBCUhAAgMioAA/oM6wKhKQgAQkIAEJSGC/CNgaCUhAAhJYJQEF+FXSNC8JSEACEpCABCQggdURMCcJSEACEjhCQAH+CA4dEpCABCQgAQlIQAL7QsB2SEACEtg3Agrw+9ajtkcCEpCABCQgAQlIYBUEzEMCEpDA4AgowA+uS3a+QmdLCz4W/X+V/qnY91l9Rxp3q+hXRn8yum479r+LH2G/EvOc0WeIHqra1/5jDNIXRb82HXDG6G2rp6YCpU6Lmp9L2vdHPzL6AtFfFq2SgAQkIIHBELAiEpCABFZPQAF+9UzN8TAIfEmaebHod0R/PPqx0ZeOPmt0qxCKCXtwAt4b/ffRN43+qmiVBJYl8DVJeI7o20W/OfpT0deNHvIEUap3YkX7rpNc7hetkoAEJLC/BGyZBCQggQ4CCvAdUPSSwBwC35DwZ0W/LvpHoxdVCPlPTKK3R587WiWBVRA4czJ5RvRTohHuY+yVYtLsJ9MiJit4/r4zdpUEJCABCUwhoLcEJLCfBBTg97NfbdX6CHxLsn5h9LWjT6p+MBkwCXChmCoJrIrADZLRw6P3bUv9bdOmP40+f7RKAhKQgATWS8DcJSCBgRJQgB9ox1itQRJAILpvanbR6Fa9LB5Xjf726C+PZrUQ/aWxf2s0YcSJ9Yj6urh+N/q7o1USYELnTMHA2IexYVIAABAASURBVJmlOX7B3QuMqz9O/FbdPB6c+4+xN4o2701jbIgEJCCB/SZg6yQggXURUIBfF1nz3UcCl0ijbhZdq4/GcZ7oK0a/KPpvo/87uqgvxsKZd8KIc/a43xpdq++J457RCPsxVGsgAP9aIKYvuQRuDUVtJMv/SCmfiKZdl4/5s9H/G10UbeXSxK8tHpoSkIAEJCCBnSFgRSUggakEFOCnojFAAkcIIFxz8Vz9zCCYIzy9+0jM2Y6/TvCVolsh/prxY0t9DJUEFiLA7fXPTopHRdfqfHGcK1olAQlIQAISOCgCNlYC+0ygFkb2uZ22TQInJXCWZPAT0bV6YBwfjl5U/VMS3D26XjFlK/2V46eSwDIEEOI5ivGFKjGTTu2YrYK1SkACEpCABCTQQUAvCQyagAL8oLvHyg2IAGfbucCuVOl/Ynln9LLqLUn459G14kZ6tj7Xftol0JfAxxKRHR4xJuqHJjYtEpCABCQgAQlsgIBFSGC9BBTg18t3Xu6cT+VWZVbPin7AvEQd4ay0PTf+JQ/M34x7lkJQ5OK0X06kV0Z/Mpp0tcaPMM59swKdKBtRXM7F+V0E5P9KiaVOnCf/UNyPjGZr8Bli9lVc6FXywbzLqYRcjMXt1pxdxx/Nqvr9E049YnQqzrn/Z2dIP8/PJBpCPKvwlP03cZPnV8Tsq745EekbbsX/u9ipe63/OX6ML/p4VlsSbWXqK5PTFaIfF/3+6Lr/qBtu/OlDPgnWtw9P2n9t+tembmeM7qsY/7CGJ2fnaUvRCM58uu3CyYyLDmNsRXEunt0ddeGz6nO2RKTupR2FCb8NF0sYn2srYYyl348fX0wofcYW/c/Hr8TBjl+8einikmZW+qcmpxL+67HX6kZxlDDMUv94z1Q8C6v+fZlZoIESkIAEJCCB3gSMKIE5BBTg5wBaczBCXHsz+eVS5tdHL6K+M5ERHmKMFULSM8e243/Ky/nbE/RX0Q+LvnT0WaNbhR9hv5OAT0VzxvbMMdelWC18RTL/ePSDo7kcrhZAGK/fF//bRXPu/D0xLxVNm2IsrFhVf31SMdnBTfGxjtX35u89oumbb4yJYsWdCQTsaAR/BFDsy2ragTBEPejDn0tGCGExZqrC6R8Si7756ZgIYzGOKMYRdaSPYfr8hFJWjJUrxsVDk+tno18afcvoc0TX/RfnCDf+tB1h+APxXLYPaUvf/ksxSynKeHJSMv5hDc+vibtW9N2N4/HGaCZjrhuTfo2xUQXbtm7vXbAGTCDRj9yGf4EqLWPpZ+KmjZeMuYuqPDc8C5v4fdlFRtZZAhKQgAR2nIDV338CCET738pht5CV83+tqvijsf9w9CLqsolcb+9+R9xdL+684JeXc8pJtIXUbRL7TdHfFb1KhQDOahor7rSlb95c+vaqREbYpm2x9lYIJKya/viMFM9JGIJbjBEv/Qib2ItGCF01i5J3lwkn+uAvErgIp0Qfq6vnL2NjVpsTZWHFWGIy5U5JuWg/MFlCH/5S0tK+GL3Uov3XK9MmEhML8GJipQma6mTS6xkJRdhvhel4r1V9W3JngivGWLEq/baxrd8f/j+4Y6KyYyNGp2LXSHv0ozPigDwZV5v+fRlQ862KBCQgAQlIoDcBI+4AAV7YdqCae13Fj6R1fxZdFNvhr1McPUy2LF+1ifeCuFndjzFRvMROezlnGyt1eEJio58Wk3rFOKaYXLhXfKlnjBMr6nXn5MJW2S7h7y8T9qRo6oXwwJbzOI+o+8XFKnpX+gR1KgRhdheUQG6Fp4w/iAdb2ZlUYXIlzrH6l/x9SXStvj8OhE+E6U2suF4j5bH1vH1uqe+7ElY4YSLkd7FiRwEr8otsH0/WUxUTGNyAzrbkNhKTHoTBFQ0rxlobD/d98+e80X3Vov3XN98Sj68C/HEc8IpxRLHtnGektAn+RyLEgdDP+OGYTJxrVzxHrJBzGWIpjOdlEWGbFXcuVyzpOZZBO9HY8X96/rS/LfFam2KHBZzR7WQE5/3xL5rnk50ydWXgso3fl7oO2iUgAQlIQAIHQsBmboJAKwhsokzLOErg3+NE4I4xUQiWXYLDJEJlOXvsvHjHGCsET15kx47qD8LRfSo3Vs5ds2UfIYM82PaMZjswK3n4s9WUuLVGuGH1u/Zb1s7Z5Ad1JKZcyv+RhHH2mHqxfRnBk/PrrdB068RjRTxGL1VWR2HATd3nTyrKuFpMwi4Sk7PaMSaKFfuPTlynWVhBZts/n5SjzueM9zqEeQRkzgDXzyw3jt8w5VFfVsELJ0wuxIPVLya8ZcX5ZtqXoBMpJnGYzGEio87ot+Ng/CLcI1TCFX2Z+J8pmuMeLduvjv9NohG4YsxVtJlIi/Qf8fvoH0skVtBr1vEacSyFoxbcHcEzUtrEcYrrJQLHB2JMFHcB0GdwmniuwQIz6lML36y+PzxlLSJsMwFGXkz83CFpy9EA8uYoAWOd3QUJ2ph6YkqCM5odMXFOFMI9/kWzu6g9grKt35dJJbVIQAISkIAEJNCTgNF6EWhfUHslMtLKCSAAcna2ZIwQiEBW3LNMhP1vqCKwkt6unvNSjnCEkFSiInCyRZhVxvpsdwnHRCC5WyykjTFRrPJxPn3isaTlm5KOT7HV4xCh9Crxv2s05cc4opjweEh8ELoR3mKdKNKwQ2DiMcdCWddOnHaVEoGXlf92NY8VP1bzCE+yI4qt01yMxdEF7iCgH3BTHwSjI5GXcHDOnUmVkpQyEBBZEe2qD/Fg9VuxEI/4sY4V4+GiY9vJ/jCJw2ROnQuX/zFp8Onas7IjWHIMg0kEdj1UQSMmaBhbtd8s+6L9NyuvEoYwzm6Auh4ItFx0eP1E4rmJcUTx/CDc09dtmxAu13FmnDHFlnnGL2ONc/r1c8QEBHceHKloT8c9E48dLbQr1rGi35i84jK7sccO/Nn278sOILKKEpCABCQggf0hcCgtqV/4DqXNQ2wngugbqoohYLXb4qvgiRVhA2F34hHL70YjuMWYKG7QboUIBGduW59EmmLhxZ1t5a1gwurqlCS9vZlAQOipE9wqjq4dBPE+ojgvj0BVC6as+t4iseAXY676w8Rot+XGa6ZCKEIgLmfjuyLzXDHBwIo8Z8OpIyZfGGByZtEVeo5JXLEpiG3DXCjWeHc6Wal8URPCKnJfTk3SiZOV9FrQZVX90QllzMSYqbgt/RFNDC7iKyvrTVCnc5n+68yo8mTijF0pldeIZ+Ux8ZjXrk8kDhfY1UI+Y4GdITyrCZ6rLp4Y/xZNWbM0Y4ryOKLA7pEkmSh2RTCJMm1iZxKxw8JEIrfNU3ZH8E55bfv3ZadgWVkJSEACEpDAgRPYmebzcrkzld3jirLSywpe3URW1hFIa7/WzpZWVi2LPy/frG4WdzFZQSR/BHHicIb3j0pgD5Pz36ws11G5Sbx2L2pHKGX7d53u5XE8L7qvQoBFkK3jswWebc613zT7ixMA+xgLqVcnNuy5lR+2cc5VTFSwxRmOCGj/LykQWGPMVQja3OyOsMYqKP2xiJBFG9tdBqzeLiIsd1WSrxg8PgGcv6dOTG78Y9x9FQI/q+glPhfT8Wm84p5nLtt/s/JFAP/yKgJ17DspQTImxRD4sReNIMkN6MW9LpP7BZj4YxfEMsI79eLLAEwoYt9lPYTfl13mZ90lIAEJSEACEliIwOYiK8BvjvW8ktgGi7BQ4rFSO++28Csncr0Cyip+18s32155qUe45Swrq68Igkm+NYWQzbn8ugJduwfq8NbOKiGCLAJqCePcLuyKe5rJLoUPTgvs4c/2flZW2abL+fv2hvpZWbAay63rXAzGVuV5gjR1RYjkPDkTBxyZYPJiVhmbCOPoBzsmWLWmTnwNYBPlUgZMTtJ/5NFqJhAu2HguOilBcibH+MQfdjRHV+Y9y8Q7qWYcsSuBfll2woDPS9bP00nrtK302/592Va7LVcCEpCABCQggV0ksECdFeAXgLXmqKxcch69FMOqK9vjMYtfbXJBWbutmlX2XXn5ZgW//vQdkwwID3Ub+9iZ9KgFOXidr0dCtnCzBblH1JlROOv9uMTgPDgXtNEn3Kj/yfj1UZytZvKmPt/eJ92hx1lV/9UcmfxhXBY/JoheUxwLmEzMtGP5QgukP2lUvorAVwi4qZ/nYZH8SLdI/KHGpR+3+fsyVC7WSwISkIAEJCCBHSfQJcDveJN2uvpska4FcLbRs8Lb1SheUOuzrwiyCIJdcZfx48WfVawbJDFb2zFjXZlCWKozY8USoaz262Pn1v33NRH7rD4iYLc3VjfZLOz8XFK8LJpPiLEVHIEeYQoBn/IS1KnYXs+q7SruFagL4O4DbuFmlwKf2qvDtmVna3O5H4DVYlanl6kLPFfdf1xEyMRYqQ/HAjhyUtx9TerFHQ11fPq2zrsOq+2vi4Nxw/M3T7Nj4AcSn/Pu7cWV/LbzycH2mEqiT1X89tDmqRF2KGDbvy87hMqqSkACEpCABCSwSwR4yVtxfXc6Oz5PxqrbIpo0q2o0q1/1pWoI6XzSqit/BLNa+GH1nlX8rriz/BAq+AwY2+u5Nf1ZicwZec52I7ywrZ1LvVY9Vuqt/ylyhPCO4IN9EY3QwdnfRdIQlzTLnhMmfR+NQP/KRGSLPQI9K4KMF9oa7yOKPvjV+HC7eIzeCoEY4ZDx8AtJxer/h2JygzgX7SEks/V+0XyTxdKKS/qYeLpEcuCiQY4JcLYaHmx9Z6KJscYEUaIspdbRfxxtQGguFaK+TBAV9yImRywWib9MXOpGX/OlAX4r+PQbz23Ji2eWuxaYICp+s0wuxqN/ZsXZlbBt/77sCifrKQEJSEACEpDAjhHgBW9YVT7s2nwmzX9BdFEIE13b6L82EbgJPcZYIcSyej92zPlDnqxQ89kpBBQuVGMLOuVya/p1kr5dvYrXTikEWiYmhlZpJlj4BB71u09H5a4Xvz5npb8j8RDMyA+Bi8/bIahzU/qNEsZ2/E0/25y/ZucBt+0zHqkb28/5zB3HBLhskTip3kGqs6fVrKzHWItiwoaJEj77WBfARZg/Hw+e+xiqFRDg+R3i78sKmmYWEpCABCQgAQkMncCmX/LXzmMPCuATaqyslaZ0baNHAK9X5lm1Z/W+pJlmcoEdt7z/ZSIgbPUVqKjPJlYUU62VKFael1nNX0nhPTJB6GZLO6vxdXRuP2fCpvar7WeOg5vvPx6TS/BY5Y51rmKnQf1ps7kJFojAajs3t3Pum0mhvqu9FEEadrtg33e9ji3/LTNYPjGe7RcHuJeh71hJctUcAkP/fZlTfYMlIAEJSEACEthlAgrwR3tvCC7OsrLFuNSFy9FYvSxuTIQ8hD3saM5ds3qPfZrmpnA+MXf1aRFO+XMGlvIfGveVolnB46ztC2PfFcX2alaBV1VfBCC2gCM4c9ket/2fdDUVYYuz8bCu60k/sS2+9sPO5MurYuFishhTFW3ns25sq2Y3BZ+L+4qGwMJZAAAQAElEQVTE5jx0jJUqtuWza+MZyZXJhRidim3d7BJglwjntX8ksRi/fPKMyYw4917RL0ykrLuhXKrIcZq6HI5uMH5qP+3LE6AvV/n7snxNTCkBCUhAAhKQwMERUIA/2uUII2w1XUST5lQuKzEQaDh3XmeG0E2d8EOY5kw6djSr48/FMkOz5Z7ttWy9rqNxFpst3ZeMJ4I644HPgV0gbs4ovzQmAkGMlSvqXWfKBWJdgmsdp8tOGupeh61aUOJIAZMo8IM/W9Spb13mMnYmXd7SJGRXxJc2fgjKrNi32+sZK0wCMNHCeXLSsbWXSQAE5eckn3Wucl8j+bMTIMYRxbl/dnhwwRrnylmlZws5Z/GZWGAHyKr76EgFlnTAk4mVkhyW7VnqEjbPZOKkjoPAV+ddh63a3u6W4a4Mxseqyxlyfrv0+zJkjtZNAhKQgAQkIIGBEUBgG1iVDrg6pzedlXIukCs+CNjlBZxPpKFLGCu4rNoXd5fJCvJFmwAEP85yso37tQlDUN+UgJHiRtS5Lg/huBV6iDdPMznBLoU63ntrxwrsbV1Z0WQVeQVZj7h9f14+CO6cj6/jvSIOVlW5II+JFrbIcw463htRcL9jSioTS7GO2FrM59K4eb9cpjfkowzUudY8c+xAKX5MZn13cSxgMgnDMZc6CTsQWLmt/Xbd/oU04CT9y7Z+JheSzcpV+8wO+fdl5Y03QwlIQAISkIAE9peAAvww+/ZvUi22accYKwTtIrSz7bgWmrh8jpXD0Tjm8T+syl6r8eaM7D3iNytdgieK7eLfM3GtxvLRZMNFZzHGijKWEYq5vZ0V8nEm+cOkwLtjrlIhDLCSXed5izhYXY6xtKJvztukRohsBb32yATCOivsbOdvknc6GS/n7gxZ3vNcSVrGZKxjhUD/5rGt3x/G9boEuH41OBqLyRTGZe17kdrR084XB9q7AHjmeiY/cbT2OAOCdjt+T1xIMmCVm4swYx0rxtki/6ecc5xqPX/ox135fVkPAXOVgAQkIAEJSGAvCSzysrWXAAbaKLbbsoKJMFqqeJlY2L59wZhFIXC0511LWDERjBGUihuT89ysuGMvepZJ+mWE61l5IlC8vYmAUMy25cZ7qhMBmK3amCUS59TfVxwrMtsJFbK9cv4wmRJjacWnvy7epH593HW/0zbixXui3hHbJ6L7KlY624mCvmmnxWNMULcSzmQClykW9zwTYe9S8yJtOJzV93YCgnsEWL1dpCrXTmR2acQYKwTot45t6//DzgguvqxL4qgMvxW13zrsTGj1ZcXRl7aeq6zTLv2+rLLd5iUBCUhAAhKQwJ4TUIAfbgcjpH2gqh6CO9vgOd9cvNn6jsBa3F0m54/bVc7W3ZWu+HH++t5xzDkLnBiLKbbetmf9EWavtkA2MLlhE//FcfPyHmNligkVzm7/V5UjAuiT4kaIxx7rQgpBi4vl6vP7rL6zNb7OCCEZwaj241I6+rX2m2anblx81x4zmBa/r3870cI44WK6vulZ2WbCpm/8TcV7Zgqq+5n7Dm4ZPzjGmKuIf/smFrtpVn2soyli4uSLANzXMPGIhUmJejU6XitRPMPcrl9nxqRMH1bnTyImJWOsRVG3Xfl9WQsAM5WABCQgAQlIYD8JKMAPt1954a5X19mSiyCBQFdqjbCBcFncXSbb5NlyXYdxpr7P2V4ERz5bxopinR479ejzok7cafrVCeBCs9EollMKoZjL0U45pxpMZPxeQmuhkS29fEarXsFOlJUohCDqVmfGRMgfxAPh/mwx+yrORzP50q5A8hk2zkrX+SCItP3HxEWfHREI+XdOZveMbhVhJ+m/duKInR5cptcnT+r//FSo7rs4R6Td9m/SO1ORdhIFflzWR/0SPFVxJwHPZD0WuIGf8cFzODXhCgKoG88pl1XW2VE+43be70Sdpq+d5+09TeTrx41wHmOqYpKD57Tt/6kJpgRw1wC/Q1OCR7v0+zKtDfpLQAISkIAEJCCBIwS2/bJ8pDI6jhFAGCirgQjTbNsukd4fCxfYxZipOE/9xiYG59k5O48g2QSNnaymshLOt+VvNfY5/ocL53iBPh7S34fVu7snOkJGjLGibL5Vz8RBe5aXCHD4hVi4vX2yXTdu1IPyBwEsxsoVAtB9kis7I2IcUVwkx6o/Ey43SAhn8mlHrGPFdmG2nN8sLtIzacEERJwTxSfiHhZX1+QDt7onaKKYOOCG+WmrnQjnXCbHpMO0ryRQx3YVfVJADwvjjx0DddT7x8GliPRRrMcU/fXb8eWSxnrnQbzGinT11vOx54b/IGiz4wThtC6avmFcIqTX/tjhzaQTfcuFg/gVjaDKJYPFvUqTcpksQHDnt4DP9NXjjrKoM5NF2FetGav8jtT5slOHr2J0jU3qhoDPUQvurqjT9bG3fcIE2E/MSLhLvy8zmmGQBCQgAQlIQAISOJ2AAvzpLIZoY9stQkFX3RD4eEHtCmv9nh6PdhUXARJBEiHsWQl/fDTCBhfAserLi/n3xq+oD8fCC3uMsUJ4YNVv7DjBnxcl7d2iW8W2bz6zxgof9aJ+CClcmvWYREYYiDFRT4jt4dF1HePspfpGgjef9INbVxq2BLNt92MJZOKFuqARCllZ/534wz3GEUV+CPe090jAKQcTA+0laAjDjAHuMnhh4sEHzf0GlPcn8atXQkud4j1W9B967FjiD+1hx0CdlN8TJlFoB/WgPmjqxxl5Vu2Z7Chp+NxZeza77dcSd5Mmz9zNU2A9sRTniL7nPgTazh0VtI3JFXgjKLeTEvQPOyAW+WQex0j+LYUxbuZpJpWYOEJwr/s6ycfqQ/m7aPlJspBilft1TYoyNrmnoebEZCK/RWViDj4vadLOcnKZJExKHCYLGOc8l4wtnpOzlMBT5i79vpyqsoYEJCABCUhAAhKYToAX7umhhmybAIIQgnRbD15iEYow27AuN8I3AnGXIMHn6bioi/PIN01ibhevxwVpONPLN7wRnhNlrPiuN+e4x44T/KEND016blWnrFiPKI4OUC/qx2pbXbcSkW/ZT0tf4qzKRBBmdftpp2d4Ihv9i+BPvtMyQkhn1wGfaWvjcLHhT8cTPmjOP7dCMKvHl0gcBKoYY8Un0li9HTuW+EO/ke/LOtJSPvWgPmjqRz3rqOwOOE88WgFu1Wf1U8RSCoGc2/+ZZGgzYDfFjeJJ21gFpr1xHlFMil0zPjzDMTau2CEB91njahWV4jfhDsmIiY0YRxS/LdM4cS8Au1UY20cSzXAwucikZhvlrPFg0oBjJe1vEuN0l35f0hSVBCQgAQlIQAISmE6gSxiaHtuQbRBAwGm3jrJ9vF2RnVc3zhzzfW5WsebFLeFPiYXt9pyrZYWrfklnC/2qbjbnJZtzwqxOs3KbYnspGLDyyLbtLuG/VyZLREKo4/Z7BNAuAbZPltSd1dZrjkajdhW6Kz23mF84AaSL0UuxIskECKuwlIFQVxKyXZ1tzsW9jIlwyicKOe7QNz3jiMkgLmRkJbttz+WS0Um29if5yhRb3+HHcYW+mfJ8IfhzmRx8+qZbVTzG5u2SGc/mqr/GkGw7FcdWmNRiMqozQuPJeLli/BiTMXorVtqZLGh/D0sG7IBg0qC4i7lrvy+l3poSkIAEJCABCUjgGAEF+GNIBufB6jlnhuuKITQuIxyw1ZVvL3NzOiuMfF6qzpfPaLGtle3DvAzfJIFl1ZaVstfEXStW0LpWH+s4i9hZXUMQ4LNpD0zCd0XXgjl2/AgjDqu8CLaJtnGFUMCKIIIIW3lhyiQE9YNjWyFYw5Yt5Jw/ZzdB+8m4Nk3r/mA8uAAOQZ6tyQjDo/gVxRZljhncKR6UgTAM0zhHHItAIMVeNCvE7ZbjEtbXpEwERsq7bxLRfvop1rFiGzpjmEmgC8SHCSG2fH8xdhRboGuBjPb9GAED0Yx/dqjQPrjClzaX6rXtY1wy6cb4KHHWaXI0hjrBnvP37KxAQGZb/zrLbfOGE+OJCY/HJbAem4XRA+IPR8ZLzTDevRVHFtglxLPG8YE6IRfasTui9qvtPAu78vtS11u7BCQgAQlIQAISmBBQgJ+gGKwFwYvL6zhvXvSvnqC2CFecC2XllO+DlzwxeflnOzdnzhHY62IQSNiGT7yiEWzIr46HQMFLdImDSXl1nFl2ykFQvUcisSLPTdXkgcaOH2HEIW6i9VLUgTyKZks52397JZ4TickU8mcbP/WDYymnmLCGLcJNvZNhTtbHghF8mdBhB0DLmZVrhOT/l1RdZTw6/qU+mEwitP28bP9RHpf80X76ifzRnLPnwjKOYSBoUv9UY6K444Dt9cRF84k8tldPIpyywJfwohftv5Omp31whS+cSz3mte9U9acaN05IyWsZkxVn6gR7Lodr+Sb7qartay6lJI+pCeYE8DwiJDNJVY/Nwojb/OFYZ1O3v2/5TBbwrLELqGXGlynq/Fs7deS3g9+QdqwybvEjjDjEbdPrloAEJCABCUhAAlsloAC/VfwWLoFdJ2D9JSABCUhAAhKQgAQkIIFNEVCA3xRpy5GABI4T0EcCEpCABCQgAQlIQAIS6E1AAb43KiNKQAJDI2B9JCABCUhAAhKQgAQkcEgEFOAPqbdtqwQkUBPQLgEJSEACEpCABCQggZ0ioAC/U91lZSUggeEQsCYSkIAEJCABCUhAAhLYLAEF+M3ytjQJSEACpxHwrwQkIAEJSEACEpCABBYkoAC/IDCjS0ACEhgCAesgAQlIQAISkIAEJHB4BBTgD6/PbbEEJCABCUhAAhKQgAQkIAEJ7CABBfgd7DSrLAEJSGC7BCxdAhKQgAQkIAEJSGAbBBTgt0HdMiUgAQkcMgHbLgEJSEACEpCABCSwFAEF+KWwmUgCEpCABLZFwHIlIAEJSEACEpDAoRJQgD/UnrfdEpCABA6TgK2WgAQkIAEJSEACO0tAAX5nu86KS0ACEpDA5glYogQkIAEJSEACEtgeAQX47bG3ZAlIQAISODQCtlcCEpCABCQgAQmcgIAC/AngmVQCEpCABCSwSQKWJQEJSEACEpDAYRNQgD/s/rf1EpCABCRwOARsqQQkIAEJSEACO05AAX7HO9DqS0ACEpCABDZDwFIkIAEJSEACEtg2AQX4bfeA5UtAAhKQgAQOgYBtlIAEJCABCUjgxAQU4E+M0AwkIAEJSEACElg3AfOXgAQkIAEJSGA0UoB3FEhAAhKQgAQksO8EbJ8EJCABCUhgLwgowO9FN9oICUhAAhKQgATWR8CcJSABCUhAAsMgoAA/jH6wFhKQgAQkIAEJ7CsB2yUBCUhAAhJYEQEF+BWBNBsJSEACEpCABCSwDgLmKQEJSEACEigEFOALCU0JSEACEpCABCSwfwRskQQkIAEJ7BEBBfg96kybIgEJSEACEpCABFZLwNwkIAEJSGBIBBTgh9Qb1kUCEpCABCQgAQnsEwHbIgEJSEACKyWgAL9SzZscngAAEABJREFUnGYmAQlIQAISkIAEJLAqAuYjAQlIQAJHCSjAH+WhSwISkIAEJCABCUhgPwjYCglIQAJ7R0ABfu+61AZJQAISkIAEJCABCZycgDlIQAISGB4BBfjh9Yk1koAEJCABCUhAAhLYdQLWXwISkMAaCCjArwGqWUpAAhKQgAQkIAEJSOAkBEwrAQlIoIuAAnwXFf0kIAEJSEACEpCABCSwuwSsuQQksKcEFOD3tGNtlgQkIAEJSEACEpCABJYjYCoJSGCoBBTgh9oz1ksCEpCABCQgAQlIQAK7SMA6S0ACayOgAL82tGYsAQlIQAISkIAEJCABCSxKwPgSkMB0Agrw09kYIgEJSEACEpCABCQgAQnsFgFrK4G9JqAAv9fda+MkIAEJSEACEpCABCQggf4EjCmBYRNQgB92/1g7CUhAAhKQgAQkIAEJSGBXCFhPCayZgAL8mgGbvQQkIAEJSEACEpCABCQggT4EjCOBeQQU4OcRMlwCEpCABCQgAQlIQAISkMDwCVjDAyCgAH8AnWwTJSABCUhAAhKQgAQkIAEJzCZg6C4QUIDfhV6yjhKQgAQkIAEJSEACEpCABIZMwLpthIAC/EYwW4gEJCABCUhAAhKQgAQkIAEJTCOgfz8CCvD9OBlLAhKQgAQkIAEJSEACEpCABIZJ4GBqpQB/MF1tQyUgAQlIQAISkIAEJCABCUjgOIHd8VGA352+sqYSkIAEJCABCUhAAhKQgAQkMDQCG6yPAvwGYVuUBCQgAQlIQAISkIAEJCABCUigJrCIXQF+EVrGlYAEJCABCUhAAhKQgAQkIAEJbIlAhwC/pZpYrAQkIAEJSEACEpCABCQgAQlIQAJTCaxegJ9alAESkIAEJCABCUhAAhKQgAQkIAEJLEtgcAL8sg0xnQQkIAEJSEACEpCABCQgAQlIYJ8J7JsAv899ZdskIAEJSEACEpCABCQgAQlI4IAJKMAf6XwdEpCABCQgAQlIQAISkIAEJCCBYRJQgF9lv5iXBCQgAQlIQAISkIAEJCABCUhgTQQU4NcEdplsTSMBCUhAAhKQgAQkIAEJSEACEphGQAF+Gpnd87fGEpCABCQgAQlIQAISkIAEJLDHBBTg97hzF2uasSUgAQlIQAISkIAEJCABCUhgyAQU4IfcO7tUN+sqAQlIQAISkIAEJCABCUhAAmsloAC/Vrxm3peA8SQgAQlIQAISkIAEJCABCUhgNgEF+Nl8DN0NAtZSAhKQgAQkIAEJSEACEpDA3hNQgN/7LraB8wkYQwISkIAEJCABCUhAAhKQwPAJKMAPv4+s4dAJWD8JSEACEpCABCQgAQlIQAIbIKAAvwHIFiGBWQQMk4AEJCABCUhAAhKQgAQk0IeAAnwfSsaRwHAJWDMJSEACEpCABCQgAQlI4EAIKMAfSEfbTAl0E9BXAhKQgAQkIAEJSEACEtgVAgrwu9JT1lMCQyRgnSQgAQlIQAISkIAEJCCBjRFQgN8YaguSgARaArolIAEJSEACEpCABCQggf4EFOD7szKmBCQwLALWRgISkIAEJCABCUhAAgdFQAH+oLp7I409W0r5WPT/VfqnYt911dWuuo3z7H8XAO+Pflz0FaK/Mlq1VQIWLgEJSEACEpCABCQggd0ioAC/W/1lbXeXABMA50j1bxn90ujPRz8x+tujVbtIYBh1Zvw8IlU5T7RKAhKQgAQkIAEJSGDPCSjA73kH27zBEuDZu2lq99HoG0V/SbTqgAicsKlnTvp7RzN+bhHzS6NVEpCABCQgAQlIQAJ7TgAhYs+baPMkMGgCX5baPTX6PtHYY6gkMJPAN41Go7cmxq9FO2YCQSUBCUhAAhKQgAQOhYAC/KH0tO1cB4GnJVNWzufpMyXed0RfNfrZ0f8b3SoE+DvGk7xiqCQwlcAZEvIV0SdQJpWABCQgAQlIQAIS2EUCCvC72GvWedcIfC4V/kT0i6J/Jvq7ol8V3aoHxWMfLvxLM1R7TcDGSUACEpCABCQgAQlshYAC/FawW+iBE0CYR1DnErsaBc/jA+PBFukYKgnsJwFbJQEJSEACEpCABCSwHAEEhuVSmkoCEjgJgX9P4l+Oblfifzh+14lWSUAC3QT0lYAEJCABCUhAAgdLQAH+YLvehg+AwGdShztH/2t0rW4Qx9dGqyQggZUTMEMJSEACEpCABCSwuwQU4Lfbdwhpf5oq/F+lHxD7oopPSD03iep8fjPuWYrL0r47EVgFfmXMT0bX6bHjR9jNEnaW6E0pLnz7lRT2zuj/iqYu6C/G/qHoR0afK5rLvGL0UmxZJ4+i73Iq1VfFvG3030aXsA/Hfv9o6hFjrYo2cgt9XchPxHH+6EXU1yTytaNfFv3P0aUtmB+L+ynRF4pehFmiH1HfHNftoxmznOsn76L/Lv6MQepAXeJcWsGdcdmWw1iAF7evE2fZAki7qfFFHWEO+9+Pg2eqMCvjuc9YO1/Sfj6atLD+ztiL+upYuJWesKIZ7/GeqajXTybGY6MZIyUtJv0Lf/qbfk8U1ZiAfyQgAQlIQAISkMAWCSjAbxF+imYFFoEr1om6XGxfH72I4mX+wlUCBJ1nVu7aiuB+sXi8Pfqvoh8Wfenos0a3Cj/CficBn4p+VDTfn46xFvVDyfUV0R+PfnD0eaLrz2QxXr8vfreLfnf0e6IvFU2bYiysvj0pXh/NZMe3xizqe2O5RzR9840x16kQlp6VAuizGGNFey45ts3/wwQEwui/JCo33F8+Zjt+GB83jv+fRH8gelFm35I05P0PMR8RjdDXCulni/81o4lHXagTdYtXb0V/kJ7+Z1y25TAWGBN8/5w4jPFv6J37aLTp8UXVfiB/3hwNey4wPGvsRZXxzFijPbR9kfaUfBY1Edw5psE35BHSb5UMGCMxJor+hT/9Tb9TN/pnEkHLcgRMJQEJSEACEpCABE5CgBfIk6Q37ckJsGpZb6H+0WTJOegYvdVlExMhK8ZYvSN/3xvdKgSgh8bzddGUE2MhdZvEflM0t6jHWJlCYL1RcmN1lbbE2kv9YGJxhhwBiLbF2Vsh5LIq/eMzUjwnYUxcxFiren9yZ0IixkQxIXPGiavbwg4KJiCY7OjbfiYnYMY46JOGCRPKYGW9uxbHfcmXOr08QfW4jLNT0f/kj0CJ2Rmpw/Nn4/fn0eeMnqXIf9Pji/pcOX94FvvupqDtsF7185VqTBSCORNyTBq1QvskUoeFutEWJn86gvXaEAGLkYAEJCABCUjgwAkowG9/AHwkVfiz6KLYDs/qWHHPM78yEa4aXasXxMHqfoyJQoi5Y1xsTY5xRLE1lzo8Ib7op8WkXjGOKSYX7hVf6hnjxIp6cQ6cbeQIfm2GfxmPJ0VTr7fE/N/oVt0vHqyid6VPUKdiMoLdBSWQLciU8Qfx+O9oJlWYXIl17YoV63c1pSA4f13jVzsR8tit0DUBwRZrVkxpDybbtuu02BkHj4llFjOOeLC9+vsTr1bwqcfLtDIumkR8Gm9WGYkyukb+sL28K968/v+epH1+9LTV4W2NL9r+9NSL7e0xxop+gBX9wjjjuRsHVH+mPV+fThwEb9I+I/Z6xwa7OF4YP8KK/pu4W0V/Uu7PtQFx06dM7JCe558t9fE+otiNwq4U+utIgI5dIWA9JSABCUhAAhLYdQIK8NvvQW4jR+Cua4Jgycty7TfNfvYEXCC6KATPlxRHZZ439vtE14qXfLbs82JPHrdMIJrt1giQ+LOSGu8jiq3SrH4f8VzSwVldhLw2OeVS/o8kgDP41IstvaxKc34dgSNBE3Xr2NhaH6OXYiWSiDAoZ84p42rxJOwiMVkZj7ERxdn+uiB2CEw7ewwXPkHXCtaMIwTab0tGbNemPZisgrP1nB0OCZqoW8Q2i9m1Es5YjDFWTJ6QJ3zq8VLK+LHEapldL35dkwzxHivSIJi2v0WPTijPQNv/bNVnZ0SCJ4qxeKe4ENZjHFHbGl+svpcJGHYJwJ9+gBUMGWf0I2O7Hctdz9dfp1WcRyctbWVbe7zGit8QztETVnTb10y4/Xpi1/0Z54gdJpTHcYfLxIP0PP/s7uCuAMZUvCeKSRbGHv028dRyIARspgQkIAEJSEACWyfQvjRvvUIHWgFWUrlErTSfLcF9t7jzQl6fm2VltF09R7C5STKvVwP/Pm62w/5xTC7TinFMfTY+d4smbYyJQjBBIJl4LGn5pqR7YHQ9Dr8Q91Wi7xpN+TGOKISVh8QHoRvhO9aJIg0rmBOPORbKYmswAlYdFYGKld//qT3XbG+PPNBX9bn8ungmK+j32u/ucdAW7jWI9YhihZYt+kxKsCpcB7ISz2RN7YednR3tSisCJCu08CFOrSkDofGK8WQrfIyx+vL8vW50l0Ko5Kw846mEM0nA1ngmFlh1Lv7FZBX7+nFQjxgThdDZ9v22xxeVQ9i9eCzwh1GsE8Vzx+4S+NDuEgAPJgCKexUmdyognNd5sesEQZwdDNSlDsP+ifxBuOeSx7Z+900YQn8MlQT6ETCWBCQgAQlIQAInJ1ALTifPzRyWJYAg+oYqMQJ3uy2+Cp5YeYFG2J14xPK70Qi5MSaKG+R5gZ94xILgzG3rsc5UCB1su+Vlv47IFu7avYydCYRW6OJCra4dBG3+CIsIcvVWYlZsWVWGXxu/y/2H8Xxb9C4pVuXbLdAIs1z61iWE1W1jy/Yd4lFPWLCizWfr4n1EsTrMynbxZLKDy9iKe5rJSvHDm8ALxs2OghhHFPlf4YjPaHTPuNlmzriLtVMxgcCxiXr8IvSyY6BOsO3xxSQQEyvt81jXEfsf5Q8TaTEm6tyx9R3HiTpTMVFy08Sof++ZwGPiACE9QVMV/cBRC34v6khXioMJoRgqCWyEgIVIQAISkIAEJBAC9QtdnKotEWCllxu16+JZYUUgrf1aOxeSsa28+LOKzyVzxV1MVs/IH0GcOJxvRWgo4fNMzmi3K8TnmJdoTjgrvDds4nDp2fMav1nONyYQ4TXGRLE1edrK9STSKcuLY8I+xtYVjNu6tFvkqSQTMQi+2NEIYuxIQKjFPU+zqv0bTSRW7tuxxm8Dgl+Jyko6E0bFPctkF8g/JQIr8Qjj9Ol/xN0qVpkRvIs/Ajk7BBAai980k0mv32sCESjZ3o/3EMYXk2nsGKA+szQCfjuRxDGI0pZZafuEMY44KlPHRSCHd+03zU5/cKShPh7B+OB4xKomGaaVrb8EVkTAbCQgAQlIQAL7QYCXsP1oye63AqGnfkFmG/2ss8O0uBWAWMVHsCGs1v8cB2dkEW657IvzrQhX8d6aQsjmXH5dAQQehJnab5YdwYLLz2rBl5u1YTcrHWGU80EsA9H/mXq0QjjnjeM9UQhLfCZu4hELkx7tkYl4z1RcBlifoeZTZ/WkAIk/lz982izGWCHMI/RxjnvsMeMPK/xsX2eCiTPfnL2Gd50EAftitUfstGXeinCiTdQrY6MdXAD4+Og8jEwAABAASURBVNg5S89kVayjbY8vxiSfjqMufXQ7QdYnTd84PGf1MRuYLTKBRzn/mD9stY8xURxjYXfPxEOLBPaWgA2TgAQkIAEJDISAAvxAOiLV4AW53kaLsMb2eMwEH1Nc5sZ54zqAVXYEh9pvqHZW8GthkEmGty9RWSY9akEcXufrkQ8rxIsIiz2yPFEUWLQr3FxIWGfKajWXutV+fxEHExkxeivaXq++Ipy3Rxn+LblxK3mMieJmdSZ+uJmeS+zaCYZJxB6Wdos+SV6dP4u0hR0YHAHgvgiOXjCZUyYKtj2+eJ45TpAm9VJd9z30StgjErs26mg8Z3ypoPbrY39NItX9w0TgKo7SJFuVBPabgK2TgAQkIAEJrIqAAvyqSK4mH7Yb1wI42+hZyezKHQHl/FUAgiyr+JXXiawIwqxicj6alVHME2XYJGalvPZiVRDBsvbrY0fIfV8T8Ycad5eTrc1d27q74m7LrxWyOEfODoq6PpwhZ/V5Ec0n99oV97Y/KIPt7GzRx140kwwIy5yHhx9jDjfCHGOmxJtn0g4mLUo8BO+u3SMlfFGzbc+mx1fXjopF27CK+Ox0YJKjzosdG/Rd7dfHzuQNExMl7qyLFkscTQlI4OQEzEECEpCABCQwIaAAP0ExtvB5MlaYFtGkGSdewR9WU+uzsAjp3BLdlTWfx+IFuoSxel+/XBf/eSYr+ZyRZXs9N4I/Kwk4I89WZM7Ls62d87OrHiusJqeoiUJ4X0aoYMKDy9kmGfW0kKbdst4z6VqinbkjV9pWeyPAt/Eumwhc3LeI5hK89sw7AnWyOqJYpb9NfKZxYkywjZoVeW6/ZxcFdu5lOEPSzVKkrQV+2lpfSDgrbZ+wbY8vJiMYY33qus447K5oz9LzXC9TJpMsq+yjZepgGglIYGECJpCABCQggX0iwEv0PrVn19vymTTgBdFFIeB0baNn+zErryUewg+r98U9yyRPVqifnEicc2arNFvQKffB8btOdLt6Ga+dUmzrZWJilypNn9T15dZ3dgnUftuwc+6ZLeqca59XPkIzq/F/moiMK26UbyccEjRWrL6zmj925A+X+A2hvanKXLWL42tuo5aM0I7bJbMxmQQkMFgCVkwCEpCABAZFQAF+UN0xrgyfUGNb+NiRP13b6HlprlfmWbVn9T7RZypWWbkRnM9bsQrbrsxNS0x91nlGd1q5y/p/KgmXWc1Psq0oVknZbVEXzpbvoZzR54I1VtU5J/+UVHLainyCJgrhnE+9scW+z6WCk4Q7YNm18bVOpEMZo+tso3lLQAInIGBSCUhAAhJYLQEF+NXyXEVunE9F6Cl5cVYZ4am4MVmV57Ne2NEvyx9W72NMVayi8om5q0+NcVoAK6GU/9A4rxTNVmu2br8w9l1RbF1mV8Ku1PebU9H2iwPcaTCvT1mlJx27Kk6qb5w6zFIcK0GQv0kiIZwziXSP2JkMijFVMX5ZxWfyqI7EOKv7iDE27b6HOt0Q7Ls2vtbJbJcm9tbJwbwlIIH1EDBXCUhAAhJoCCjAHwXCFvJFBSHSHM3lZC7OmXLuvM4FoZt64Yegw5l07GhWx5+LZYZmyz0Xl31HE4dz5w+JH7dUI6gzHvjcFDeMcx7+pQn7dPQ6FPWu8z1rHFy4FWMhRRrqXifqs0Jcx9+2/VypQHts4fXxa3cRIPB+Mf5FcQfCNoRe6sDFgXxWjlvxEegvnEo9Lrrt13iNEOK5YwF70Yzz+jw1uxDqSakSb1mzrcehji/GDBMONcdvqx0L2Dki0R5NIf8FsjCqBCQggU0SsCwJSEAC+0cAgW3/WrX7LWKlvL5oCgGbG+FpGZ9IQ2NHs1rOqj32aZrPzfEJsDocYYuzvFzC99oEIKizyhrrRhR1rstjcmEZwYLJCQTEutKsFNfuIdsRXFn9LhM01JWV9VdiaTTb6pl0qb3PXTu2ZGeigTF765TPZMrNY3IJYoyJQoCvj2xw4SKr8CUCkwCMgeLuYyJMwonb+jGZpPqeUwkdX6eBoG9gcZrrtL/snqj74jTf+X/50gATfCUm9xzAvrg1JSABCewXAVsjAQlIYIAEFOAH2CmpEjdYvyFmUQjaRWi/ajxrYY/L51jNjHenQkC8VhPChWRsf56Vrk5ypjiKYBTrSlT7SSrKYDV30cy5Qb9evWZS4N2LZrLF+OdJ2fRpjImi77smIdhSz9b6ScRYmNxB+I21t2LL/nsSG+GrCL7UI14TxbGNX4uLcC6X4zx7nHMVq/NPSqyHRdeKfqovtEN4b9tyiTpBDzu7DziXz2fSuCvi55OmTHQ5vgLjlGKS75R1bMCMMTB2LPDnIk1cfqfqicYmWKcEJCCBwyZg6yUgAQmsg4AC/DqonjxPtqU+NdkgjMYYq8vkL9vnLxizKFZk+XxccXeZCMZMANRh3BLOinvtN8tO+mWE61l5Ijy+vYnAp9BYVW28pzqZnOAyPswS6eOxsL07xuAVuwc4gsFW+FJZ+vzxcXRNrrCayrGGBE8UAjzn4CcePSx8eg4hrgi+fCqOLeZ1UoTpe8cDwZgwdnD07Rva8MaknaXY1t3GoV6LCJZ8wo7b7Es5fE2hTAo4vgqV0YjnjE/8FR+YXbs4eprsjuALFXX0t8SxyO9IoqskIAEJSKAnAaNJQAIS6CSgAN+JZRCe70gtPhBdFII7QhSX0RU/tr4jsBZ3l3mGeNYCYpyj1o3fNP1lCUCQ4/xrrCtTCKPtWf+LJ3e2WsfopWBywybmi+NGeIsxaAVXLgpEQK4ryor3K2qPxv6auLkFPcZYcW78PrExGRBjruIyOXZf1BH5ggHjrfb7kziYSIoxVrCuv3ww9pzxh23adTDjlM8W1n4vj6M+B89RiJvGr95hEmenYjKBLft1IGyKQHno46vm8qE42jF1+/h9X3QfRX/cMhHr+EzSPCt+mDFUEpCABCQwLALWRgIS2FcCCvDD7VnOCNer66yY8hJdrzY/M9Wvhaw4jylWcv++8WXVlvOsjfcxJ1uzHxXfrtU66sGLfYKXVq9OyvYWc7ZfXyP+8xQTGb+XSAiwMcaKi8ueGNvQhYqzp46spLPjINaJov73jKsVdOM1UWytp90Tj1iYBHh0zHnnmunPX008BOUYE/XbsRXBN9axQqjn84RjR/7AGbbsxohzpmJsMVbrSFzKx5np2o+jHNxQX/vdP455/c+k1G0TjwmfGGPFvQFPjq3u+0MZX/QNfZvmdyp+I3iu6nsJ2H3BlyXm9SfP+C8m17tH14qJpnYHRR2uXQISkIAEdpmAdZeABAZLQAF+sF0zrhgCelmh5AX9ymPf0/6wVbg923payNG/XVuVOc/O2fl2lbSkZHWYlXCEuFsVz8bkwrl5AmOT5JiTs9UIBrVgQdnPS0wmDuoz0/EaKzj8Qmxs32Vbb6wT9aDY3hk9NMXuBc6Ac1ndm1M5zmcjdMc6UTDg8jfaNfHssCCgcr6c/q+DbxAHAhVn1xG64jyi6OvXxedm0bV6VRyMsxhHFOftmRSoPWkD8dnqjhBdh2Gn3EvFgrDOGIt1rNgx8Iyx7egfBEsEdsJLCL9Jz47jbtFd4+ss8UcY5Qb8WCfqCbGxVTzGRO3r+OIrC/UkD5NpHCXh2Zg0vrGwO4GjGbU3k4LcF3HdeHb1J0I+k0U8i/RLoo1Vn4mmcUT/SEACEpDAYRKw1RKQwPoI1C9l6yvFnJclwGpru7W55IUghYBS3LPMpyewXYVnBZvVby6hYissL/essPJCz/ZjBPzvTbqiPhwLwmOMseKFH4Ft7DjBnxclLcJajCOKc9kIkVy2Rr2oHxMWCC6PSUwE/RgThQD38LjqOsa5VnWj5E558zQXtnE++ymJzyf6YhxRCO9saW5Xo49EqhyfiJ3JAASpWCeKPuV+A1a6WV2FGXcp0Mf09fknMU+zcAnZHWOFc4xjiokUjiTUAYwJtmOThlVYykBjp1zGZTuxwlEBxnKdT7FTL7bCw6D48buEgP7ZeNDn5M8YYCwg7MM9QRNFmRwjoB8mnqcsuzy+TjXhmMEz8NeNLxMz9AlHFdDt0RImS+6aNLCKMVFMkjG5wk4d+hDWjBny5ygKwv0kciz0U5+JpkRVSUACEpCABJYiYCIJSGAGAV6UZwQbtGUCvJAjSLfVQFBBQMNsw7rcCN8IxKzcteHc2s3lVGzn5vzxuRKhHhekQbj8mfgjOMQYK7aB9z13PU4w5Q9tQMBjmy5ltdFYJaRe1I9Ly+q6lbgPiWVa+gQNWiGk/nRqyKQELGLtpVip5ygEQnibgJVr8oQZwi593MYhHbffs8uiDStuhDry4Fb84ldMymAXAeFo7PiV8GLeK5Z5EytMFFAXtsEn+kTR1/Q5+TMGGAuTwFMW6sbuA56VU15HDJju2/higo2JiSMNjYNJLSZP0O0xiQSPYHTNWJiwi3FEkZY+hDVjpmtrPWP1KklFf8VQSUACEpCABIZIwDpJYL8J8IK83y3c/da9JE1oV1oR3jg/nKDeitVdtj5/pHeK0YgVY7ZC/+ZoNGJVD6Ev1rFiC/15x7aT/0HI+q1kU1aQY+2lYMCq8l0Su0v4j/dgFcIxwi3CFqvcMFi0shwX4OsAbHFmZbRverbGk47089LwpYPLJxKTJIuUwRZ/BMIHJG2fvmGcnyNxuyas4n1MkSf9Tt2o47EIlQds9218cQEkO2uqZh6xwpKt9Uc840CIv37M60X/U3Rf9dhEZPcFdzfEqpKABCQgAQnsKQGbJYGBE1CAH3gHpXqsnr8pZq1eFgcv4jEWUpyBPmdSsNrJKlr7As9Wb7bYskX2GxPvJtFs144x4pIzztFiL5qVT1buivukJtusL5RMED7YQv2u2BHUYowVdvwIIw7nvd86Dhn2HwRftrHDFqGT8+h83o/z36xqnqT2pL9dMviGaLZNU0ZXv7IVvfQrF8CRLkl6KSYbqDfbrdmtwdhpj2TQN3w1gcmecydXJgi4RA7hOc5eirHGBXbfmdj3jaavyTfWscJOO+4QF+ezmVSgbnH2Uvs0vrjbgnPv10rLYQKbWCeKFXTG2MSjsnwxdu49YBKOCRC2zDNBF++Jan8Lfj4hHF+IoZKABCQgAQlIYBoB/SWwbgIK8OsmfPL82S7L5XWcNy+am8SXzZkXfbbf8uL/Tcmk5ImJEHiZ+HHeGIE91olCEGMbPvGKRpgjv0mkWBDsEB5KHEzKS1AvRTmcF+dTZ6zIc8M2eaCx40cYcYjbK9NEog7kUfQl4lcfCYhzpupqV8lrnsl9AXy+DbYIne9LSQhRMVammNBhRZYyuvqVs/dd/bpIBRAan5MEjB225dftpm/Yts1xC7bln6R97PTgTDt9Tb6lHOy045GpQzs+49VLMWYYO4yhrvzxI4w4xO2VaSKddHwtkx7GTKbABDaFEyY7UxDCU7WpimeX+wyYCGif2Vm/BVMzNEACEpCABCQggRMRMLEE5hJQgJ+LyAgSkIAEJCDi/aRMAAAQAElEQVQBCUhAAhKQgASGTsD6HQIBBfhD6GXbKAEJSEACEpCABCQgAQlIYBYBw3aCgAL8TnSTlZSABCQgAQlIQAISkIAEJDBcAtZsMwQU4DfD2VIkIAEJSEACEpCABCQgAQlIoJuAvj0JKMD3BGU0CUhAAhKQgAQkIAEJSEACEhgigcOpkwL84fS1LZWABCQgAQlIQAISkIAEJCCBlsAOuRXgd6izrKoEJCABCUhAAhKQgAQkIAEJDIvAJmujAL9J2pYlAQlIQAISkIAEJCABCUhAAhI4ncBCNgX4hXAZWQISkIAEJCABCUhAAhKQgAQksB0CxwX47dTDUiUgAQlIQAISkIAEJCABCUhAAhKYQWDlAvyMsgySgAQkIAEJSEACEpCABCQgAQlIYEkCQxPgl2yGySQgAQlIQAISkIAEJCABCUhAAvtNYM8E+P3uLFsnAQlIQAISkIAEJCABCUhAAodLQAG+7nvtEpCABCQgAQlIQAISkIAEJCCBgRJQgF9hx5iVBCQgAQlIQAISkIAEJCABCUhgXQQU4NdFdvF8TSEBCUhAAhKQgAQkIAEJSEACEphKQAF+KppdC7C+EpCABCQgAQlIQAISkIAEJLDPBBTg97l3F2mbcSUgAQlIQAISkIAEJCABCUhg0AQU4AfdPbtTOWsqAQlIQAISkIAEJCABCUhAAusloAC/Xr7m3o+AsSQgAQlIQAISkIAEJCABCUhgDgEF+DmADN4FAtZRAhKQgAQkIAEJSEACEpDA/hNQgN//PraF8wgYLgEJSEACEpCABCQgAQlIYAcIKMDvQCdZxWETsHYSkIAEJCABCUhAAhKQgAQ2QUABfhOULUMC0wkYIgEJSEACEpCABCQgAQlIoBcBBfhemIwkgaESsF4SkIAEJCABCUhAAhKQwKEQUIA/lJ62nRLoIqCfBCQgAQlIQAISkIAEJLAzBBTgd6arrKgEhkfAGklAAhKQgAQkIAEJSEACmyOgAL851pYkAQkcJaBLAhKQgAQkIAEJSEACEliAgAL8ArCMKgEJDImAdZGABCQgAQlIQAISkMBhEVCAP6z+trUSkEAhoCkBCUhAAhKQgAQkIIEdI6AAv2MdZnUlIIFhELAWEpCABCQgAQlIQAIS2DQBBfhNE7c8CUhAAqORDCQgAQlIQAISkIAEJLAwAQX4hZGZQAISkMC2CVi+BCQgAQlIQAISkMAhElCAP8Ret80SkMBhE7D1EpCABCQgAQlIQAI7SUABfie7zUpLQAIS2B4BS5aABCQgAQlIQAIS2A4BBfjtcLdUCUhAAodKwHZLQAISkIAEJCABCSxJQAF+SXAmk4AEJCCBbRCwTAlIQAISkIAEJHC4BBTgD7fvbbkEJCCBwyNgiyUgAQlIQAISkMAOE1CA3+HOs+oSkIAEJLBZApYmAQlIQAISkIAEtklAAX6b9C1bAhKQgAQOiYBtlYAEJCABCUhAAicioAB/InwmloAEJCABCWyKgOVIQAISkIAEJHDoBBTgD30E2H4JSEACEjgMArZSAhKQgAQkIIGdJ6AAv/NdaAMkIAEJSEAC6ydgCRKQgAQkIAEJbJ+AAvz2+8AaSEACEpCABPadgO2TgAQkIAEJSGAFBBTgVwDRLCQgAQlIQAISWCcB85aABCQgAQlIAAIK8FBQS0ACEpCABCSwvwRsmQQkIAEJSGBPCCjA70lH2gwJSEACEpCABNZDwFwlIAEJSEACQyGgAD+UnrAeEpCABCQgAQnsIwHbJAEJSEACElgZAQX4laE0IwlIQAISkIAEJLBqAuYnAQlIQAISOJ2AAvzpLLRJQAISkIAEJCCB/SJgayQgAQlIYK8IKMDvVXfaGAlIQAISkIAEJLA6AuYkAQlIQALDIqAAP6z+sDYSkIAEJCABCUhgXwjYDglIQAISWDEBBfgVAzU7CUhAAhKQgAQkIIFVEDAPCUhAAhJoCSjAt0R0S0ACEpCABCQgAQnsPgFbIAEJSGAPCSjA72Gn2iQJSEACEpCABCQggZMRMLUEJCCBIRJQgB9ir1gnCUhAAhKQgAQkIIFdJmDdJSABCayFgAL8WrCaqQQkIAEJSEACEpCABJYlYDoJSEAC3QQU4Lu56CsBCUhAAhKQgAQkIIHdJGCtJSCBvSWgAL+3XWvDJCABCUhAAhKQgAQksDgBU0hAAsMloAA/3L6xZhKQgAQkIAEJSEACEtg1AtZXAhJYIwEF+DXCNWsJSEACEpCABCQgAQlIYBECxpWABGYRUICfRccwCUhAAhKQgAQkIAEJSGB3CFhTCew5AQX4Pe9gmycBCUhAAhKQgAQkIAEJ9CNgLAkMnYAC/NB7yPpJQAISkIAEJCABCUhAArtAwDpKYO0EFODXjtgCJCABCUhAAhKQgAQkIAEJzCNguATmE1CAn8/IGBKQgAQkIAEJSEACEpCABIZNwNodBAEF+IPoZhspAQlIQAISkIAEJCABCUhgOgFDdoOAAvxu9JO1lIAEJCABCUhAAhKQgAQkMFQC1mtDBBTgNwS6RzFnTJzXRv9fpZ8a+yrUXZJJne/n4z5ftGr7BNq+qftp1fZVjadNUvupFFZz4BnhWYn3zqqzpeYfi67bRTvjdUy1cX12RyOZHBsmekhAAhKQgAR2nYD170tAAb4vKeNJQAISkIAEJCABCUhAAhKQwPAIHFCNFOAPqLNtqgQkIAEJSEACEpCABCQgAQkcJbBLLgX4Xeot6yoBCUhAAhKQgAQkIAEJSEACQyKw0boowG8Ut4VJ4BiBB8fnS3rqH0+8L0TX6qpx9E1/48RVSUACEpCABCQgAQlIQAKDIbBYRRTgF+NlbAlIQAISkIAEJCABCUhAAhKQwFYIHBPgt1ILC5WABCQgAQlIQAISkIAEJCABCUhgJoFVC/AzCzNQAhKQgAQkIAEJSEACEpCABCQggeUIDEyAX64RppKABCQgAQlIQAISkIAEJCABCew7gf0S4Pe9t7bbvrOk+JtF/2n056L/r9Ifi/0p0ReO/rLovupsiUjaktdr4z5jNJeyXSzmm6NL2D/H/vvRF4o+Q/Q09ZUJuEL046LfH/1f0SUPTNz4PzL+Pxk9K68EdyraSFtpc11/8ofNO5PqAdE/EE1bYgxKwRjW1BdNG+gLKvlD+fOS6C9GE0Z7Xhb7T0XT7hidirALJOQ3omk/6UhfNPn9VcJgdrmYxI9xIkUe10oOjEn6tZT1t/GjnHljJdFmKvruuxPjl6NfGf3J6FJGMfEjjGeDZyRRNqrot19Jie+OhnGpV3leLhP/ZcZ4ko022X76knHBM07dSzsYR/jxrFIf6nVSvYnfCJifKxXld+ZDMeu+Yaye9DcoWaokIAEJSEACEjhEAgrwVa9r7STw7fF9cvSnon8nmhfpr4lZq++MgxvO3xgT4em6MXmBjbGw+oqkeGj066IRCGOM1dfn789EU8YlY7bqzPEg3WdjvjT6ltHniEYwiDFRuPG/XXwQ/D4Q81LRfYQD4lAH2kg9aDNtT/KJgs154rp7NHn/WUyE4hiDVvwW3CY1/IvoK0XjjjGiPZeP5Q+jbxrdqq+Kx22jGR9MuNwxdtpPulgnivwQhmH28vgS/yTj5PzJ433Rz4lmTNKvsY7Vt+Yv5fxJzPdEXzx6EUU/M4H09iRi0uFhMS8dfdboVuFHGM8GbXpUIjAWY6xVwfc3U8LfRfMlA4RFGMc5VuV5+eO4GIfwirWX2mT7KYvnj75kXPB8UfdSUdqJH8/qs+L5DdHLKvpl3b8R1I3xxrhjUoXfme+LZ903jNVlf4OSlUoCEpCABCQggUMmUL9UHDKHVbR9H/PgxfodadjPRfdVCDTPSGQEGl6+Y+2tGI8IgKx4Tkv0lgT8eXStfjQOXpjvFJOX4xi91fcm5quifykaYSJGp2JC4q4JYTWQNsbaSyE4IRTDcFb+vTJbYyRWslktpA+6imHS4hVNAJM7r48fgiTCUay9FfEZJ49OikX77JpJg3BO38U6U/1gQl8dzeREH/7UBSGPCSTGVZIupCjnTUnxXdHrUt+RjNlBwcRJrHMVnOB1jbkxR6NNtp+y7pE68fxRx1hnqmsn9LnRywjx9OW6fyMYX0w2MN4Yd6lqL0XbYXCfxIZJDJUEJCABCUhAAhLoJvD/dXvru3kCgysRIYnVu2/sqBlbrp8W/ydE8+L53zFbhcDKy/bXtgEz3Ky4s3JdorC6SDlo7Pg/PX8+E10UgtKz40CoiXFEfTwuwqgnmrp+Pn5d6r7xPG/0NHW1BNw/ulXUqy6DCYb/bSLxnD0mfj8RPUQFO4RW6kn9/jV/aNOTYrJ6G2P0wtFo9Nej0//Rr2xT//HTvSa2f4rtD6Jhjsb+L3F3qVvFk+35MXopxgiTQ7WgU+pLWa9JLl38mZyYJ8AigE2bQGLcsJuCMtCMyY+krC71w/G8V/SXRq9aseOBZ6DmTnsZd6VePJ9tufCij9kF0YYV9ybbX8q6Xym8Mvk9YczQHkzYl2B237DLAQ7Fb565qd8IJusem8qU5yjWsWLs0w7ag+Z3iDaOA6s/94593hhNFJUEJCABCUhAAodMoH3ROGQWu9321db+x5IdQlI7Pp4Zf7YnIwSwRZlt6pyx5WX6eglj+3qMieIs+q/H1VeQQcjgxR6B5A5Jx/Z0ykGz2stKFau2CRor8kVQ+v6x6/Q/vx0rEw+8uLMiRj3R1PVMCeP8OmdQY52or47tJtGUH+OI4mwzL9c1jzckxvdEf1t0XQbbuVld/tX414r8aRN1rv2HYKfNsKcuD88f+pg2ca6blUT6gckLziUneKxunb9sHY8xUWyzh8k3xYcJD5ijsbNqSl6s2Cd4oiibOIyhiecMC0csCsO/STzqQN7Ul3zYNdLFn75DuEK4TrJOxQQOq6B1IGVwNpsJCyYPKAPNmGRrNP5sYa/TYGcCjPZiX6WGV9nZghB4l2TOnQaMu1Ivnk/ayV0ECZ4o+oaJtYlHY9lk+y+SslvhnfbcPP60jzFDezBhTB/QFwkeIcT33QXDWNnEbwTn6u+Wyn1ddFEfjYXfUn4/aAftQfM7RBtpK21OtLGib5lAor1jD/9IQAISkIAEJCCBlgAvta2f7uEQuFGqgtB0Uo0QnaymqyoEQYrV6PpFFIGa7brXT7y/j24VFzQh3CM0vLUJ5IWVF+7Ge6bzngllWzb5xjpWMOCFmAuuxh75g4CEoBTrRCFo/mJcn47uUuTDFmfOOLd1RQiq213S8xLOGePiRvhnOy/no4tfbbJiCMN6NwHhCCHtZAP+Q9GsqCMQ/ntTIQSnf6j8vjn2VhDkLDrb8KcxSZIRq/lM6jwPR6U5M89lbJXXXCsXg100sdiuTJ/GOlGF/8/Gh7EbY6yY1EFAQqgbe1R/EJ6YwGGipXgz1pkQYCdKPRZLOCaTVghupMVdNOOIdhX3qk12HSAEPyQZt/0Vr9F78wehEU6xTtQlYkPgj3FEbbL9/MZwqbVUIAAAEABJREFU8d6XVzWgPdTtifGrhdo4R7CnD+jvtj2Ez9Kb+o04eyrBb0qMsaI9Px0bkyjt+Iz3iDbS1hvGUYezS4eV/HirJCABCUhAAhKQwHECCvDHmRy6D2dFETRrDg+Mgy3g9YtmvCaqWD4RCxeTIfjEOlaMMS5y4qV97DHnD2etOWc+ryyyYSUdQQk7GsGaM9V90rLN+xEkqjRCJCtjldfYeu78RcCJMVZsV/7HsW36H+rAFnTqVGKxUswqZ3EPyeRm7MenQggWMWYqJjO4hKtEQlhhwqJPWoRNuP9PSRyTFUdWKWPtpSjvBonZtVU83mMFf44BMHbHHqf+MOGDUHfKOTEov51oIu2HJzGmWyiLLdLthBA7QKanWj6E8tgBwTiclQt8mAir47BroH5mStgm29/1G8MEIRNrpT5dJu1B4P1CV+AUv039RrDrgee7VONdsdRHTuLsVOxaqe+W4HemHYedCfWUgAQkIAEJSOAwCSBcHWbLbfU0Agjg9coYAmhfoZg8EXgQfLAXzSrmjJvYS7SxyW3TrPiOHXP+sNqL0MnLMudMn5/48wTrRJko2lYLA9x+zeryJMIpS9lefso5QsjvWsUt4cXkE2NcuMdkAeen2doPnxI+JJMbs+HRp060hzFBm7CzOto3Lflzdpy7A7Cjmdz5Fiw9NefZ5wmvZIWgyyQKk0K40QivrPRirzUr9ewiQRAnPsLiH9UR5tgZf6x619HqSY7a/6R22s6n/frkQx8xaVLiThvjm2z/VVKZ+jeGOr4ofn0UbeerGH3iEmdTvxHt7wG/Ee3vBvVpNX3DsRLGD79jjFd+A9t4uiUgAQlIQAISkMCYgAL8GIN/ThHg5f6Cp+zFWFQoJh2CT73lmm3J9aVbxJmm+XRXvTo7LR7+rFzdajQasaLH6hc3Wo/W8K/dtnv1lMEKMKtlsU5VCJAcg+BMOOenfyExEVZiDE59MDViZTvGXIWgwa4K2kTbrpMUffssUU+kqCOXI/bNhFVQJhjq+AjwrcDF0QyOX7DtnPsWWFHlyEadbih2LkGrL3KcVS92xTDJUuIwZrt+9zfVfrbvsype6oO5SHt4ptih03e8beo3gt87hHHag+b37vax9BHimfDk94vfMe6d6DuZkexVEpCABCQgAQkcGoGuF7lDYzDk9nLTNS/cJ9V8/qxPO7msrF415GWZW737pK3jsLqKIF77Xah2zLDzybUZwasP6pEjn9JjVbZE5blhFZA28sLdtWpf4u6KyQo8/T30+vIpMFbH+9aTNr2yicydBmwZb7x3xvm2E9R00d0OJyiqMykTPif9jWFCjS9MdBawJU8mwHiG6uK5EPF98eC8PxNC/I7HqZKABCQgAQlIQALLE0AQWT61KfeNADc7s0JW2sW2zlpwLf7zzP9IBC5vijFRnAeu854EVBZW1Siz8lq5lduiuSiKm8M5f8rugHmFsIqLwN7GY8WM2/pZfWPrPrecc8M0ZbRxh+5mpXaddWQlkksOudiPSSEmi5Ypj1Xxf1swIQI/Y6skY5x/S3GcwEQg48Z+dmO8PPlgxli76nPXwNorkQKWaT8TJ9x5kORj9bn8rXcIxDlXkYat8XMjLhmB53fR3wh2RHCspC2SL2fwW0N9GbfsHuCziTWDNo1uCUhAAhKQgAQkMJWAAvxRNNzAzYrdIpo0R3PZXRerc7yUlxbwosyW5eJexOR27kXiE5eL1OptqPgto8+QRKz0sVWam/O5yItzpbSH/NnGzqoYwleizlWMh4cl1qxzx5THN83Zrk0ZnH1ndR6BJUmnqcH4L9NfbeUZO7QX4Ycb4LkhndVvtmfTt6yePyCJ6hXYOBdS3GS/UIJEpj8oP9axYny0W+jHAVP+MPHE1wPYXs+4eVbiMSnAuXEmuH43bi5+3MTvKXc2sMMlRW5MrbL9TJzwO1Mqz4Qdd0UUdx+TrwzAvU/caXEYAzyzq/qNoBzGBZN42Ls05+L53CETh/yucm8E4+k7uiLrJwEJSEACEpCABLoIbOKFs6tc/Q6PAJ9Z4hvs62o5L8d82gwhkdVWVsRZ6X16CuSGaz4RR5w4l1KssF0jKZmw6bMCyhlYVuc/lTRvjqZ8BNxYV6i2nxUr66wovjFVgTvtZYKEC+HuHL9LR3O3QoyVKD4ptmhGjAUExb7p6CcuXWTXBZM+rJyyRfoFyYDVVM78L7uDIFkMXu1r+3n+1/kbwe/CbdK714vuMyHGRBbjieMAbLXns3NMLCS5SgISkIAEJCABCXQTUIDv5qLv6gmwysbW+lXnzAsvN+ezKonAxTbtvmWQhtX1vvFZyWVVGYGU7373XQ3msjd2AHDJHgJv3/LWHu8EBSDk8XUBBA9WFLmYrO/vCdxZvT5B8Qsl5cZzxkmfRFxg97xE/MtohD2EvljnKlZU+whtczPacoR9bD99v6nfCCaYmLz6xvTjVaN57mPMVXza8IWJxaRf3zGX6CoJSEACEpCABA6NQN8X7kPjYntXT4Btr6xQrTJnhGFWsJ6RTM8cPU0hLHKOne+C/2Ii/Ug0Qh0v2AjlcS6kaMtTkoKXbj5LRj5sn8U/3lPV/RLC7e0xdlohvMOR4wKc8Z3VmL9PIJ9mY+cCuxDYPs3uhGXP3COMJcuFFBMus8ZHyYw7Dd4UB18ZiDFVsZrPLoOHJsaVohHWKAMBLM6dVfvY/m39RvBbx23yfNWDMX/ZjIrHRTORGWOqYtKI4zqLHPGYmpkBEpCABCQgAQnsHwEF+KN9ijCIcLKIJs3RXHbXhTBbr0hz9hUBdZkWfVuTiO3Vdd5N8FJOtrT/UkdKzl3zIvwDCePlGaGPLfycP/2t+LG6ygt2rCdWbK3nRZ0z3xwRoN03T65vje5ShO36rfWccWfct78fXFyIYH+uNBwWPEfcM8DZcXYu8A3vahdGYi2u2Ha8aCrGABM2JR0r5QjhxY3JpWLcldCeR+aCNep+yURCUKfNfPKLXRWcX35p/D8dvetqU+1n9wXn+AsvmDJGiruPiXDbd5V6CL8RjHl+k26dxvHs02aOYfCJOyYX431E8VvC5OARTx0SkIAEJCABCUgAAryMYqolAAEuhqoFGwQVPn9E2CKal2vOENdpWAGft0Jdx59nR+C4YyIhJMYYK85f87k6VrueGh8+N8XLc6wbUUxQIKA8MaWdPxph8A0xa8WL+Xlrjx2zIzzdIXWub+9nMgSBhHYxQcI9BJwdT7SVKyZIGF+jUf+sOVZBvUsKVv/rcY7/FfPnotG1YsWUryewe+C1CUBQp49j3Tu1qfa39xEwjujTRYAyOUS/zEszxN8I6sw4ek4sl49m5wY7iGKdKCZNuRRx4qFFAhKQgAQkIAEJFAIK8IWEJgT4HBqf6cJe9EWKZQGTVSaEpjoJt7LX7pPaWeU9X5MJAj0XxjXeU50IAQgQUyMkgEmMG8VEKOfW6A/H/j3RfRSCIjfRs4pbxz937dgxO5e3cXN3XW1W458bj77CLees+ZRbkiysGFeMr74JEdzb+jLB8K9VBsS5VuXGynjlzgJ2peCepxEq+46LeXltOnyT7WfihOeobiOfXqzd8+xwbicIu9Js6jeCHR4cu3hMKsEuFI6N9P3dZDcIx2rekbS1Ok/t0C4BCUhAAhKQgAQKAQX4QkITArxctwIwK6usJBPeV187EflcVIyxYsvstC3l4whL/EH4RvAoSflU2duKo4fJyj2XsM2Lysv5fRPpptFs3+bMN2fo4+yleJl/b6+YuxGJ7c5sAS61RWh/XRyYMXqpcha+V+QmEuOKLfyN91QnOx6u0ITyzfa6vgjfjKc6GpePsVJa+9X21k76RcZFm36b7k22n1043J1Qt5fV/0V+Y/jqwbyJN/KnTzbxG8ERndunwF+IRvBmjHKpY5y9FOPsL3rFNJIEJCABCUhAAgdPQAH+4IfAMQDcoFx/M/v7EuOW0Qi8MeYq4vMyW0dkG/mqhVjO59dlcFlVfc65Duuys0J2i66Axo8tv+3kww0Sh/JizFVs422PIbC1f27CgUb4ytQLgSXGWDEu+rIgAePj7lhOoO+ZtHzDO8ZMRb1+OTHYkhxjrFj95fOCY8epP7SnFQhb96monQbl3DshdTlxzlKDCtt0+1+S1nNrf4yxYkz0/Y0pcccJ5/zZ1G8Ex0X+pKnLNeM+S3QfRT2ZbKjj9v3CRZ1GuwQkIAEJSEACB0BAAf4AOnnBJrIFlMuV6mQITFwWh7BW+7d2tkYzAXC2KoBLmjgX3XcrcpV0ppVvJ9cRWEXkRvB5dSQNN0M/P5ZW4Cdt+0xw+R7bwxN9othhwHZ94k88OyyEs/2+fjnnmAKMO6LvhBfHARBY6sqySwMhtvbrsiN8cVN7PT5KvD7pS1y20T8wDnZHxOhUCKV3SgiXGcaYKL4ewKTMxCMWxiY7JWKdKC6taydeJoGVhTo8Km7GRIwjitVfxsARz5U4VpvJptvPJZLcUVG3gkmdG8djFi+Oszw+cbrGT7yPqU39RlDwi/OnnvjkDowHxa/PuL5y4l0suih+c15fHJoSkIAEJCABCUigJtAKK3WY9sMkwMs8q4n1Chkk+LQR38dGSMdda4QlbnvmHCefCKvDODvOTd213yrsrKRy6V6d1/3j4MIxhKpYjym26f52fPlUWL0NPF5jRTq2v44d1R+2/HImuvIace6bW8unrbLx2TLOxCJo1un43Nxf1R47ZucywnY3BULyI9MO2hzjmIIRY4p0CN/HIsTj+6MXUdwtwO3/fF2gTUd5T4pny56dII+Nf6vY1v3GxpNz1i+I37Sz1ghm3K7P1udbJV6X4nK2RS/c68pn5X5NhptuP8cXHp461DtR+L/oyfHjmWrHEUI9n7hjlZuJlUTrpTb5G8EuHT6XWFeMHT48711jlHj83tw1Fi6xo42xjtXL8neR40CJrpKABCQgAQlI4FAI8NJ0KG21nf0JIIjzuTNWz+tUXNT0N/FAiGMFjdUwPo+E0I9w3wrFr0rcO0dzS3mMlSrqwAt/nSnjmVUvPu3GGWbqh2bVlzPyrMjxKaeShgukWBEvbkwEM8xac0aVC81aHrdJJG6+52K7wgMTN3X4+YTXCoEFwQUBpvbfJTvtenRHhWkrdyi8O2FM2sAd4YVJFhj9WvwLW8bDx+KuFZNAtXuanckg7lQg/NL5w6WLCGqlTCZaKI+dDwmeKMYtl4VR/4lnZXl67O0qPEIjq8W0gbbQJsqhjXzdAAGfOxGSdKzo97pvaVMtmI0jDfTPIu1fRfvpf46itBOFPFOMoz8LJ3jDnWeU3yTuM4h3b7XJ3wjGNGOcsVdXkN9MxmjXGGInC79X/G6VNPC4Xxz8psZQSUACEpCABCQggaME6heHoyG6Dp0AAvlVAgEhN8YRxZZwBCRWmBCiimBWR+LFm3Og0wSmOu4ydgQldgWwWtWmpz5clEb90D+dCHyuKcZEcVkfF05xHnfiGcs0IYGJClZ9W4YLBoMAABAASURBVCE+SUYIcYUHJm78a42QST0QXGr/XbTTt10r2fyecPM3F/7Bna31XHpXt/EjcXDBFyutsU4UK/N9hF22FrPLou4HLhcsZbY7QCgA9nyya9bRBYRvhEcEMdLUmjbQFtpEObSRtpY4pOHeh5+JB0JZjLFi5ZU7EMaOgf/ZYPsnJN4SG0cPEFpjnSjYclEhvOHe3nfAM98+t5PElWXTvxFM9lw35bftiddo3hgiDsI/v5lwwa2WgAQkIAEJSEACxwjwonTMUw8JnCLAaieCFd8sPuU110BAQ/DnRXZdwnupBPnz+S/OIBe/eSar8AhafPObFTpWbOs0fH+ZS6VqP+wIA5yfvkAcCIQxeikETerHhML7eqUYfiQEVlazfyVVxR5jrmIiiDQIvzBnFRemJSFCPUJOcU8zScPRBCZDyHNavOLPboG+7LkX4bJJyBiO0UsxJthuz4QEY4uV/pKQLfTnLY4dMLfRfibGGBPsZuiD6GGj0YjjOuyK6RN/k78R1If2/FgsHNeI0VvxG0u6V/dOYUQJSEACEpCABA6SgAL8QXb7Qo3+RGKzCvadMbkUjK2tnJmNc6wQUFm9Q4BBuGU1lNUxBK1xhDX/oS4IhtSPz729K+XVQmVbP4StZyfOF6NRnKutV8y44I4XacK6NMIn56JpJ2esKY861HG56I3jAzeMJxdvUb8+wmai74yC8UNTWy4Uu0PMdlzEa4RAy5ECVr85XsFERtkazNnx+qZtdnX0Pd/M2OLSMO40YEySF/1MmWgE8AfEwpi4bcxF2PNJvHMmzVWj2YVCX8Y6UWzvpm85YkKbbpIQnpEYI4TK9oZ7tomzI4TwXdDbaD/8WHlmsvBxgcS4iTFRdX9yJKeMoUmEORaeT55BxsN9E5dnlvEb61gxdurfsJP+RjAxyKV0lMf45Nlg3IwLO/UHN/48O9y7wW8sHE4Fa0hAAhKQgAQkIIFuAgrw3Vy24cvW20ukYLYRF82tzPE6seLCtZInJhdrLXpJEiuL/y81QUhnhZp80Jzz5QIythDzQloE40SdqzhzjOBGPuhl6lUKoX73iYNzy9wuT37oefV7T9KwvZ646K+Ie97qGQLkBxOPc/GUV/MgD7b8XibhnCtmBTDWlSj6DEaUUTQXuS2aeddYWyYfykVo5QK7dlxQP/qWC+74qkEtMJGOm+ARlIlXNLwIqzX1KuGYjOUSjmDOmDx3POhnwtHcds+XExgTCVpYUVfKZXcHfUmeRTMhQ99yFp6215kzLtiGX+JiIpiRXx2vHffEo7w6TrG3cel/xkEJn2e26WeVVfKivtRnXe0v5dQm7LjkkDsqGDfUs+iu/uS3sYT3ZcJ4OOlvBGX2+Y2gbZTH+OTZYNyQtmjc+PPs8CwQXy0BCUhAAhKQgATmElCAn4vICBKQgAQkIIFVEDAPCUhAAhKQgAQkcDICCvAn42dqCUhAAhKQwGYIWIoEJCABCUhAAgdPQAH+4IeAACQgAQlI4BAI2EYJSEACEpCABHafgAL87vehLZCABCQgAQmsm4D5S0ACEpCABCQwAAIK8APoBKsgAQlIQAIS2G8Ctk4CEpCABCQggVUQUIBfBUXzkIAEJCABCUhgfQTMWQISkIAEJCCBMQEF+DEG/0hAAhKQgAQksK8EbJcEJCABCUhgXwgowO9LT9oOCUhAAhKQgATWQcA8JSABCUhAAoMhoAA/mK6wIhKQgAQkIAEJ7B8BWyQBCUhAAhJYHQEF+NWxNCcJSEACEpCABCSwWgLmJgEJSEACEqgIKMBXMLRKQAISkIAEJCCBfSJgWyQgAQlIYL8IKMDvV3/aGglIQAISkIAEJLAqAuYjAQlIQAIDI6AAP7AOsToSkIAEJCABCUhgPwjYCglIQAISWDUBBfhVEzU/CUhAAhKQgAQkIIGTEzAHCUhAAhI4RkAB/hgSPSQgAQlIQAISkIAEdp2A9ZeABCSwjwQU4PexV22TBCQgAQlIQAISkMBJCJhWAhKQwCAJKMAPsluslAQkIAEJSEACEpDA7hKw5hKQgATWQ0ABfj1czVUCEpCABCQgAQlIQALLETCVBCQggSkEFOCngNFbAhKQgAQkIAEJSEACu0jAOktAAvtLQAF+f/vWlklAAhKQgAQkIAEJSGBRAsaXgAQGTEABfsCdY9UkIAEJSEACEpCABCSwWwSsrQQksE4CCvDrpGveEpCABCQgAQlIQAISkEB/AsaUgARmElCAn4nHQAlIQAISkIAEJCABCUhgVwhYTwnsOwEF+H3vYdsnAQlIQAISkIAEJCABCfQhYBwJDJ6AAvzgu8gKSkACEpCABCQgAQlIQALDJ2ANJbB+Agrw62dsCRKQgAQkIAEJSEACEpCABGYTMFQCPQgowPeAZBQJSEACEpCABCQgAQlIQAJDJmDdDoOAAvxh9LOtlIAEJCABCUhAAhKQgAQkMI2A/jtCQAF+RzrKakpAAhKQgAQkIAEJSEACEhgmAWu1KQIK8JsibTkSkIAEJCABCUhAAhKQgAQkcJyAPr0JKMD3RmVECUhAAhKQgAQkIAEJSEACEhgagUOqjwL8IfW2bZWABCQgAQlIQAISkIAEJCCBmsBO2RXgd6q7rKwEJCABCUhAAhKQgAQkIAEJDIfAZmuiAL9Z3pYmAQlIQAISkIAEJCABCUhAAhI4jcCCfxXgFwRmdAlIQAISkIAEJCABCUhAAhKQwDYItAL8NupgmRKQgAQkIAEJSEACEpCABCQgAQnMIbBiAX5OaQZLQAISkIAEJCABCUhAAhKQgAQksBSBYQnwSzXBRBKQgAQkIAEJSEACEpCABCQggf0nsFcC/P53ly2UgAQkIAEJSEACEpCABCQggUMloAB/es9rk4AEJCABCUhAAhKQgAQkIAEJDJaAAvzKusaMJCABCUhAAhKQgAQkIAEJSEAC6yOgAL8+tovlbGwJSEACEpCABCQgAQlIQAISkMAMAgrwM+DsUpB1lYAEJCABCUhAAhKQgAQkIIH9JqAAv9/927d1xpOABCQgAQlIQAISkIAEJCCBgRNQgB94B+1G9aylBCQgAQlIQAISkIAEJCABCaybgAL8ugmb/3wCxpCABCQgAQlIQAISkIAEJCCBuQQU4OciMsLQCVg/CUhAAhKQgAQkIAEJSEACh0BAAf4Qetk2ziJgmAQkIAEJSEACEpCABCQggZ0goAC/E91kJYdLwJpJQAISkIAEJCABCUhAAhLYDAEF+M1wthQJdBPQVwISkIAEJCABCUhAAhKQQE8CCvA9QRlNAkMkYJ0kIAEJSEACEpCABCQggcMhoAB/OH1tSyXQEtAtAQlIQAISkIAEJCABCewQAQX4HeosqyqBYRGwNhKQgAQkIAEJSEACEpDAJgkowG+StmVJQAKnE9AmAQlIQAISkIAEJCABCSxEQAF+IVxGloAEhkLAekhAAhKQgAQkIAEJSODQCCjAH1qP214JSAACaglIQAISkIAEJCABCewcAQX4nesyKywBCWyfgDWQgAQkIAEJSEACEpDA5gkowG+euSVKQAKHTsD2S0ACEpCABCQgAQlIYAkCCvBLQDOJBCQggW0SsGwJSEACEpCABCQggcMkoAB/mP1uqyUggcMlYMslIAEJSEACEpCABHaUgAL8jnac1ZaABCSwHQKWKgEJSEACEpCABCSwLQIK8Nsib7kSkIAEDpGAbZaABCQgAQlIQAISWJqAAvzS6EwoAQlIQAKbJmB5EpCABCQgAQlI4JAJKMAfcu/bdglIQAKHRcDWSkACEpCABCQggZ0moAC/091n5SUgAQlIYHMELEkCEpCABCQgAQlsl4AC/Hb5W7oEJCABCRwKAdspAQlIQAISkIAETkhAAf6EAE0uAQlIQAIS2AQBy5CABCQgAQlIQAIK8I4BCUhAAhKQwP4TsIUSkIAEJCABCewBAQX4PejEgTXhbKnPx6L/r9I/Ffuuq6521W3sY/9kILw/+nHRMPmamPuozpdGfT66ZkJ743Uidcakfm10nS9u/OOtkoAE1kfAnCUgAQlIQAISGAIBBfgh9IJ1OBQCZ01DzxF9y+g/jP5s9G9GnzlaJQEJSGB/CdgyCUhAAhKQgARWQkABfiUYzUQCSxHg+bttUr4n+kejVRKQgAQk0EFALwlIQAISkIAETiOAAHGazb8SkMC2CHxHCn529HdFqyQgAQlIYLUEzE0CEpCABCSwNwQU4PemK23IFgg8LWV+SU/Ns/aNiXvhaLbPxziivj+uh0Z/WbRKAhKQgAQGQ8CKSEACEpCABIZDAKFiOLWxJhLYXwJcvPbpNO9N0VeL/tno/42u1TXjuES0SgISkIAE9oWA7ZCABCQgAQmskIAC/AphmpUEehJAmGfL/N2a+DyP14sfq/oxVBKQgAQkcOgEbL8EJCABCUigJoDAULu1S0ACmyGAEP/UFMVn5WJM1E/EdpZolQQkIAEJSOCkBEwvAQlIQAJ7RkABfs861ObsFIF/TG3/OLpW3x2Hl9kFgkoCEpCABLZNwPIlIAEJSGBoBBTgt9sjX5vi/zSa1diiHxD3oupLk+C50SUPzN+Me5ZimzbC4i8n0iujPxlNulrjR9jNErbJVWFuZf+VlPnO6P+KLnX6Yuwfin5k9LmizxDdV/1UIpZ8MO8SN+qr8odPuf1tTPzRH479/tHUI8ZaFeXWBXx5HNQpxlxF+38ysR4b/bFo6l705+JmbN0+5jdH91VnTMTXRpd8yPdscaN+KH9eEk0/EE4ZL4sbtrt0+R79ugvji37j2XthGP9dNMxr/c/xo495hmlTnCoJSEACAyJgVSQgAQlIYOUEFOBXjnShDD+T2AhAMSbqcrF9ffQi6jsTmdvNY4wVQu8zx7bjfxDcLxbvt0f/VfTDoi8dfdboVuFH2O8k4FPRj4o+c/S6FALiK5L5x6MfHH2e6FowZLx+X/xuF/3u6PdEXyqaNsVYWH17Urw+msmOb41Z1PfGco9o+oab42PdmGIyZl7/I7hfJzX6aDQC3K1iMgZiTNTXxIZw/4iY/xDNmXvaG+vCCu63Saq/iL5SNO4YI8q4fCzcqn/TmENXuzK+Sj3pN569nw7YMokS60QxTuhjnmGemecnZNk+TlKVBCQggWERsDYSkIAEJHCcQHkRPx6iz6YIsHL+r1VhPxr7D0cvoi6byN8SXdQ7YnlvdKsQhvlU2esSQDkxFlIIcdyivuot3gjgN0pNWHGnLbH2Uj+YWK+KRtimbbH2Vgg/T0nsH4+epp6TACYuYmxMfSElsdoao1MhNCPUPSuhrdAer6nq2glhXDDhEetC6lqJza6Hab8X7CJg4iXRBql2ZXxRT54xJkoWeQ4K9KvHQh/PGtOJopKABCRwEARspAQkIIG9JDDthXwvGzvQRn0k9fqz6KJYgWV1tbjnmV+ZCFeNrtUL4mB1P8ZEIRzcMS6228Y4oj4fF3V4Qkz002JSrxjHFJML94ov9Yz1O0xiAAAQAElEQVRxYkW97pxcuNCtSwj/y4Q9KZp6vSVm++m1eI3ulz+sonelT1CnQlBid0EJfGsslPEHMf87mkkVJldiXZui7UxC1AV8No5/ie5SHLmgfj/XEUidmcygDfQfW9/baOwmYFfBNdqAGW62ZjPpU34r4MJqPn3ygVPp2OL916fsQzNgvCvji37pmiihb98VsDCnfzER8rueBfqYFXmOQiSJSgISkIAEliNgKglIQALDJFBeyodZu8Oo1b+nmQjcMSYKwZIX8YnHDMvZE3aB6KIQsDinXNzFPG8s94mu1d/EwZZ9BEPyuGXc6BvHZKs6/mxlj/OIumZcreAZr6UU56cf1JGScin/RxLGOWDqxXZhBBPOryPUJGiibh0bW+tj9FKsZBMRBtz8fv44KONqMQm7SMz2hvh4rVRxB0G70opQzN0DbUFMmPx6PBkbMSaKHQL0B+fmLxNf2kD/kTfCdzu2mOR4YuL9WHQfhQBMGuI+PH84avAzMekTxgC7ALgvgLPZ8R6c2pXxRV/Rv/VvMrsxbhiijEd2zMCc/sU8d/x5Fn4xZvsscESG8ZsglQQkIAEJbIWAhUpAAhJYE4H6ZXFNRZhtDwJsP2Ybcol6zlh4YY8xVyHQfUMVi5X0dvUcIewmifPV0UX9fSxsp+YWdC4li/OYYjX4bvElbYyJ+rrYOJ8e40Tqm5L6gdH1OERouUr87hpN+TGOKCY8HhIfhG6E71gnijTsEJh4zLFQFlvL/7yJh0DEyv//NP6rdNInXDD3bU2mXCDH5XCN9+iS8UB4izFR7BpAEOfsc1cffiIxEe65pK9eraX/7pswhP4YvRTHDZg4gX+dgD7grHbt12XnnDxC/kn0vyXji0f3Vbs0vjjnzqRZaRv3WFwhjqdHMx5jHFP0xW/Fl3jEj3WsGFsXHdv8IwEJSEACO0nASktAAhKYRqAWnKbF0X/9BBCC3lAVwwt4uy2+Cp5YEcAQdicesfxuNC/2MSaKG+QRACcesSA4c9t6rDMVAhfbthEW64irOAfPBEIrcHMhW9cOgrps7JyXv34steDCroVbxA9+MeYqhMq3zY21+gj0268mWwT4GBPFajrn7icepyysvnNJXP28MgFz3YQjpMeYqui/xySU/o4xUVxG13eVFsaPT8ppgmSCBql2ZXxxDOaKDUG2yr+x8Zvm5CLGFzWB7MDo+xw0SXVKQAISkMCOE7D6EpDAHhOoBYI9bubgm8ZKb3trPCvrCKSzKs9t6WwrL3FYxeeSueIuJquv5I8gThzOR/9RCexhcia7vRTvHD3SzYqC0ML24DrOy+N4XnRfhYCDoFPHZws827xrv2n2FycA9jHWrtjuzHGAe6Yk+N87Zqt+Ix4t53iNvj9/OOoQY6IQyPtMwJAAIf7RsdRHAnj2rxe/PkIeN/7XaZNs8GqXxhd98NIQ5W4BvizA8/b7cdNvMeYqxnC7i4SdHWy9n5vYCBKQgAQkIIGjBHRJQAJDJsBL/JDrd0h1Y+t7LSSxjX7ebdJXDiC2Q8cYK1bxWc0fO6o//xw755QRbvnMFKtzCArx3ppCyOZcfl2Brt0DdXhrR8BB0EGAKWGcyYZdcU8z2aXwwWmBPf25OZ869NFs/+biMS7c4/N8bRFcQMd2aPJqw+BUH5Ngy/oiEzDk94/5w1b7GBPFMQR2Z0w8pljgxN0KU4IH6b1L44uxyAQLdwswKUdfMzk1SLBWSgISkIAEJDCTgIESkMBaCSjArxXvQpkjYHEevSRiVY7t8ZjFrzZZ0W233bLKXguzdfyh2VnBrz99xyTD25eoJJMeCJglKbzOVxwzzH9K2Lzt54myEcUdCHx5oP1yQCm8Pf4Ap1mfmivpWvM18agnCJjI6XMUghX4Ol2yWVhxJIS+OYk+U0rlE4gx5irH11xERpCABCQgAQkMj4A1koAEZhNQgJ/NZ9OhbKGtBXC20XMRV1c9EFC4Ob2EIciyil/cJzURtFjFvEEyYms7ZqwrU6yU15mxqoxQXfv1sbMy/L4m4g817i4nN73/R1fABv1oL9vYOY/OBEZX0WwFP1sTwCWFy9SdXRdMFJXsuNSQPi7uaeZQJjqm1a/L/xDGF7snuGWfXSjs7OjioJ8EJCABCUjgkAjYVgnsPQEF+KNdzC3brDQuoklzNJflXWyxri9VQ0jnlvGuHHlxRwArYaze18JZ8Z9nspLPGWu21/9KIj8rmjPanJvnvDzb2jl/veqxUm/9T5EjhNllhFImPD5PBgtq0mzyUrb/n707gbs3+Of6f/fwL5IWlSytWrSJ0k9RikohRbY2RclSEpEtW0o/hLLLrhKSSItSSYQWRFooyZJKWSISEf0/z/v3nfv3+c73LNc59znnPufc7/sxc89cc83MNfOaueaaz2xn8LRUXp0xyEAwt2pi1QnyIzsOsJv3MiuXcX8X01JtB9LtEobfVb8GwP2c9bXULwM4Vkl439+6gP/F0v+htDrj0EMHMVp6P37qr25FhUAIhEAIhEAIhEAIXCuBQwtl18rpVPmyhLr/brdZ8FXL6P0+up+OGukixJq9H9ebTHESHj+pPPm5MnuzLUH3XL+9bin3PHtZXi9KEXgMTBw70X+pHoDnEv0C5df5A36r3c/gWTVACCvnJepoftSFo0V+pREfu3799OL2Z0sbkDPo8o1lJ6j7NQHnLvi5ubTdBSUqBEIgBEIgBEIgBB4bgXQCz6/E/YSaZeEjZauW0RO6+sy8WXuz9yPMOpMA6ZR3v3H++8rTPLNbTiuV9FzSLKyZyX1m81dm/ioc12fiEpfHr8/Nae4cq379uEr+h5f+T6XfofS67TN16yllJYmfFXzKMRchEAIhEAIhEAIhEALXRyAC/PmVqf3NfS/7L6gk9p+Kq8sbs/I/iuWJ/twyzd6XsVb90rrjJ+Zer8xNyk9Yef4Hlid7s/2U3YuW/bNLX4qyPN6qhEtJ70Omc9HAzEMm8AyffYz6ZXDN9oq32ZJfz/6q8uMXC6yW8XNxL1jXH1o6KgRCIARCIARCIARC4MoJRIB/uoAtIV+yHLr7EebpWO53Zcmsfec9FkK3Z3IjTNuTzk6bHf9rLBu0JfcfVvctzS3jTtl3bjm3U84J6uqDn7B6pfJhP7zfpv6Osh9DSXeP10+r2e/b3ZbYhZH27teMZL++ZLuBCEJbzwOhrV8vtdsXPm8tEP/S8Pv6e4hwl1S/7F93CN1zJlDago8pNwNpDht0HoLyMxj3h8v9M0r7NQJndpQ1KgRCIARCIARCIARC4NoJENiuPY+XmD8z5f2gMgK2Dry8+Ik0mp02W27Wnn2d9nNzv2a6STCwl9eBal9Q9wjqpxQEpLk/z+DCPoKpwQmrFCoLd+qr72yXb7EVAKueE1solm5/6OH8bJwBmuHm/AMC4Lg+U3OvZGF2KfWL4O7XCHpG/bSgWfk/WI4G0iyRP4czEyo5USEQAiEQAiEQAiEQAg9FIAL8Q5Hf/NxvrttfVHoogvYQ2sfvaY97Dp8zUzeuZ9Os3RtOjl9W1+9eelO4un2n/P72z767Ooxl/kkzz3jZPaJ2gn4/dI/Q5nfL94jqbIMYpOmJ+8V18eKld1WvMgVQz/pA0XT7oi+fX7+el41zrl/zlhjCuhn2dT8t+LwcPf+/1Tkv9/zL2EIgBEIgBEIgBEIgBK6VQAT48yxZy5r9XBRhdKTQ6eWWz7/ycCjzv5X283FlrFUEFwMA3cM/qwsz7mUsUsLvI1xvitzM71dMHt6iri0RLmORMjjhMD7mCOAAMCe8j+trMHHqwtxLVKbeqPQuygoHe6Z7mC+ti13qQXm/GHWw+lU5Pmb9EvfPr2d09ZV1scvhgg67e4UKExUCIRACIRACIRACIXDlBCLAn28B68T/+5Y8grtl8Pa/DmdL3wms43qV6efLXni6MV9Pt5+6tD/3vcrF/ukyDqYsDZ/3+r9qxf7bSi9VmPzeyfPfrmvCWxlXo/zutyXVPUNvVxd+TqyMrcoM7VuWr+7f4NCnlxuzjKtT51K/toElwP/oyZND6by3k/PKS2Xr4Lt5G8lKz3EMgRAIgRAIgRAIgRC4bAIR4M+3/PwGdJ9dt2yaEKbDP1L9aWUxW1/GWmWZvCW53YM99fZDd7dVdoKFn7VaNdsrHYSHVeGWun1+efSTdmXcqU8s2+uX3qYMZHxKeeqn8Tu47BPK7dqEUmWMyw9X3oZ6ybL4ZQCrI8q6Vikjy7HfbfLxeXX9xaWvWV1C/TLQML+fBqaerHjZWDyE/HcqH+9RelbuKfvZPdchEAIhEAIhEAIhEAIXTCAC/HkXHgH9B54kkTD92k/sjH9X/+a90eX0jHKC+Syo2c9u77zD0J4JUA5m3c2E/+uyv1XpVcqBc/scpNbj+ta6IFh2wdSzP7PcDRz4XeyyPqVweOtysfzbsvCy3qn3K9u/LH2N6h9Vpj62dFcGdez3/13lSGAr4ylFyDfIgWV/1w10EPr+11O+r+/iUuqXwZRO3woZJ8z/+nJcJYQr619V9/5p6XW/guFciBe5KQ9RIRACIRACIRACIRAC10Ogd+qvJ1fXkxOnqVtKvypHfjOagLLq3uz2l8thnuUzg2322yFmllITDs1eEwjNChLwf06FG+rrytJntgkRq4SL8raT+lvl+4+XnpVlwf+zHP9NaemSPgMWhM6PLDeCfhl36uPK9sGlexrr8mqUWfh3rdwo9zLulEGOT60rKy0Igjg5P+Eby81WAsJ9We+UwZI3rysDIGVcvbqE+mWljYMle2EYnFLWziiw0kK50s6vUNZfUp5fsfRQ31SWMdhX1hvvJ82+t07AEAiBEAiBEAiBEAiB8yIQAf68ymNODQGWID27E1J16pnzvVXXhG8C8Q+uuOnn6Rxu5gC5N6v7v6R0rxfC2G/9O8qd8FzGrXrp+u8n3Mq4l5KHD6wYLPP2rLI+pcwyS5f0/Yq609NWl7fqA+r/uvB162qU+vAGlRsDLmU8pQxo/IZywelNyly1tP67y92J51Y4lPVRqEuoX4R0q0q+fUWJOLjydctdudK/suzKuow79UFle7XS/eA7PxdoBUY5P5jKg0MgBEIgBEIgBEIgBA5MYJUwdOBHJLp7EvicCm/Jcxl3yuzpPGN3d3ON5bPK/TeW9vvYZSxSf6F8WW7/YWU6LM/PjpX1VllCf6iTrwlZH1WxWhVghrGsixQGZiHfpXyvEv7L+eoUIf6NK1d+N/zbylyqPro8WlHhN8XL+qjUJdSvL68S+dWl1ekyFikz9wa47IP3ixS21YyAtppYgj+uL9BMkkMgBEIgBEIgBEIgBGYCEeBnIud3bfb8n0zJ+ty6JsiVsZP6wvL9C0u/TmmzsLMA+J3lbtmuJdY/uey/v/SY1TNLaB92Od2p31O2eTawnPZWtgzY2+tntd63Yvmq0l0wZ+fmHj9mIwk+5e1RqR+q3DofwSDKa5TdknkDLGW9U3NZ/qG6s2qGt5wfiVFiJgAAEABJREFUjTr3+vW1VRIOsCPIrypT51nYRvKO5c8e999UpjyVcWPbyzw4Y7XGT3LzUepkOgRCIARCIARCIASukEAE+PMvVB1zh9fZbz70e98j2YRg+4LfsOLw+9EjTqZlt69e7vacE9jLeqfMYlqGz9/Qlt6L785TWey1t3x7+GF6Xt1apDyHIPPu5duMvFPmxUGzc3OPH37L2yIlDeIY2pLjviVgWySr8vWm2wId+T72fl7u99VzZuabyrK8r1WYYDM4MbFbG2DFjX9Rbg44FHboXeOoKJ5Rq9Imrdyf8bzGQZ1Rd9QhdUmdGmlk5+YeP/yuieYZZ/kb8TB3TdeI0OCMAbtVZfoi5emVSv/Z0n01TF3eqo+o/549tC0n83tcXqKWEIifEAiBEAiBEAiBEDhHAhHgz7FUkqYQCIEQCIFLJpC0h0AIhEAIhEAIhMBRCESAPwrWRBoCIRACIRAC+xJIuBAIgRAIgRAIgRBYTSAC/GoucQ2BEAiBEAiByySQVIdACIRACIRACFwtgQjwV1u0yVgIhEAIhEAI7E4gIUIgBEIgBEIgBM6XQAT48y2bpCwEQiAEQiAELo1A0hsCIRACIRACIXBEAhHgjwg3UYdACIRACIRACOxCIH5DIARCIARCIAQ2EYgAv4lO7oVACIRACIRACFwOgaQ0BEIgBEIgBK6cQAT4Ky/gZC8EQiAEQiAEQmAZgfgKgRAIgRAIgXMnEAH+3Eso6QuBEAiBEAiBELgEAkljCIRACIRACBydQAT4oyPOA0IgBEIgBEIgBEJgG4HcD4EQCIEQCIHtBCLAb2cUHyEQAiEQAiEQAiFw3gSSuhAIgRAIgUdBIAL8oyjmZDIEQiAEQiAEQiAE1hPInRAIgRAIgcsgEAH+MsopqQyBEAiBEAiBEAiBcyWQdIVACIRACJyIQAT4E4HOY0IgBEIgBEIgBEIgBFYRiFsIhEAIhMBSAhHgl5KKvxAIgRAIgRAIgRAIgfMjkBSFQAiEwCMiEAH+ERV2shoCIRACIRACIRACIfA0gVyFQAiEwCURiAB/SaWVtIZACIRACIRACIRACJwTgaQlBEIgBE5KIAL8SXHnYSEQAiEQAiEQAiEQAiEwCMQMgRAIgd0IRIDfjVd8h0AIhEAIhEAIhEAIhMB5EEgqQiAEHh2BCPCPrsiT4RAIgRAIgRAIgRAIgRC4uQmDEAiByyMQAf7yyiwpDoEQCIEQCIEQCIEQCIGHJpDnh0AIPACBCPAPAD2PDIEQCIEQCIEQCIEQCIHHTSC5D4EQ2IdABPh9qCVMCIRACIRACIRACIRACITAwxHIk0PgkRKIAP9ICz7ZDoEQCIEQCIEQCIEQCIHHSiD5DoFLJRAB/lJLLukOgRAIgRAIgRAIgRAIgRB4CAJ5Zgg8GIEI8A+GPg8OgRAIgRAIgRAIgRAIgRB4fASS4xDYn0AE+P3ZJWQIhEAIhEAIhEAIhEAIhEAInJZAnvaoCUSAf9TFn8yHQAiEQAiEQAiEQAiEQAg8JgLJ62UTiAB/2eWX1IdACIRACIRACIRACIRACITAqQjkOQ9MIAL8AxdAHh8CIRACIRACIRACIRACIRACj4NAcnlfAhHg70sw4UMgBEIgBEIgBEIgBEIgBEIgBI5PIE+4iQCfShACIRACIRACIRACIRACIRACIXD1BK4hgxHgr6EUk4cQCIEQCIEQCIEQCIEQCIEQCIFjEjiLuCPAn0UxJBEhEAIhEAIhEAIhEAIhEAIhEALXS+AwOYsAfxiOiSUEQiAEQiAEQiAEQiAEQiAEQiAEjkPgSawR4J+AiBECIRACIRACIRACIRACIRACIRAC50xgXwH+nPOUtIVACIRACIRACIRACIRACIRACITA1RF4IAH+6jgmQyEQAiEQAiEQAiEQAiEQAiEQAiFwVAKXKcAfFUkiD4EQCIEQCIEQCIEQCIEQCIEQCIHzI/AoBfjzK4akKARCIARCIARCIARCIARCIARCIAQ2E4gAv5nPqrtxC4EQCIEQCIEQCIEQCIEQCIEQCIGTE4gAf3LkeWAIhEAIhEAIhEAIhEAIhEAIhEAI7E4gAvzuzB42RJ4eAiEQAiEQAiEQAiEQAiEQAiHwKAlEgH9kxZ7shkAIhEAIhEAIhEAIhEAIhEAIXCaBCPCXWW4Pleo8NwRCIARCIARCIARCIARCIARC4IEIXKIA//+KVfTNzQUySJpTd1MHUgdSB1IHUgdSB1IHUgdSB1IHHrQOFP7LVZcowF8u7aT8fgQSOgRCIARCIARCIARCIARCIAQeMYEI8I+48B9b1pPfEAiBEAiBEAiBEAiBEAiBELhkAhHgL7n0kvZTEsizQiAEQiAEQiAEQiAEQiAEQuBBCVyiAP8jilj0zU0YXBSDlNfNTRjc3ITBzU0Y3NyEwc1NGNzchMHNTRjc3ITBzU0Y3NyEwc3NSRncXPLfJQrwl8w7aQ+B/QgkVAiEQAiEQAiEQAiEQAiEwKMnEAH+0VeBAHgMBJLHEAiBEAiBEAiBEAiBEAiByycQAf7yyzA5CIFjE0j8IRACIRACIRACIRACIRACZ0AgAvwZFEKSEALXTSC5C4EQCIEQCIEQCIEQCIEQOASBCPCHoJg4QiAEjkcgMYdACIRACIRACIRACIRACNwSiAB/iyH/QiAErpVA8hUCIRACIRACIRACIRAC10IgAvy1lGTyEQIhcAwCiTMEQiAEQiAEQiAEQiAEzoZABPizKYokJARC4PoIJEchEAIhEAIhEAIhEAIhcDgCEeAPxzIxhUAIhMBhCSS2EAiBEAiBEAiBEAiBEGgEIsA3GLGGQAiEwDURSF5CIARCIARCIARCIASui0AE+Osqz+QmBEIgBA5FIPGEQAiEQAiEQAiEQAicGYEI8GdWIElOCIRACFwHgeQiBEIgBEIgBEIgBELg0AQiwB+aaOILgRAIgRC4P4HEEAIhEAIhEAIhEAIh8AyBCPDPIIlDCIRACITApRNI+kMgBEIgBEIgBELgGglEgL/GUk2eQiAEQiAE7kMgYUMgBEIgBEIgBELgLAlEgD/LYkmiQiAEQiAELpdAUh4CIRACIRACIRACxyEQAf44XBNrCIRACIRACOxHIKFCIARCIARCIARCYA2BCPBrwMQ5BEIgBEIgBC6RQNIcAiEQAiEQAiFwvQQiwF9v2SZnIRACIRACIbArgfgPgRAIgRAIgRA4YwIR4M+4cJK0EAiBEAiBELgsAkltCIRACIRACITAMQlEgD8m3cQdAiEQAiEQAiGwnEB8hkAIhEAIhEAIbCQQAX4jntwMgRAIgRAIgRC4FAJJZwiEQAiEQAhcO4EI8NdewslfCIRACIRACITAEgLxEwIhEAIhEAJnTyAC/NkXURIYAiEQAiEQAiFw/gSSwhAIgRAIgRA4PoEI8MdnnCeEQAiEQAiEQAiEwGYCuRsCIRACIRACCwhEgF8AKV5CIARCIARCIARC4JwJJG0hEAIhEAKPg0AE+MdRzsllCIRACIRACIRACKwjEPcQCIEQCIELIRAB/kIKKskMgRAIgRAIgRAIgfMkkFSFQAiEQAicikAE+FORznNCIARCIARCIARCIASeJRCXEAiBEAiBxQQiwC9GFY8hEAIhEAIhEAIhEALnRiDpCYEQCIHHRCAC/GMq7eQ1BEIgBEIgBEIgBEKgE4g9BEIgBC6KQAT4iyquJDYEQiAEQiAEQiAEQuB8CCQlIRACIXBaAhHgT8s7TwuBEAiBEAiBEAiBEAiB5xHI/xAIgRDYkUAE+B2BxXsIhEAIhEAIhEAIhEAInAOBpCEEQuDxEYgA//jKPDkOgRAIgRAIgRAIgRAIgRAIgRC4QAIR4C+w0JLkEAiBEAiBEAiBEAiBEHhYAnl6CITAQxCIAP8Q1PPMEAiBEAiBEAiBEAiBEHjMBJL3EAiBvQhEgN8LWwKFQAiEQAiEQAiEQAiEQAg8FIE8NwQeK4EI8I+15JPvEAiBEAiBEAiBEAiBEHicBJLrELhYAhHgL7bokvAQCIEQCIEQCIEQCIEQCIHTE8gTQ+DhCESAfzj2eXIIhEAIhEAIhEAIhEAIhMBjI5D8hsA9CESAvwe8BA2BEAiBEAiBEAiBEAiBEAiBUxLIsx43gQjwj7v8k/sQCIEQCIEQCIEQCIEQCIHHQyA5vXACEeAvvACT/BAIgRAIgRAIgRAIgRAIgRA4DYE85aEJRIB/6BLI80MgBEIgBEIgBEIgBEIgBELgMRBIHu9NIAL8vREmghAIgRAIgRAIgRAIgRAIgRAIgWMTSPw3NxHgUwtCIARCIARCIARCIARCIARCIASuncBV5C8C/FUUYzIRAiEQAiEQAiEQAiEQAiEQAiFwPALnEXME+PMoh6QiBEIgBEIgBEIgBEIgBEIgBELgWgkcKF8R4A8EMtGEQAiEQAiEQAiEQAiEQAiEQAiEwDEIjDgjwA8S12v+yMrac0r/ydL/rPS3lv5/k+bmHj+/vO69QOlrUS9UGfmc0j3P31nXL1v60Op3VoT9OT9c169Z+hTqJesh31S6P/+31vUlqlevRGPX8/IR5fYjSh9S/fiKTL3vz/nccvvRpaN2I/Ai5f0LSneWl1r/KhtRD0DAt+d767mHrkOr6qa6yr0ed9HKO9Z5XUu+Tl0ov6IeqF+A5b8p+08p3ZW68vfLwf0fKvMNSkeFQAiEwIMR2FOAf7D05sHLCbx0ef240jpEX1bme5X+laVfrPSsuLnHz5fXze8p/WdK/6TSl6AMOPz2Suj7lJ7V95fDJ5fu6ifUxWuXPqT6/yqy1y3d1ZfWxT8tHbUbAfUVux7qt9TFS5U+pPpFFdkvK93VX6iL7ysdFQLXTOCnVeY+pPTLl44KgUMTuKT6ZSD3fQuAfkEZN+9f/0xqlHGn/lfZ9C9+oEz95vcr82eWjgqBEAiBByGgITr9g/PEYxL4cRX5h5f++tJvXtoMfBk7KTOQ71whvqX025YmIJdxdsqMrIEHQvKnV+p+RulV6ovK0ex0GXfq9crmw13GQZRnv9oUk9nc/zm55XI7Acz++uRNZ+nXTG73vTQo8KNaJP+l7P+8dFQIXCsB3wcDtb4Pb1GZNPBYRlQIHITApdUvfYi3rpz/htLUF9a/zy69SulnjMmAn1ce3rv0Pv2rChYVAiEQAvcjcJEC/P2yfNWhX7FyZ/nX25S5SX1b3fzmJ5q9rCuVj9OH1p2PLE2oL+Os1B+p1FgCLd9lXav+a93526W7MvNqBra73cf+myvwS5Qe6rvK8tdKR+1HwLYHDHtoKxwOJXC8eEX8+qW70nH7xu4QewhcEQHLgq2wslVK235FWUtWzoDAJdYvS+ff4wk727aeW3az7WU8o/5vuXxw6W8vTb1p/Zu/IeUUFQIhEALHJ/AYBfjjU32YJ1gSbv/bT1/x+P9Ybn+w9E8trcx9aM0Y0+yEop9b93y8vrvMWb1VORDkz63Tt3RQwb61v1J58AEu4+LDL3sAABAASURBVFaZeX2NW9v9/0mH2dwe0z+si39XOmo/Athh2EObgV9Vv7ufpXYDOD+/eVY31BF1pTnHGgJXQ8BKqhe8mtwkI+dG4NLql33tlsW/8BOQn1mmPlQZa9VX152PLk2ZvTcLb7uA6+gQCIEQOBkBwtzJHnYdDzrLXBhF/suVsvEhKuutIrj/prIRVD6mTDPRqwQUh7LwayTaLPIfL79Go8u4U3+gbK9V+lLVv66E/4vSXRn0eNHusKfdTD7hsgc3+04o7G6xLyeAHYY9hAGoX9Ud9rTreP2OCsss41apG+rI7UX+7UzArJUtJJgO/bd2jiUBQiAEdiHgHRvvG9M76F3cJY7H6ve3VcZ/Y2nK3naz6z/oYoPWf/qLdd/2wjJufkH9M8GBfVmjQiAEQuA0BCLAn4bz859yeJuD5pzQPQ5gGU/4rLIQ7P9BmQT0MhYpB3g5xMWhcF2IV1cI+J63KKIz82RftUGOnqxfWhe/uPR9lZOA++CJ2eN/dN9IE/4GQyw7CmcXWDHS3Xa1/6wKMDpuZb1V6oY6cnuRfyEQAiEQAldLwMrDd225019yeGpzWmv9urrzsaWHsrrRIP64jhkCIRACRydAKDv6Q67wAfNPdjkgjdvRs7riAQ6qm/eAW3r8ZuX3f5TeV/mgmYnv4T1nFnz6/XO349KZEAQNVNwn3WbwzeT3OAya/PfuEPteBDDEsgf+dXXhAKEy9lZm8c3mjwjUCXVjXMcMgRAIgRC4XgL2ro/B+zGrbtXX0hxbHTbOaPnJFciBkJmFLxBRIRACpyEQAf40nI/1FD8V5yC3Hr/ThQn1q2YTu79tdh81P6n1byePb1jXBN8yLk79h0rx3y/dlQEJB5p1t13sv7w802XcKkvxPu3Wln+HIIAlpiOun1iWcWJwWXdWL1QhfnfprtQJdaO7xR4CIRACIXB9BMy+94N+/WSpE+Z3yamVYX5lZoR547JkFr4gRIVACJyGQAT403A+1lPM/PaZRM/5wPp3qJO0/RbqOLDl5uamYr65mWcvbx23/LPs3h56J8bbn2dwgLa0n+DkgDwfvyUj2PafCUtb6t8f/SZ1wX1oB9I4qKacb5URdgLh7cWTf84HcKDZk8udDOm1j445Alr2/S/HxQqTX0u4/1jd+7zSGI/0DpObe5hhV96OrhxA5Cf5lLcVJSMtTGWm7N6uUrHrYMe7VBhxDG27QTnd+LmhP1OW7yztnrrwr8qOS8+zfelz58qBgQ4OLO87K4c1qsMjoGerU+rGcFtlKreXqRvSrM5Kr7B059PTXt63qnV8BHRoJF46ilYJeBZtQEMdm1kJs6uWXvVMfevPkD/5XPpues+8b9I3tLSvSo/VSr2OCSf88OudVA/9rN+IS3pW1Y8RhqkOK1uHEfa8KB8/JSk9mPK7jx6svAvi7GnbhVV/9rHL3+Di99YDpdUZKA4urctbZduPU+ndGxqj25sb/mHobBWctVUjLBN3den3VPhD/kxnRffg6qdXCvy8qnfPOyi/tLo5yv+XlB/1sIxFCm9xDK0+CKh9Mzjf3wFLt/903ZSOMm7VHH5+l249rfinbJSRslJm4/lMZcpdu6DOrwh+53SM+uUb49l+FUSdlaaupdc7qP3rLO4StcXy6+v+mH0v680+26d8L3pfwiz8G4ksOgRCIAROQSAC/CkoH+cZ4wPcYzcqPP9+dr+/j93SYvE6BM9s9c+uSHS+y9iqCGl+k97Prnz8zc0NAfHHtFDqH4HqbcvNTP8/L5MgX8bRlGfIz3gAwYxAyBxuS82XKo/ClnGn/FydcwTuHJ5YxP9ry/4Vpb+h9AeVNpP8YmXOipt7H183sMMQy7o8uNLZtI3Ayg2dIgfy9E6+ByozZfchdfHfSv/V0vc5edfZA37uUGd4nN2gLuj84vKXKn4z5WXcEJQsV2QfWlp+zrjY0TToNZ4p6L+vf19ZepNSJ9UbfqVZnZXeEabzOVR5vWpF/jWl/2Zpv5Zgq0ZZbxUB6uXLhpXnGbTT4S+nxUp9+rDyrbOunqlv/RnyJ5/j3fzC8mvgqYyjKasr1C3vp3ro/RoPk55RPxwgZbDOOzXuSxsh/UvKwQGFPS/K51XKHUuDAL+w7LsorLyDWGOl/olzxCFtnZW6os6M+/uYxy7/fdKkjhEqcfh7FQHO2qqy3inc1aVPLheCljqGX11erFKWVun8p8qBATzvnnewLm9VL3/1S9tGSOz189bjwn/a1n9cfrHr74A2793L3YAegbGsOyv1VjuubJSRslJmPSJlyl1dV9bq/inKcHD2jfFsPxtqsK+njV16vYPaP2Viux9m7m3T6vDva54sgzfo0ZwWWx182vtC3geDD4sjiMcQCIEQ2JeAD8++YRPuYQnozBr97qnwIbNvuLvd106I0OF1UItR+e9fGKH98joyfanatqDCmHEV5pnOz7bAC+/jg1P3TgjvHaV+b5PdyfM/s3kwW/I57XpYdfYIWYQgwutwX2ri8U/Kc39WXd5b6czpKH16xTQL7eW0VplpIPTqpK71tOaGASBC2qaZEx3LXs/+TsWlU1fGrSKAE8RvL3b4Z9DLIXg9iLyrE91t2A1uWHWgTqqbw32bqbzU/X3KWr0X/vPrITrsZWxV71g+1Gn5K+tW9crlw69OEMaWfgPUdWX+6hX2GIoATmhRt7bF7336pPJkH2sZN8+pfw6gkq+yblROjcZWm7bR45Obyl1ZKpMnTlsNYdQZYZTn1gDNA//CSeOxyr89brHVr5M48ZxQuVSYU7fUMQMaS3kvTtAJPCoLA0Vm3A1eL32kOmbgm7Ctri4Nxx/h1NY1ddr1Kv0Z5UiwLmMnZYBMGWrTlM3SwOqjd/9YZYizZ3hnduE80q9Nl75NzIZfgwTasnH9VWXZd8Wi1QFW3FUUt0q5O6Pl9iL/QiAEQuCYBHZpxI+ZjsS9O4FfXUH6XnRLuv5uuZ2Dcvq9GYtVQhrBwQzrx1VC/0ZpyzvLuFPqpBH/dyoXH/YynlI6+cLSRsD7TR9i7kMTpnHhp2uz5JZADjeCcf+oD/dNJvZmCLofB65JQ3eTh7cvB8v9ynhKybvO7UgvLvg85enJhSV/71l2zy3j3oqwh3+fjRiR+ikdHVDpkqY+yzD8mAEyEzSEqOG+zXxueRiH0PmVAx0gz2G6NvvKXt7ulFmWeZZEp00e7jwtsOi89e0S/7vC6NCW8YxSbsrMbJU62T3g08vNHkpp737UffnwLnT3bXb78y1b78/EXzngpFw8f47nNcvBIFsZG5X0GBBRfrPHbc8xcEJ46AznOPa5lhZCizo+wpsZM9CzLs/42ELjvf3UCiSOMm6VlRKfWDaavaxPKcLoe5XLtncJq2O1Y/X4lerQ5f8d9RSDdDji1Ns9y5ItU3Zv6G8u/7PSPmp3zcrO97Rh2hHhlZcVHbMfgo3wSwSsOexDXXv/fYNsr1klhFsxpn7J96r3X7rfp/4Z8FgVvm6tVATZztkWB8/A2HvvvZhXJK2MaHKUBu/LLGBqtwjOIy/aGe3AFPzGwKtVeHObe4j65Rsyt3meL78E7JE2prRKs/tde//NyPetOP3+sNtyYOvIuLZixyqvcb2L6f0xqdHD6BNsa1e6/9hDIARCYC8COkF7BUygByWgc/FyUwrM/lqaPTmf/FJnz54ynf3+cD915yNrqemb1o23LG3/uA6B/ZRzx/H96r6PbRlPqU+oK2FpwkRd3imdRO5Dm/XuM7nDoxkVwtW4Zm758PLylDZj/WrNxcfcbC6zOd+8Ql38idJdyas8y/sr1Y2RXlzw4W6pZt16Sr1BXekMl3EvpYOhM9c7iiI0q+MZlhmaaZUuaTI7SiCdt2foFCqPXQQ6s/6epWNqhtEsvucwzex5/jwjbhBGR7qz9UwCubiWaistflTzbMn1V7frbtWpVAe723fXhX2j8tDLzXJOaX+3ut87l94B6V66vLOC31iGOdplvHWc8VcOOCkX9WOuU8IajNm0hFM6pEe6+B963XPMBv7Z4emJKeyfKrs6UsZBFMF9rCYa74a2AouRZ9cE0P5A74pVLWNAyBJ59dQ7Yg8tzW7Jsy0iPawBD/e6W7cfux3rz+p2eT5k+RtQNOOKo5UafSWLrT72VLs3tLaxp4dARIAcjMc9A20GkX9sOWjHhZd29U95WhFRt+6U8rOyRh28czxji2/P/P5LrnbZ+/eydaF+ybf3Hyf71wmddetOGVSzDeXOYYtF28KL98AAktUcnoGxe7aCYM/PLlpZSW8Po+y1W/oS7nmOdkZ7o90xWNj9Gyx7re5Q9vvWL++rb9Go8xXljYHV31sW+bWKaaSNKa1Y/+G6P7O2RQ2furVSCde/2Tx9sX/30MpCekcUVgF5B8Z1zBAIgRA4CoHeaB7lAYn0KAR8iAiQPXIf0vuePN/j28dOMDRL3Dt7BJrfWZHpxBitL+tTygFAZq51VghU46a6eazfnddxNQs/nsXUOdGZYF+if3N5MpNXxq0yCzMftmag5ffX3Re+qX9PlP27hFV5lvcnzk8ZBEU/4Sdsv0F4Iox0t33sZmF01npYAjWh2FLsVen6z+WZcG1JrDKty1slTbsKdIQpS6XV2dtInvwzm7dOoLZEss+mEsTtDX8SdKuhU0Uo7x7N+qoL3Y1dPZg7lQ6pImR+SnmYO47ldCPtOvzSZJaMG01ItJ9bXXC9VBsMwGjVoJw0m90jMPT4PIsw0d263a9T8NPdNj1HnsxCzs+xfcEe7R7PIewYew9XvRveiXeoh+gwl3GnBldCpl/IUE/vbj6x2JdsZrt3tNVbQs0TL08Z59CObSqXfcv/qUwuvDBgNS9rNgNsAMu2nj6oNqL0DmM7D/6oewYRRpkN/5tMgzKecR/9PfWAXeqrU8rft8L4BpVxq9QdA4DvWlfqYhlPKWXyAeXiO0b4LuudEsagxp3DFotneffnQRDtjpl/A5pbonjmtrav5+cjy4dVKN7xsj6jtDva+/5N5olgPc4ncX1fbeDcQNyIxwoRg2smAeR3uHcT648qB/74L+utUq+0H7cXK/5p1209HLcMZvVvynDfxbRaoX/H9MuOtdVgl3TFbwiEwJUT6A36lWf1qrK3SoD3Idl3Kdih4Oig+ej3+AiillbqgHX32e5j6rfrCbjjntmHufM47t3XtLzeqoURz08tixOsy9iqzD7qzHWPlpPPAyhO8CUsd386hk4T7m6r7HhZNkmwvmkezAy2y52thBOc+7uP+e+qmFYJP+V8p6RJx08e7hzLYjBj08xHeXlKmYnrnZ6nbq65MCtvhUO/TZA0S9zd1tkNTjjdfNxX9pbBj+tuzp1KAjlBZkm5WVJpkKPHZyDGrFZ322Q3uGTp/qqBlBFOWZhNnwVaM4PDTzcNYJgh7W4GMCw73fYcnWUz3SOsjrKZOnVpuN3XlB+DfNqxdXGpAwaY5vuEGoN96zr8/FuKO2/DWCdUPXQ7dozyx2CS1BDnAAAQAElEQVRXbabZqo4ejlBpVnlu67ofdmWh7Z9XSV3Cz20ZYJ3rhkE43wx526StYJDHLlhaffAWFch7U8ZWZdBi3h62NdAGD2ay59VKDiH0zm0IdqOMtfXdnxVl+5wXs+o5BgLmGX0DcUtnxa24m7dAaWfXcSZYOwdgpMX3zq+gjOt9TN8G5wSNsJ5tEGdcxwyBEAiBoxDonfijPOACI7V0zgdrk3Z4iZHWkT12bpvCuCfuEeY+JgHSDOR94jhGWDNgZrZG3Dp7lljL+3DbZBKQPnbycOgR/xE9AdJM37hmmqXTqWDfpHWG+ki/j7hZqTmMmWo/NUMQJzASTuw/nv2tu9a5MJvV73chtLtvsvd7VkdYvt/ddNKw727r7MrSdoguOGpHsNN5WRduuJs9IuSO611MnTWzUyOMGXF6XK8zpYvwyhx+7P1VB8b1MAkthPVxzZRfdZl9iZbOPjhgcGhmvikenVizTJv8uGdFC+GVfeh19cPMPMF0+MNRvghaw22daWDQz7r1+zqpBqi6233sq1awrIrPLyXM7gaEVu297v5spZnPl1DW3c+wP3Q7dozyH3nbxTSAqpxHGO++WVv1brhtMtUtq3O0j8MfYXYe/Bz3zsHU/vvm9LQQdj+zO2yxE0CVYfdmCfxSwdcAjnayh7+PXbs3D7ZZOr8kTgc4WjHl++U75ntuRcOSsNv8SJdzewzwe4bvnZ8mVM+2hXUfo7ld1tYasHB/1vO34mvLQ6+bdbmzkoZ5Ft/gj7ztHFkChEAIhMBSAjreS/3G3/kQMOu49AO8LtVm8c1I+Vjuqs38zfGKb95fptOztLM34iPc+SiO60OO+I84mfJsRpfpmrYs9KVZtmgDMf0gHHsFu0A7gvupHvsMdd7s/TQ7oKMy7j+EiWefhbDyYcugwjPJXDUTqqO/RKATdpXg/MxDVjgYzOhLOnWSXmeFv9kJ976SQ/1a11G0nLMvsyToEvZ7PZnjn6/NXKkT3d3z5050vz/sykOneVxvMuVj7jyu82/vfL+HI57dbZOdgE0A9jwHXdliQEDbFGaXe+LHbVsYnXz5Hv7YHUQ1rjeZhJBN99176HbsWOUvb7tqq4e8YyOcWeE+MDXcN5naxfldsFeZoLwp3EPdI2RrI/vzDRAtGVAbYbQV2hd1c7gZ5DcDPK7XmZ5DsFx3fx93y+Tnum9gZUl6zFJrE32/fMesdPm2fRKxIoy8GkQ0uOo8FN8lgx8rvN7bST32HegR+Q4pq+62j31uR5W1dmSfuBImBEIgBBYRiAC/CNPZeSJUmFE6p4TZNzjP/tl7umsafVQJeSOcpb8O1BnXhzR1RnVKR5w6EPPBbuPeMA2eWLo9rplm33tnjdu5ap3ynja/S2/1SHdbYncIYO/86BytXt7/dGxm+ved9dDh05nuMRKM1ZHuNtttjTAzM9yVudOMx3U3zVL3wRkClU5s97PE7hndn85yX53S73U7Prt0kFftx+3xsZuRsmqEfWjLT/Ec19tMA0868vhYPm+G0QDVtnBL73sXl/iV5r48Wf53HSTc9JyHbseOUf6b8rvunjpj1Ua/74wPAyjdbZtduzivdLLNQzu6Laz7BugIX/fRDtrrW0DEu077hvWzTdRxbeQ6/+vcDVx0QVz65xngVWG9+/u0N6viGm7aaauCxjXTN9VAoUFse8nPdUBFWg+h1ef+DRDnodoNdUR8Q0eAHyRihkAIHI1ABPijoT1qxAQgy1qP+pAdIzdzYXnkCKbT4KA0S+J30U75fbERSZk6PtsEtPK2l9IZnfc1Wt5pi8K6CHXC6HFfR40wO67va8ovlpZxW7rJvG+cI7xO2kuOiyemWdV9BoMIdH2ghdAr3U+iXWs46X6n500xOTirzybpcNvfPnm7u5Rny/vvHMrigKR1s72zoGuli9nmXeowv/YJ16PulMEhcd05rLH8n3K39aKMgynPtXWiR6je9uuHthPE90mDdlB7uE/YVWHU4Ydsx45R/qvyuc1NGzi3FfN2jW1xjPvCEeTHNb44j+tzMglfPT0G8AjV3W2JXZ3se6OFmdsWbrO2FeQ+7eMc37g2iDIvN9f/++3lwTJ2A2MEeocnGmx8gXI/V2Wll1VwVjk4zHNJOg3izKvrHJq5JOw2P8rMpMrwZ3DKQOC4jhkCIRACByegAT94pBceoZFqQtQmrfPht6lHVtm5bQrjnrhHmPuYlq7quPY4jC4bZe5up7T7aPUlwvJryZ3De3bRhK15f7/le8fKi9lzna0Rv1kny/nGdTdHnpjDXceoC7LDfZtpiR2hCqN3Ls9mQuyRJ7wRUM002zd9yHdU+cx1xLPq8TsrHb4+E7o0Ass5e2d+abjhzwoNS9rHtbIw6MIcbt00a2wGfriZLZmX9I57zLmuETYc5LVLHebXygDxDU2I9o6M63Wm8sBo3f193HXG6R5W+fXrh7SrDwbTHjIN49nKyHsyrtUr76gy3UXv244do/xHXnYx/USkNqqH2WeljvDq2j5thbCn1vMqGcL7PgK1Or3PeyyM7/uh8222+a0rUgOoZaxU9m4/t+5YEq7MCMi+QepCOZ9UGXi1oougLt227RG4HbgpDw76s/T+IdK2DYS2trch2/znfgiEQAjsTOCQwsHOD0+AvQkQ3gkyPQKzJWZNutsmuzjsWddB3aSNXC9dfrjpeed6zwx0X76rAzcvkR9pN0hDWBzXOqUOqRvXm0yMzcB8UnnC3kFAllj6DW6rDsyEzLM/5fWilPwdO8FWdjjkiTmepUyUzbjuprJUpsPt75dFR7CMJeoq/FjBQjAdmTFbZNZoXD+06T0iMDx0OvL80xBYulrnNKk53VMIpPOgyOmefnPjF02sVvLN2fZcgjEB2SowAxh+fUQfY1u4+9z3M29+etCAuPZAH4eg7tlvUhEbjN23z6pvNE8MVJQHUdpTjA4SWSIJgRAIgSUE9m0Ml8QdP8cj4GPh52r6E5buQe5hYr+50VHwc1qdxevVxaoTqp08rxNWt2+VpfNzOdzemP6Z1XWgn6WkZnPnWfDJ+92llQH7Li2+i+SElkPv3VyXdHtxHXo27isTZTOuh6kMleW4JvSbyTE7NtyOayb2EAiBmYD371xWXMxpO+a1mWPf7mM+Y1vc2ujXL08Gi/9cmb4xZWxU+olmwZ1p4yf2Nnre46bVSR9e4axkfIcyly4/t1LBT6BWkK3KAKbnbPW4hwcMDcrvETRBQiAEQmA/Ahrm/UIm1EMTIDwSSEY6zGq88rg4A9PH2Kyomef7ajPUx8ySGXhLV8czzFLMs8mWxPl98OGHaSbYAAD7Ov1L64Z9212QLKdnlA6tdHxg3fG76pZu63T05eJ166zVqQYb7F//3ImEslFG3VkZKsvh5gT1rxwXC00nrt+3/gpv0GY+2G5rEg7kQd3qZaOtWNpJPlASLjaaS2rHLgXyY11xYXm8wYtzKKdvrkT8sdLO5rA33JkdBkVt4Srnlco3yUB0b1NXetzB0eC2LU1vsyUMdl9Vfj6qtNVqtgy+YNk/tPQSNbeBS8Is9aMt9a1e6j/+QiAEQuDeBCLA3xvhg0XgFG0CSU+AA8/MOna3U9nnjokPmg/bqZ5/n+dYqtcFZUvtXmOK0H51+wGHM4F/PgBv3BumsviwurA0sIw7ZV/lB9SVE+F1iryHOlJ+xs5+eIcK2bNYXg6qlJGOUI9UR6hfL7Vblj4vBxX/0vD39TefXWAGfub8u+ohyrKMW+WcAcszby/W/DOr02/hQ/jubpdiH+k0yERoGtdMS0qZ0U8TmOvwJbVjT+fkflfeg3lW0YDsPrFi2Oubfcwz533iPUYYs6k9Xgeq2o/d3ZbYhdG2d7+Y9utzsJsE8P37mEqM81+k268E+D6tOvNAu/8Hyq9ByTLupSzTdwjdc6ZYtFfSYyBbnTMw61tjMPwPl9/PKC1t0l7WRUqccxu4KOACT9Jn3/sCr/ESAiEQAochQHA4TEyJ5dQECCIEkv5cv8XtJ2G626nsPqj2dY/n2TtvafO4PmdTR8CBPb1Tae+0judIt5+XI2SPa4fX6fiM61Xma5UjwbKMO6Vjgsu7lMsXlCaoe35Zj64s37Tnvz/ILPU+AqotG52HslcHetzHtDtF3czNeAZBux9WZ993P0jOPsUlh0g6wGnEybTvUqeV/VI1QcxMck+/n4Pr1yvszzg5v8He+X9Wd8yE6fCX9aqUOqwuj0xdUjs20nwIU52Z27dX3DPil6twXeAzgOl093I+O6V97O2xQUFty64JNXg7v2Nz27JrnKfwb5DBVi/fJ7Pj+hPzoIbv2iEG5wnuDnvs+XJGiedaEWAg2xJ5Az7dzz52Kwv6932fOJaGkd5TPWtpmuIvBELgyghEgL/sAjUSbV/dyIVOkhFtAuJwO5VpRtqyvP48M9bS1N222Y3++2jbq2dW3EyA/Xrbwt33vhUNfYmz0X6n8orX7JGD0thpHTyDJ0zXq7RR+TecbvgZn3cvN7MBZWxVhAe/17vV4w4eLNPv3uWRsNvdlthfZfKk7NWByflolzpIZuH7A2xTwJ2bZZ5+Yo6d/qL6t6QDbZ9nL1d175dU2F2VJaGEIAMN9t27Vo92jecQ/gmk82qdX10Rm20rY5EymOXdNCNJcP9DFcrgRhlr1GU6q8Pqck/9JbVjPd33sRvsm8/3ePmKUD0oY7HyPvaBNQG9E7bBsJ+b/vpKkMHxMm6VNli9v73Y4Z8VW9qOEUSbom0Z16c0/SyclV2+pwaofLuUy7Y0SLND7N5+8vgSdU3ILuNeyje1r5Dy3TfD7pdClkSsb2FwaIlfK8/m99rg9ZKw2/xYJWBb0vBnub6BznEdMwRCIAQOTiAC/MGRnjRCAomDaPpDdRw+oRzMAJRxMmUm2b78/kCH5az7Sbbub9h9kJ18q4Ng1sO+Zsv19pkhHnEuNXUo/T748K+DY6bBtQ99n0m3V9BBau6t0zp+80CKmUuc1oWZ3YXfp/M4x9Ovv6IuegcJ6zcqt12UWSn7EHsYTHbJWw+7r119IwyM8IRSneZRj5jjnoMKlwycGMjpwq443qwisdyzjEXK7xQ7NVm9NYjAri7pEC+K4AiePm+Kk1C1iwBuNrF3ltUhdWmK9nCXDxSTOqxe9cdfUjvW031fOw69zv7yitC2nzIWK0K/ut8D/OO6MEBQxtkpAu5cr/18oCXcSxPr2+GwUuYIYwXM14yLE5v6BM6R8T11krwBuF0GbbWJVjAdMtnYaBt7nM4nMXDf3TbZrQJ4hU0e2j0CvMG55nSjj9Gv97UT4HvYb6gLg6ZlRIVACITAcQhEgD8O11PFqnNlKWtfSuzZlns7bIZw5npfbcbQ6bM6+9vikJa/UZ4sVSvjVuksGPlfKvyY9TZTeRv4yT+dPR/EJ5dHNSxp78sFzbyZcXr1emofYXeAGoG/nNcqe+J6GB7na27rNGbvVTcPvXzbT6hZplhR36m3K9tSKevzkgAAEABJREFUYY5A+5aTf2VvVodZt06mzHL0uq++O8hRh6oLGjpu88qDdYkUp1mnfv8N6uJ1Si9VOu/zcuPPqsAPKbTIPw6VjFulXjnESj27ddjwT2fbQFqfLbOaZF5ivSGKk9/a94Hq8KW3Y/vmfQ6njA3MDXfv/rvWhQGqMrYqdctS7N7uaV+3nR2yNeIjevCOfvIU/6vW9W8rvVRpg37v5NmBpwYHJueTXP6bekrfsmBguLePdXujIuj2MjTD3FcpbAy85qY2Rf+i33Yone9md1tnVxf1FQwsrvPT3b3XtgZ0N98J6ehu+9gNGvdw2lkDBt0t9hAIgRA4KIEI8PvhtNTLR9BHhGbntl9s9wtFkLSc1dK/HhMh3kyi2cP5Q9n9rbKbOdRh/6a6aeReR6ysW9UXl4+/U7orsxeWjW+Lw35qvwFLsBjhDQYYoNCpGm6bTOm+zwfZbC7hfDzDgIJ9er92OJSpAzov3S7nZ5TZ3rlO6DTZO/6M58lBeflZnVUz4/Knzk1BFl9aev6J5RvbMm6VgRbLK9XjW4c1/zzXEsd3m+6b3VX2k/PRL3XKPqWe0g8nsozekvfeqZK3pcKmOD+u4uxbU7STH19uBnLK2KgMdr3H5EPHccn++ynYQS8NgslDj9RAg+WxyrW7d7t7BjB+f3PE6GPrWh0v4+rUF9/c3DxkO3YqoAZktDXrnufbYuVKv29gykqlbSu8tPfvVwHnNsxZI9rZunW26vMrZd7ZMu6UNtNKjDuHNRbfDG0StsOLb4ZVcd6b4XZK0+y/wen+TN8XZ+Z0t1V25fyO0w0ryfqAwHT77hKDdfXLN33+Phr4WLLijJD/TvWUuZ0tpxv3tFnsszbD391sLej9jX5vqd02JGXe/duK91Bl3dMRewiEwBUT0DG94uw9mqyZVdXJnvd4+d1THQfLQj+kaNjvrGNV1meUD5kDa8yk+skpnX37XWePZmWeOzs+udahN2usw/LE6db4E/WfEDUvmSvnGx9bvy1rpoeAy21oaZ87HuMec36OQYslnRJhV2nCrdm3cY+wTHBxOvxw85NwXzcuNphG4Geh1n72v15hLMkv4xmlbMz0WLL4Vs/cfZ6D2RADFc+72u+/pbEEsB5a3bBH08ntOkH9HjshX8dUx6+3G8pAR8p+b/5OrW0j6R0zAy4OQFKvpEVHSt1jul6idd7ff/Lo/TAzry57r6bbNzqqVpuor/yO+wZKhDGzP9weyjQYJm/9+QboPrIcVs2qqmfeZ0JXL3MzqA6YqmBXqe7fjj2NZVs79rTv4105oKy/p9o3gzjq7rqnEtYd2Nnv+04QUrTb4z3r97XzBvWs8OjuvlPeK+1sdz83u3fVIKV3d6RN22xVm/Zv3ftvtZrvmC1GIxzTQMZ8ngD3U2m8vft9oFMbpVzfuBIhb2U8o3yntGd9+xgmDmIV5xxg1/qljvQ4zPI712ddvfJdMkBq+5p2q4cddgO367Y7mNDoAw/Kyfd0hN3HNMDRVwHgog7sE1fChEAIhMBiAr1TtjhQPJ4lAR0EM8U+bnMCddAsk7aUzkfc/lWj8rRlfYQby+J0yu1tXlUvfJwth7Sc8GvnB7RrwtSb17UPfRl3yk/CmHmx9M4gAQGSKS2WQc975X0ECT6eexfJZJlPDNYp+ZLyowMmbzooqwST8rJWEW6lc3gg0FodMK4trzR7MK43mTq/8yyD0XpClGV28o+DDj7hWbwE/M7CYIHyGc/RiVnVaR73l5g6GZbC4t7965h+ajkQYHSupM0BbGav1RMs6vadUsbKWlndOZ7YYpYQ5/FYqwjs9RzX0mbQaVwvNf38n5n47t978d7l4JneJeWGkRk7gpFO5dwZ/qDy3weF6vLBlPfCihyDLj0RVvBYcdDzZMm9gTz57X4JYZauqiPd/drsp2zHnmF3JAd11Lvco7fSSn3WXtLz0m9hrKJS7j2cNkr7Ya+vATLvgfZM+6799C3q/tW531MOVnWVcfbKipk/viKV6j5e87uCk4Gw+f3XhnxwxdPb8Lo8uTKY/Oenp2rvtZ0Gm82qK0Naefou+075XvVg2jxCfXcbdgx2qV++z3PbTKhWr0w6SIf00NKnzfF9twpkPFN90qcZ176P9Ljupm9YP9/AOTVLZvx7HLPdgIHB7eGub6T+j+uYIRACIXAUAjqkR4k4kT4IAR9Po+V+mkXne10i7Ov2oaT7x2eVfwI0IcRv2joR3kd0lb/uZqbCnuFVB984eMYggU4hk9Ddw7J/ef2zomAWfsv5KUXoNQP7lGNdWDkgbz7ORsjLabHSAdWxWBXAh5mAv+reKjfCtw4fhvN9++/kHwdClWXf/X0UxqCLQ/10jEb4ly7LrnmqIM8onVCMdbrnmzqhVjNImwPYCMWzH/XLKcLKer536msdPh3OVc/VQZXXVfc2ueFvu4BtHav8WbGg3DCycqSX3fAvrNUJBkyG20ObBjSkd16tI109T1ayzHmyTcfgiE4z/9eu1e1TtGOH5rguPgOEBNP5vvdde0n32cThT3mbFV01OGyVhjrhPdCead9HuGEaaFXn1L3hdu4mgfsDK5HaAG1BWZ9S294Vnn0v14V3/5Rafmxl0x7Oz1X+DrZThrTy1EeY/dlOYcvNKh787lq/COlWLRg8FL5rz5cO6aGlTzq7H/2SVyuHfvCdwfZ1fRrpc6ZOBblT4r272MPiED0TJCOo/oF8jeuYIRACIXAUAnMH7SgPSaQnJeA3SD+tnkhAtPxb56kud1bCCe9Dar8ZgW2XSCyztZTSkril4XQMzPKbvekf5XXhzSj+0bppdqeMZ5RBBxyeubHFAb8+qj+8ExQ9c1wvMR1e9hvLI55lLFI6SpbbmwU2K9aFLUv+dBoWRbTFE8HWEkoDPn6beYv3u9sfXTYzcFZslPXBldnB+WA+iVIv1s0Wub9Nq4/qvsEMgzfb/I/7yloYYcUx3M/FtFrH4NZH7JAgfv0030OdpL1DUg/q9RTt2EETvCUyK4hWCXEj2M+/ubmxtH5cD1N7rE7bJrJkEFc4df89y+IkenWurBelCL2WnpuFNgO8NPFmlc0S+5ZhsDTcsf2Zabdl4o/Ug5aWYXm98W3wjbDaShzc1uld65fBer8egtm6OGd3A+wGULSvlsT3tpkwbbBpDjOuvc++C+NandZPGNe7mPa/G+AbYdQXhxUyh1vMEAiBEDgKgQjwR8F6FpH60BIEnS7udG4f379aKTOLNncq+LU/zEE9llDyL5zw7lWwvZROn1kZ8RG0Lcu1VL9HpnNgbzF/BgvMWuzSubDU2+y1jpYlcj1uHdFVs8fdzyq7zqaR9H6PQG8P+D4f5y+siByY42NvVk+ey+lOYWJwQBnpTBg4wY4Ho/lzWixFnWcj+N1HjwEfAwOvURFYMm/QoKx3ak7fWHJ95+GBLWa4pXsuGwcS9s7dPskUpyXyBF4/o2ZQxbvS3yFbCax+sTfUeQkGroQRdp9nniKMATkdefVtvJv9XZcnZzH8qUqMZaL8ClOXj055F7VPx2zHTgVVGRPi3rAeqD3u9bicbrSXlhazz1q7bFbaCic8VrVl33Zzc8P9t1dg7fmfLtMzy7hYZZWXvdfe6/etXHxV6c6NnZt7/JjVJZiWt7NT2nuDcVZxjfZe2+V9H4ll56ZNfZVy9G0wqC1sXW5UynrX+mXZuQPsCPKeOX9/xKmuOkxPW+TXYZSJhJhVnweSrSxbt3XOqjjn2AhLv0z9W7XqpJy3KpMDfTDdCpNVq1S2RhQPIRACIbArgQjwuxK7TP+Whdu7Zjm2mVOnw9pHPbRDX3zE7Ic0O8P/IXMqvg+tCAk3lriN5zItuXQokpl6H+rytrPSwbZUUUdDnF0TuneNUEdVmno8fuLmPh9nnTzLV3Wc5bnHjYkTzpURgb2nlxBoGX73r3Msvu7PdgOd7+7P87qfTXbxmcXW+Zrj2ZS+TXG6Z194T9ObcjyCJqxrz/qz7Nkn3B/icTqvBFrbGrwr/R2y59LWBofn6Wjyu/SZ9+Vz3/Dq23g3tQODnzwZsHAORV8Bsi5ftnlYzjrCM9fVv7muWobtULR1cXd3/vgXP62uiq/7WWe/L6tjtGP3TdM+4dVPQrb2uNdjPM0cG7Bbx5C7dlp7vaot07Zxd58//pfq27Itz9Ix9Lo6VN4Wq1V1U13lvjQS7TBB0zJ0M/KdGzs39/jhd2m88jfyytw1XfuG7+29tsv77vk0OzffAnvO+V2aH/72qV/CEKw90zstHUNrl9RVW5JWtUUGJIZfpu0/2jVpmTWB3yqB4W6Q3/d0XO9iGnQwqDfC6DtZ1TauY4ZACITA0Qjo8B4t8kQcAiEQAiEQAiEQAicikMeEwDYCZuwNtA5/tri9+LhYaFqqb7Xi8O5QWsvzx3XMEAiBEDgqgQjwR8WbyEMgBEIgBEIgBC6DQFL5CAiYJbc9cGTViiqHLI7rJaYVFz3MJ1Ug2w7KiAqBEAiB4xOIAH98xnlCCIRACIRACITAtRNI/i6FgMNl/UzeSK+l+2bVx/Um0zJ9h7/aOsGfLTz27u+ydUK46BAIgRDYm0AE+L3RJWAIhEAIhEAIhEAIHIZAYjkZAb8m8/7taWbTn9OuN1mdI/T6zYOza/zySHOKNQRCIASOSyAC/HH5JvYQCIEQCIEQCIEQODaBxL8bgc8u734hpowbs+l+aWPbr7uYfXcQ60sKVNqvnPj1kcy+F4yoEAiB0xGIAH861nlSCIRACIRACIRACJwhgUeXJL9C8J6V6x8oTb1u/XPafRlrldl3v9YzPDy3LH4Fp4yoEAiBEDgdgQjwp2OdJ4VACIRACIRACITA9RG4zBx9cSX7A0pTZuHfuSzr9sKbfX+buj9m3z+j7J9eOioEQiAETk4gAvzJkeeBIRACIRACIRACIRACg8ADmZa+f0g9+8tKU69d/16r9Cr1K8rxLUpTX1//CPs/WGZUCIRACJycQAT4kyPPA0MgBEIgBEIgBEIgBA5E4D7RfEcFNrP+XWWaZf9TZf6U0l2ZlX+Pcnjh0j9cmvCen40rEFEhEAIPQyAC/MNwz1NDIARCIARCIARCIAQenMDNl1YSXrQ0Af5ly3RKfRl36vvK9ltLu/8CZX5m6agQCIEQeDACEeAfDH0eHAIhEAIhEAIhEAIhcNEEkvgQCIEQODGBCPAnBp7HhUAIhEAIhEAIhEAIhAAC0SEQAiGwK4EI8LsSi/8QCIEQCIEQCIEQCIEQeHgCSUEIhMAjJBAB/hEWerIcAiEQAiEQAiEQAiHw2Akk/yEQApdIIAL8JZZa0hwCIRACIRACIRACIRACD0kgzw6BEHgQAhHgHwR7HhoCIRACIRACIRACIRACj5dAch4CIbAfgQjw+3FLqBAIgRAIgRAIgRAIgRAIgYchkKeGwKMlEAH+0RZ9Mh4CIRACIRACIRACIRACj5FA8hwCl0sgAvzlll1SHgIhEAIhEAIhEAIhECSCsbkAABAASURBVAIhcGoCeV4IPCCBCPAPCD+PDoEQCIEQCIEQCIEQCIEQeFwEktsQuA+BCPD3oZewIRACIRACIRACIRACIRACIXA6AnnSIycQAf6RV4BkPwRCIARCIARCIARCIARC4LEQSD4vnUAE+EsvwaQ/BEIgBEIgBEIgBEIgBEIgBE5BIM94cAIR4B+8CJKAEAiBEAiBEAiBEAiBEAiBELh+Asnh/QlEgL8/w8QQAiEQAiEQAiEQAiEQAiEQAiFwXAKJvQhEgC8IUSEQAiEQAiEQAiEQAiEQAiEQAtdM4DryFgH+OsoxuQiBEAiBEAiBEAiBEAiBEAiBEDgWgTOJNwL8mRREkhECIRACIRACIRACIRACIRACIXCdBA6VqwjwhyKZeEIgBEIgBEIgBEIgBEIgBEIgBELg8ATuYowAf4cilhAIgRAIgRAIgRAIgRAIgRAIgRA4XwL7CfDnm5+kLARCIARCIARCIARCIARCIARCIASuksCDCPBXSTKZCoEQCIEQCIEQCIEQCIEQCIEQCIEjErhEAf6IOBJ1CIRACIRACIRACIRACIRACIRACJwngUcowJ9nQSRVIRACIRACIRACIRACIRACIRACIbCJQAT4TXRW3YtbCIRACIRACIRACIRACIRACIRACDwAgQjwJ4aex4VACIRACIRACIRACIRACIRACITAPgQiwO9D7eHC5MkhEAIhEAIhEAIhEAIhEAIhEAKPlEAE+EdV8MlsCIRACIRACIRACIRACIRACITApRKIAH+pJfcQ6c4zQyAEQiAEQiAEQiAEQiAEQiAEHoxABPgHQ//4Hpwch0AIhEAIhEAIhEAIhEAIhEAI7E8gAvz+7BLytATytBAIgRAIgRAIgRAIgRAIgRB41AQiwD/q4n9MmU9eQyAEQiAEQiAEQiAEQiAEQuCyCUSAv+zyS+pPRSDPCYEQCIEQCIEQCIEQCIEQCIEHJhAB/oELII9/HASSyxAIgRAIgRAIgRAIgRAIgRC4L4EI8PclmPAhcHwCeUIIhEAIhEAIhEAIhEAIhEAI3ESATyUIgasnkAyGQAiEQAiEQAiEQAiEQAhcA4EI8NdQislDCByTQOIOgRAIgRAIgRAIgRAIgRA4CwIR4M+iGJKIELheAslZCIRACIRACIRACIRACITAYQhEgD8Mx8QSAiFwHAKJNQRCIARCIARCIARCIARC4AmBCPBPQMQIgRC4RgLJUwiEQAiEQAiEQAiEQAhcD4EI8NdTlslJCITAoQkkvhAIgRAIgRAIgRAIgRA4IwIR4M+oMJKUEAiB6yKQ3IRACIRACIRACIRACITAIQlEgD8kzcQVAiEQAocjkJhCIARCIARCIARCIARC4CkCEeCfwpGLEAiBELgWAslHCIRACIRACIRACITAtRGIAH9tJZr8hEAIhMAhCCSOEAiBEAiBEAiBEAiBsyMQAf7siiQJCoEQCIHLJ5AchEAIhEAIhEAIhEAIHJ5ABPjDM02MIRACIRAC9yOQ0CEQAiEQAiEQAiEQAisIRIBfASVOIRACIRACl0wgaQ+BEAiBEAiBEAiB6yQQAf46yzW5CoEQCIEQ2JdAwoVACIRACIRACITAmRKIAH+mBZNkhUAIhEAIXCaBpDoEQiAEQiAEQiAEjkUgAvyxyCbeEAiBEAiBENidQEKEQAiEQAiEQAiEwFoCEeDXosmNEAiBEAiBELg0AklvCIRACIRACITANROIAH/NpZu8hUAIhEAIhMAuBOI3BEIgBEIgBELgrAlEgD/r4kniQiAEQiAEQuByCCSlIRACIRACIRACxyUQAf64fBN7CIRACIRACITAMgLxFQIhEAIhEAIhsIVABPgtgHI7BEIgBEIgBELgEggkjSEQAiEQAiFw/QQiwF9/GSeHIRACIRACIRAC2wjkfgiEQAiEQAhcAIEI8BdQSEliCIRACIRACITAeRNI6kIgBEIgBELgFAQiwJ+C8sM+40fW459T+k+W/melv7X0/5s0N/f4+eV17wVKX4t6ocrI55Tuef7Oun7Z0odWv7Mi7M/54bp+zdKnUC9ZD/mm0v35v7WuL1G9eiUau56Xjyi3H1H6kOrHV2TqfX/O55bbjy4dtRuBFynvX1C6s7zU+lfZiDpTAi9d6frPpXs9+z91/cqlL11dSvr1Eb63EjvKgJ1bOV2sutb2612qREY5Mf9iXZ+7eoNK4A+Vlt6/Veb8Pf5p5fY1pd3Xl/sVZY8KgUdHIAL89Ra5js7HVfZ8XL+szPcq/StLv1jpWXFzj58vr5vfU/rPlP5JpS9BGXD47ZXQ9yk9q+8vh08u3dVPqIvXLn1I9f9VZK9buqsvrYt/WjpqNwLqK3Y91G+pi5cqfUj1iyqyX1a6q79QF99XOioErpmATvCHVAZfvvQlKe32T50S/KPq+o1LH3qAr6K8JJW0hsDFE/iZlYP3K002+YEyP6D0/D02gPfccqf05d63LAbjy4gKgcdDwEvyeHL7OHL64yqbH17660u/eWkz8GXspIx4vnOF+JbSb1uagFzG2SkdNgMPhORPr9T9jNKr1BeVo9npMu7U65XtkI2+Z79axdmV2dz/2R1iX0QAs78++fRh/zWT230vDQro/I94/ktZ/nnpqBC4VgK+DwZqfR/eojJp4LGMi1C+S97ZVYn9beX4s0pH7Usg4ULgYQnoq753JeHnlaZMvOjbsc/6s8vhC0tTv6H+vXVp/cEyokLgcRCIAH9d5fyKlZ1/U/ptSm9S31Y3v/mJZi/rSqVB/dC685GldZ7KOCv1Ryo1lkDLd1nXqv9ad/526a7MvJqB7W73sf/mCvwSpYf6rrL8tdJR+xGw7QHDHtoKh0MJHC9eEb9+6a50Cr6xO8QeAldE4KdUXqywslVK216XF6V+aaX215UeyhLaYTcrb3Z+XMc8MYE8LgTuScD3+E2fxPHtZX5w6f9bepX6X+VoFt5Wu7LevEf9y1L6ghD1eAhEgL+estZ5sQf1p6/I0n8stz9YWidHmevImTGm2QlFP7fuaxC/u8xZvVU5EOTPrdO3dFBBR++vVB76x8DM62uU2yGUdMwzQ/+wIv53paP2I4Adhj20GfhV9bv7WWo3gPPzm2d1Qx1RV5pzrCFwNQSspHrBC86NNla7LQve0z9XFmYZt+r31P9Drqqq6KJORCCPedwEbOkx+z5m0T+6cHx16U1Kf/czn3h44TJtoXSWQVmjQuD6CRDmrj+X159DI49/ubKpESvjThHcf1NdEVQ+pkwz0b3DU063yoEh/BrFNIv8x8t1jGyW9Vb9gfr/WqUvVf3rSvi/KN2VQY8X7Q572s3kEy57cLPvhMLuFvtyAthh2EMYgPpV3WFPu07C76iwzDJulbqhjtxe5N/OBMyI2EKC6dAOINo5ogQIgRUE5hUz/738/I3S/6n0UAbltMXjOuajIXDvjKb9ujfCvSPwvTBJ9AuexGAr2yeWfVVftZzv1A+WzXZRe+XLevMb65+tNGVEhcD1E4gAf/ll7KA5J3Q7zKPn5rPqgmD/D8okoJexSDkw5P3Lp0PhuhCvrhDwPa9uX5yyr9ogR0+4JZm/uDvsaXfadh88MXv8j/aMK8GeTwBDLJ/vcnPj7AIrRrrbrnZ7ZX3sezh1Qx3pbrGHQAicBwHCuYHokZp/X5avKq2NKONWmZ3PYXa3KPJvJwLx/JAEDLpZITrS8PFl+YbSS5Q98vq6w++7lsWq0jKiQuC6CRDKrjuHx8nd/JNdDkjjdpynbY7VQXXzHnBLj9+sgv2P0vsqjaKZ+B7ec2bBp98/dzsunQlB0EDFfdJtBt9Mfo/DoIkZou4W++4EMMSyh7QHdhxy0913sZvFN5s/wqgT6sa4jhkCIXA+BLTT9saaqRup+pKy2O41H3ZpBs4AXd2OCoHTEMhT9ibgnXaY5k9+EoNzb+aVd09urTSs1PPTeGO23oSMvfQrPccxBK6JQAT4yy5NPxXnILeeC6cLE+rvO5uoQfSTWv+2R172NyytQ1XGxan/UCn++6W7MiBheWZ328Xu92/pEcZyrk8bFzHvTQBLTEdEP7EsTp0tYy/1QhXqd5fuSp1QN7pb7CEQAudBwFkttmeM1Pg2jZl3W18MoI97BubmAdVxL2YInCOBx5wms+9WzQwGfrlnXnU37q0zzcJ/abvpEOfMwjcgsV4ngQjwl12uOio6LD0XH1gXhzpJ+1srLoeJlHGn5tnLuxsbLJbd20PvxHh7zXTAaEv7CU4OyNOQG43dEM3trTHaKryl/reOT/69SZnch3bIST/UxGgtgbC83SnLMi3PvHPYwSK9ZnyYI5iO5b8cFytMfs0Q/bG693mlMR7pHSY39zDDrrwdXTngyk/yKW8d4pEWpjJTdm9Xqdh1sONdKow4hrbdoJxu/JzVnynLd5Z2T134V2XHpefZvnQf6Lp1pxxm5eDAO4cdLA5rVIdHEM9Wp9SN4bbKVG4vUzekWZ2VXmHpzqenvbxvVev4COjQSLx0aqwS8CzagIY6NrMSZlctveqZ+tafIX/yufTd9J5536RvaGlflR6rlXodE0744dc7qR7aCznikp5V9WOEYarDytZhhD0vysdPSUoPpvzuowcr74I4e9p2YdWffezyN7j4vfVAaXUGCmG4Lm+VbT9OpXdvaIxub274h6GzVXDWVo2wTNzVpUMeKDf/wsfXVNrU/zJu5Gn+hZFDPNtheOKRF3mSt6Hlmbv3Rp2Qjl31seOXHuX0SmVx2B9evc7Ki3fKUmUD9cqT//J+dOUbgp1f/VB+0tI13t4x7dsuh5aue5eWfGu0P9qhno4l78KAZWD4NevCWUMEUG10j8s1d+2p76y2qrzvpTDxM7/awx+6ubkZz/ELRJjJ714RrwikTqgbx3rX36ieOWbf5WPJt7iCPKVMVvWVOGbhf/1TPnIRAldIIAL85Rbq6AD0HPhA9Ias39vXbmmxeH2YzFb/7IpI57uMrcqHxCEjfhLEviYfrh/TQql/BKq3LTcz/f+8TIJ8GUdTniE/4wEEMwIhc7gtNV+qPApbxp3SmXSOwJ3DE4v4f23Zv6K0TtMHlWkm+cXKnBU39zDDDkMsZ3+HuNaRsI3Ayg2dJofJ9E6+ZygzZfchdfHfSv/V0k6NLWMv5ewBnQ2dkHF2g7rwSyo2XP5SmTpEZdzodM5L6qTl57i5hzboNZ4puL20X8myQauT6g2/0qzOSu8I0vkcqrxetSInqPzNMv1agq0aZb1VOlUvXzasPM+g3a4DGurTh1UchBH1TH3rz5A/+Rzvpt/cNfBUQY6mrK5Qt7yf6qH3azxMekb9+JZyNFjnnSrrrZI2Qrql1Q4o7HlRPq9SvrDU6f2FZd9FYeUdxBor9U+cIw5p66zUFXVm3N/HPHb575MmdcyKLxz+XkWAs7aqrHcKd3XJbzgTxNQx/O487GghWFn11YMZJP2OJw46/dpc5hOnG2e/2O41rncxlat2TtrlQV60GY7UAAAQAElEQVTkqcchz9zVBSzUjaV5PHb80tnLyeDn25ej9sKzy3qn1Fvvje0JylNeflfd9U0o4+DKO2G1k28Idn4W1GDe/CC8vWPaN4cU2s637/dml2/NnI4l18pd+2s7x9+tAG9Z2gCkNrqsd8o1d+2p76xvCSGzt2F3ntdYPEtdw8RAsvZQGQ7vBFfM/ESwfsmyuEfop81eh9SNY7zrBnLEO56MybZv8fA7mwbU/ndz/H1ll4cyokLgOgn0l/86c3i9udJ4m13pOfShs2+4u93XTojQ4XXIiEby+xdGqANFSLOcaWGQG2HMuApzn4/Ppufhg1P342PXhYV+b5PdyfM/s3kwY/g57XpYfbx95AlBOhTDfamJxz8pz/1ZdXlvpUOnI/XpFdMstJfTWmXU3IdWB2StpzU3DAAR0swirPFyo+Pc69nfKY86fWXcKgI4Qfz2Yod/Br0cgteDyLs60d2GXUfWqgN1Ut0c7ttM5aXu71PW6r3wn18PWTpI8Y7lV52Wv7JuVa9cPvzqBGFs6TdAXVfmr15hj6EIEv+4Ila3ytiovE+fVD7GXsfnlP3LSstXGRvVL6i72GrTyrpVKXdlqUy2en7iQRh1Rhjl+cR5kcG/cNJ4rPJflJDJk18n8asCuwjk6pY6ZkBjKe/psTe+c71cCepmbpnDr1UEvlPjGsN5ZdS4t8k0gCSP3nlp3+S331Ne3o1teTx2/NJE0PUe7VJOwtEExE8ti0NxvWNlPYhSHhh5J0wC7BqpNhtf7/kuYff51uwSv/Zd26D93ZWXd9vkyDvUA/EpY6NSt7xHOG70WDeVo19oMDC/JO4K8pTa6V1/EtL7suu7bpBGe/wkihsDGwaUx/UuJuHfN2CEcVaO8hnXMUPg6gh46a4uU48kQ7+68tn3olsCbAS4nB9cmQEx0r5KSCM4mGH9uEqlj4zlnWW9U+qkUeZ3KpdVHx+dE2Fp+x/L252ydYD70IRpXO48PLGYsbGk7cnlDcGYgDKul5jYm0Hofh24Jg3dTR7MgFja1t3Z5d1HeaQXF3zcm7XR9fcsR88t496KsIe/keo5Mj/PonMhXdK0asWFZW+Wdg8hao5j3fVz68Y4hM6vHJhN8xyma7Ov7OXtTplxsLzxzqEsOnXyUNbFygxQ3y5hxF6HfVUEyk2ZmY1TJ7sffHq52X8n7d2Pui8f3oXuvs1uf75llv2Z+CsHnJSL58/xWL5pkG12n6+lx4CI8pvvbXuOgZPPqECdYV3eW0mLZbzq+IjMYUYGetblGR9baLy3hA5xjLA6c36GiGYf7sPUQX2vutj2LmF1rHasHr9SHbr8zVQbpMMRp97uEYIJw+4NbfZuTpj2Ubtr1nm+pw3TjgivvFZ1wHXShd9VAPMsM8JOl2entfk0+9BmjuVjXDMJ8AaF2JdoApj6pOPf/XuvCZ7qkjx6D70n3Q87YdEqtXVt0rHjlwbP9h6t4vxt5WGUk3yw275Uzs8oq192WT7+TASTg2/E3Kbxoh3zSwKDLRNrzN3v2vttdtmKjO6+yb7Pt2ZTfP2ed0J91853d3bfK/dwprXZ3hP3Zv2nyuEVSm9SnqW8vEezP+0bbrRVjOO+9pGbVX/DbYnpWd7VY7/r2l7vdk+TCSJtUndbardSz+qr4V+bYeXauI4ZAldHwEt+dZl6BBkiXLzclE+zv5ZmT84nv/QB8JNcOvv94Ub1fYQtNbVkz1IznSydDnus5o7j+1XgVZ2ITyh3YWnCRF3eKR8e7kOb9e4zucOj/YCEq3HNJIz7qLAv0Was54OVzObOHyAf5z8xRSiv8izv9iiO9OKCD3dL5KZgN29QDqs+4uW8k5JPndX5I60j7BmWnplplS5p0hHWUZm3Z+iUKo9dBDqz/hJr1swshFl8z2GaOfD8eUbcIIy9cZ2tZxLIxbVUW2nhwz78W3L91eNiMnU61cHubJmkfbHy0MvNTIK0v1t57p1P74B0mxWrW4uUJYWjXcabYIC/csBJuagfc50SucEYyxLZV2npkB7p6vfXPcdS1j/bPZZdWJ1OdaQuD6II7mM10Xg3tBVYjDy7JoD2B3pXrGoZA0KWyKun3hF7bGl2y4dtEelhDXi41926/djtWH9Wt8vzIcvfgKIZZRzNFPaVLLb6/Ol6uHtDaxvL6U4RmAghg/G4YaDNIPKPLQftuPDSrv4pzz4bVl5ulJ+VNeqg6yVaXPOMrUHZVYLnPCjrbJhdVunIi/rS04WN99q31j159B56H72XBLPu32DSa3WHZj92/B5lAG9u070T0upQr1FO8sFuRYB3wHdT+KH1L/g5xDvuffStGXXaMwyc/t6yaEfNkg62TKzVuT9c9wn4ZdwpwqitMHcOWyzi52WXbw3/27Tvp8H0+Z348xVQPdd2eBcwpLXZ3hN1wHtT3u6Ucyh+f11hXsYzyjdWP2Z+lrqnXJUfbvTLVmjPl46y3oh7XX10f9a4n+pd9273lTXfU4mxmqGMXdRTfg2qdwf9M3nqbrGHwNUQ6I3q1WTqEWREo0SA7FnVUXOYR3c7tX3Vh41A8zsrIfZ+mQ0q61PKQTpmrs12EajGTXXzPepi30OCKuhapeOqw9c96HzpbHS3Tfb5YCWzsPYb9jA+yj7OPqTD3f5dwqo8y/tw7yZB0U/4CdvdCU+Eke62j90sk45FD6uTQyi2FHtVuv5zeSZcWyanTOvyVknTrgIdYcpSaXX2NpIn/8xSrBOoLaE02/DE6w1BfJcRdh0GQvkIzzRbpS6wd60ezJ1Oh5QRMj+lPM4dy3K6kXYCvzSZPeZG62CZ0VIXXC/VBgMwWjUoJ83vUxE5tKmMO+VZBhPuHCaLX6fgpztveo48WQkzP4dgZI92j+cQdoy9h6veDe+E5aZzB3hw1fG0V1o9ndNi37uZbYLDuKfe6lCP626eQzu2qVz2Lf+ex6V2A1azEO1MCgNYtvX0QbURp3cY23nwR90ziDDKbPhfZ6rLwoz7ym/dihnP1EYMv0xpN9jFvk1rG3xzhr+PLItVGt6Bsj6jvJfaw/7N4olgOs7vcD30sePXvhnAG89jGuD2Tkir61Vam2ow6zOnm74zq/anT962XhoYN9A2PFoB4nkG+Ve1o/yp3x9VFv74L+utUm+0D7cXC//t863ZFrU6qey7P4M9Bh1W9XH48554XwxC+NZyG1o91x6N624SQudnGTQ3ubGqXD1fOuY2u8e5zu59OdW7bktA78Oqh1YurEvbEnffD2dXDL+23/iWj+tnzbiEwAUT6B+sC87Go0v6KgHesj7LiB4SxqoPG0HUcjIfsE1pMzP0ZuWBgFvGrbKXdP6g3N44wD8zOVYtjKjM2DjBelxvMs1MmM3tfiwnnwdQDD4Qlru/962Lryu9TeFl2dz8sTe6vy3spvuEE5z7u4+55WyrhJ8elzTp2MpDdzeYscvMiJm4WXjv8a2ym5W3wqHfI0iaJe5u6+wGJxwiNO4r+3nEftybO50Ecp2bJeVmGaBBjhEX00CMWTv2JdrgkqX7qwZSRnhlYTZ9FmjNwgw/3dTBNyvU3QxgWJa67Tk602a6R1gdaTOR6tJwu68pPwb5tGPr4lIHDDDN9y0dNdi3TiDg31LdeRuGmWL3Zv3Q7dgxyn/O45Jrwu8sFJpZN9M7t3VzfMpC20+I7Pf8ZNSSlTPqljaphyUsE9S727BLj5Uk45ppULjP8nFbpc3UzmlycJc6ucr/cPNMbWH3Z8XVfJ7KseOXHsJKb9+0WQZWlYP7mzSBWXtjpdPwp+x9v8b1PqaBjHkG2EDbFy+MzMqAecBGO6r9WRjFzT7fmm1xG5zqArc22ArDXg/WxWErA9b9voESdaS7sXsH5m+1949wrsz4WaWl44Prhva9jEVKeZ/yXfdu9nLU7puFX5TYNZ70IQ3YjNtWmBgoGNcHNxNhCDwkgd6Jf8h0nNOzjWxqADdpP33SRw/ZuW0K4564D5FXAqQZyEPEdcg4jPb3D5uPjdFieV/yHALSx04e181oTN52viRAmunrAc3S6XR0t1V2nb0+E6CzZFZq9mum2s/WEcQJjD5S9h/P/tZdWyo6d1h7J21duE3uluJZvt/96IRi393W2ZWlzopOy/CjHcGuf5DHvdnUSSTkzu5LrnXmzMINv2bE6XG9zpQuwitz+LFnVh0Y18PUkSGsj2um/KrL7Eu0dPbBAYNDM/NN8ejkbuqgjbBmWwiv45q5rn6Y5SGY8kPjKF9LOvgGBv2sm3BD64Ddt4M/4mKuWsHCfdYOOprddNJX7b3u/mylmc+XUNbdz7A/dDt2jPIfedvFNICqnEcY775ZafVuuG0y1S1CpPZx+LPEdx78HPe6uaqdMrCx6b0wKNuf5X33LGaPe7a7T1jq7pbO9+t1dst+CQ3ad+28790siBw7fmkjGHqftTvsvm29jeZnk/Zu6MMMP/oYzooY1/uY8u1cHgP4GPme+Tky9WhJfL4Vc7urLV0l7K6KT/h9vzWr4htuZr71UwwKypNBRYOL4/42U7lof4c/g9AGWMf1MPUrzcCPa6afBFzy/nn3rIDp74Pw6/Qp33XvmoGunha/zqO8utuudu+dPlYP17953f0c7ElDCNyLgI73vSJI4AchoMFf2sFYl0Cz+GakfEx31Wb+5njFN39sLMtb8rHpcfng9oZcQz/PaHT/+9rl2Ywuc8RhWehLj4sNpoGYvizefjQf5TmI5VyW1tlvaO+n2QMdmdnfKa/xNDI9nmnUepdBBeF0VnRa2IfW0V8i0Am7SnAe8WwyDWaYhRt+dBBfZ1xsMHHvKznUr3UdScs9zWaN6HS0CPu9nox760wzc+pEv+/5Oi7dbZVdeRAKVt2b3eTD0sPZfdW1fZjdHUc8u9smOwFbJ9/zHORli4FO4qYwu9wTP27bwugwy/fwx94PLxruq0xC1ir37vbQ7dixyr/ncand6iHv2PDv8DgC4rheYmoX53fBMuJtA6X2cvd2Sls6xzM/3yCkZcrdXdvr/e9us90y+bluGHhYMntn1ZI2Q/vuWVaCEKD7M44dv2cRJq1g8Q2z390J5N4N9x5KG2wxqGDw1HknynPp7Psh0nyfb82m5zvY0rYo+/fl6d03eb7HPaup+iCKtkE7uTTKVe/eurCnfNcNDs0DFrPgvS6dm9zVd9+n7scqq96G9XsXbk/yHzuBCPCXWQMIFWaUzin1Og3z7J+9p7umkXDnwzvCaegd1jKuD2nqjOqUjjh9jHUcx/Uq0+CJpdv9ntl3H4/udq52H+qeNiPffeal39tkdwhgF2p1kpcs79fJXjorMD9fh9Bsa3cnGKsj3W222xph5ma4K3OnHY/rbhqx74MzOk066d3PErtndH+Egb46pd/rdnxmAaDfn+32hs9u87UZK6tGurvlqXh2t012A08EFXwsnzdLTKjaFGaXe97FJf6lue+Llf9dBwk3Peeh27FjlP+m/K67p85YtdHvO+PDAEp322bXSZgA1QAAEABJREFULpoN7v4IJtrR7tbtVkbMq2C0N/a4dn+z3TdxPujQez+313M47ZhVM93dN8dAmkFee7G3DTj0sLP92PHPz8v18wh4l/b91jwvhof9P79/u36rvXvzgNaqHJ36XTdIanVBT8uhviXzt8D7L3/9WbEjEH3xBCLAX2YR+ihZ1npOqTdLbnnkSJNOi4PSLDXbRTt9/cVGJGUaPd0moJW3vZTOqGWXPbAll0aIu1u3W7JNDzej3DqX4/q+pvxiqQNrHybzvnGO8Dqh9tuNa6ZZVR1f9l00ga4PtBB6pXtbHE663+d5I14dkj5bZtDI/vZxfzbl2fL+7u4ApXWzvbOga6WL2eZd6jC/9gn3ZxocEld3W2X/P+Vo60UZB1Oea0lyj1C97dcPbSeI75MG7aD2cJ+wq8Koww/Zjh2j/Fflc5ubNnBuK+btGtviGPeFI0yMa3xxHtez6R2c3+mlg6Rz+yBubahBAfZ12iDDvFxb/8hMtmXgBo4I9A4XNBj3AusiWuN+7PjXPHajsxPOzVDKk2/YLFRtDHzEm1ZyWeVmlZTDOvd91H2/Nfs+d1U43yGr1PRv/DKA7+Uqf8NNP8Cg+LhmOqtm12/n1wi4RZ/6XffuawNGskxIbdsCNfxuM+dBPofYRYDfRm2P+wny8AR8oB4+FeeVAiPxGs9NWgPUT8xk57YpjHviPkRuLV3Vce1xPfRIoxmVvkRYfi0pfItK5C6asDXv77c8saI5itIx7AKAUW/L/VY9bOSJOe7rmHVBdrhvM41CE6oweufybKbHMjLCGwHVTLN904d8R5XP/DHzrHr8zkqHts+ELo3ActLemV8abvizQsOS9nGtLAy6MIdbN80am4Efbkb6Ny3FneuajobDfXapw/xaGTCeySREe0fYN2nlgdEmP7veI2zQPZzy69cPaVcfDKY9ZBrGs5WR92Rcq1feUWW6i963HTtG+Y+87GIS7rRRPcw+K3WEV9d2aSscXte/AZgsXaHhZwhtD/HcoQlO2w6zM3P31hWA0FfGSkXYfW7dsfVEngiY2misynmjOnb86x6u/hKIMfBrMB9QHm1T0w4qE4MS8mQgtG6dTBFordgiqONuWx7hy4GayoCQa+n9ErbrEq0d1basu39od22sFTy2Ejqs8cPqAc7s0FdTX9Rh33p9xbq1UflO69N1T/j06yV2gjEBeZNfjB/qXd+UrkPc05Yfsg91iDQljpubMDgAgVTsA0B8gCh8EAgy/dFmS4ykdrdNdnH40PjAb9I/tiLpJ1DX5VUpM9A+rCNTljmvW3Lpw0tYHH51gBxSN643mRibWfqk8oS9A1e+tuxOTjYqb6bnXGZAKll7KfnbK+AOgazscJgVcwRTJspmXHdTWSrT4Wb/4j4doRH+Ek0rWAimI+06dDp24/qhTe+RDu5DpyPPPw0Bs4/r3ld1dR78IshY8eOd36YNbhNUe060vbZ96Mx399nuFz/M/GuT53vzNaGHgGmVlFlRv87hGzz769fHjn88S9oIxvabE2AJxL5xvlV+FtI2sd4ejHDHNs2GOljNgLf3XR+GoI7dm9TDDbZeWp+UoG2A10AI1vJmNYNVXn6NxIQAP5W9R6lWvev6qX2A7pBg1CttxCHjTFxnRyAJQuDSGktpjr650WH4lxMIy62MaE/OudxCQIM//9zK61WYVUsunTzfGftQz+VQQZ9RZnUd6GcpqY/90g+6lQH7Li1+JhEncNhnr/g+ybIXtx/mo0yUzRyXMlSWw92H3UyPjtZwixkCIXBaAt6/dSsunNHhnIVDp0j7QIDcFq827PXLk8FUJ35rg+tyo9KPMovszJdfv9Hnzc0x4zdQ4fmWTROM/dyZtG1J0u1tqyus/rq9OPA/q48+vOK0UvEdyjRLXcZWZTDGsvGtHh/Ag9l2K0VwMyhvdcbSZAjjW7TU/yX7W/WuGzzaNpi2b561K/p0+4ZPuMdA4EryuLRxv5LsXlU2CI/9I2Ckc9sywVMC8LE2y6JTcV9thvqYaTc7YZnmeIZZmHk22QfndYeHJ6aZ4G0fCyfV2pfZBcknwZ8yfHik4wPL9TeXtnTbh64vFy/ns1anGmywf/1zJxLKRhl1Z2WoLIebE2q/clwsNJ24ft/6K7xBm/lgu4VJuLc3dauXjbZiaSf63g+/8AguqR27FNTrVlx4f73Hx8iHWXyrcZbGbSn+HyvPzq7wyyTOtDBouEnI1WYbqO1tTkWxUh06fm3MH64n2dK1bgtY3b5VhGI/efcudWWG2Izoc8pucKGMgyqD17Ysvc2WWC13d5L+R5U/q9GU1wuW/UNLn5uywkGfxIGJBifWpU9dscrAz+gpG4c3mnn2yynb+g3r4rw091Xvuu8Rwf4YefFd8307RtyJMwRuCZzLvwjw51ISu6fDKdoEkh5yyWE93f8h7XODTPjUmB7yGceKy0e2C8o+sq8xPcx+dfsdhzOBfz4Ab9wbphlg++DmmR+njNuLaLZJp897qKPoJ4DskXNokj2TI55DmcpIR6nHp6PUr5faLUuf982Jf2n4+/qbzy5YNcNmhkRZjmc5Z8ASx3G9yjTr093xIXx3t0uz6yzqSPV067T369ifR2Cuw5fUjj0vB4f57z2w1afHZkC2Xy+1Y9jrm33OM2dxmXl34jv70Norwu6umpA64hjmPt9Hg+S+Dx9TkRB27d0miGm/zaSW81NKu/gHyoVAXcZWdaj47XEnVPqW9IdaIUZ49NOYtsNJl3J0roM8GJSwoq+HOZSdoOsQOoMDPU7tEZ4GqqXFwI1vicFuaf2M8owtNmU9O2WFhpUEc8KcLWCF3cvUDfXdLL3BH1stDExYgee9qttblXfPmTjdowHpfr3ELh39G7gqjDR5Xr+nXPr1UvuSd135z9+jpfFv86cubfOT+yHwkAQO9uy5sT9YxIno6AQIIgSS/iAf8bkD1O8f0+6Da1/3eIbOgqXN4/qcTR0FBxL1TqXZGh+jkW77BgnZ49pMh47duF5lvlY5EizLuFM6LriY/fiCciWoe35Zj6501Oz57w/SKdhHQLVlo/NQ9upAj/uYdqeom9kZzyBo98Pq5r209n0vOUTSAVUjTqZ9mTrl7Jeqdc7MJPf0E5b69RK7paL2zjuYSYeUQLMk3CX5UYfV5ZHmS2rHRpoPYaozc/v2intG/HIVjuBYxq0ygOnnGW8v2j9nsvR3Tbv4hnXfcvZdtVlo+9Mr+J3yfbzvKjXCDkFM+2122fd2Xmav3d938Hqf+Aktf7Ry2WcexWMm+xXK3btqj7YyrcuTKYK7wxz7A51BgpsVDQaqDbQY0Ol+ztluUP7tK4G9PjtjwLfH2Q22aDljxbe2vN1LzRM0+g0GOnaJVBj1Y1MY9eKU77p+1qnK3LOshNiU/9wLgQsi8PykRoB/PotLtBmp9vEYafdRMeKt0R5upzLNSJsl6c8zYy1N3W2b3eyGj7rlfGbFzRLovG0Ld9/7VjT0Jc5mA8a+NqPYDkobz9CxNHjCHG6z6aOp89nd/UzRu5eDEegytirCw8/e6ms3D5bp9xDySNjtbkvsrzJ5UvbqwOR8tEsfZrPw/QG2KeDOzTLWfrKyk6ln4Zy/WdvH2stV3TN7Nfvbdm3JqI6RgQadOtfq0bZwx7hPIJ07g/bHmk1c+jyDWd5NP/FIcP9DFdDgRhlXpdRhdbln6pLasZ7u+9gJIGZvexwvXxfqQRmLlfeRcNMDeCdsg+luBCMz5N1Nezy3V/3+Jrs2dj6Mzrdo1WF2fhbOyiffGwM42nbp3hS/e9oJgwQEOtdDv0RZCKll3Kpjx6+NMvhx+7An/8zGax+l8YnTRkN6vdsbPe140zezz/76rpthdwL+kqiUl8GfJX5P5ce3oP+MrOcqf+eysC/R+md9sGVdmHm7l2fPq/nWheWO36uzbNGnftcNAltGP5KFxb4z/iOOYZqQGHamttwqHvboELgqAnsJ8FdF4LIzQyBx0E7PhaXen1AOOkRlnEyZSbYvvz/QUjMzId1tk90Hx3IzHSAzqvZDWo64zwzxpuesuqdD6eTYcU8HzkyKax+FPpNu2eG2Dzbh24da+KHNXOI0rreZwhOatvnb5f5XlOfegcL6jcptF6UTYXanh8Fkl7z1sPva1TfCwAhPKNWZHfWIOe45qFCnflyvMw3kdGFXHG9Wni0HLWOR8rNNTlVWbw0isKtLSzvTix6yoyfLO3sQQtUuArgZ+96ZVofUpR7nNdjVYfWq5+WS2rGe7vvaceh1luBi288u8RL61f0e5h/XBaGhjDtFOBH/nUNZbFHqHf1y2kmZ7TUg0wMRdLUR3c03k8Dre+MkeQNUuwxqajOs8Olxdvux4yf82Io1nqnM/HIMc7htM+X5kAOMvp/avv5cAqmB+e62yW4VgxUEm/yc+p5vsryN52oHDTSN622m74mDBrf5c99gcl9Gb8Wb/fPuLdFWyVkVsMTvKd91A9vzijB1eEk6t/nRb+x+8PO87hZ7CFwFgYcQ4K8C3Jlkwgfa8ri+lFjSLPd2mA7hzPW+2gfd6bo6+9vikBYH4/TlSjpDZjaWCj9mvc1U9mfp7H1Ddzii3ZL2vhzSzJsZJ6PYRonHox2gRuAf16tM+996GH7ma27rNGbvVTf7ktK6vLeyvE/Htkf0dnWxVJjTAXnLyb+yN2vFrFsnU0bye91X3y2R1RnogoZO/NKZPHGaVeuZeIO62KXjZB/kvNz4syqOWWgpp5Mp+cdhPFC9ckiXejbc1pk6rAbS+mya1STzsst14S/JXR2+9HbsULyVsYG5EZ93/13rwgBVGVuVumWpeW/3tK8E8x5YvH76TT0b7gTiJVtehv9VpvppVr3f00bYe93dLC/vS/oJab396H5X2QkNPY8GHWxxG36PHb+VNL4343l4Yj+ut5na/nfb5mnH+8pS/6EHcyhdT2e/N9vlQV/AwOF87yGv5yXsOPd2cVvarFx7i22enty3GsRBuU8ub42l32r8DDyrm7cBt/w71bsuGQTqWYCfB9X421Wrc779PVwfjO/usYfAxRO4QAH+LJhbCuYjr5Gk2bk9ROIIkpazfv30cEK8xksjPn9IJ6/PXJo51GE3emlmwkfqGU8rHL643P5O6a58rCwb3xaH0eU/WwEJFmXcKoMBBiiWCj7SrRG/DbzHP7O5hPMR1ICCfXy/djiUqQNqaWJZNyqzvXOd0Ck0Kr4xYN1UXn52Z9XMuPypc+VtL2Xp+SdWSGzLuFUGWnR01eNbhzX/PNcSyLmzZ3ZX2a8JdjRnwtanVOz9QBzL6M3m9Q6BvOnMl9etSpwfV7761hTt5MeXm4GcMjYqg13vMfmwZ/a+wsgU5c6XBsHkoQc00GD5p3Lt7t3ungGM398cMfrYulbHy7g6pS4/ZDt2KqAED23Nuuf5tli50u8bmLJSadsKL+39+1XAuQ1z1oh2tm7dKTOtvld3DmVZuuWlvK5V6qnnafO6J3HIXYcAABAASURBVEv1e/oJEwZvux/trz3z3W2VXTzvON2w0qoPCBw7fmcKEIp6MqyQUgbdbZWd8K599A2Y7y8JP4cZ177Z8/fP4OqSFWWE/HeqiOZ2tJxu3NMmsT+EVpb9uVbaGRBakib5N5DrvetxCOsb093Y1d8/X5b+LVJOvt8GourWSiU+5T9/p1d6fuJ4qnfd4+RrXrWgr2Ugyv19tb6j7So9vFUf/Tr2ELgaAqsajavJ3MqMXKejWVWdbPt9eg79xInl9JaFfkjdsN953UdZ4+dAHjOpfnJKZ3/Vnjgjtc+tuFYpHXqzxoTcfv9P1IVOwrykrpxvfGwsKTPTQ8DlNrS0zx2rcY85P0cncEmnS9hVWkfP7Nu4R1gmuDgdfrj5SbivGxcbTPuuCALdi/3s9mVakt/dh13ZOB3Yksy3Go6TaUTdQMXkvNOl5XIEsB5I3bBkz8ntOkn9HruOA2FZx7a3G8pAR2vuQApzCm0bSf9IG3BxQJJ65fk6C+oe0/USTeB+/8mj98PMvLrsvZpu3xCErDZRX/kd9w2UCGNmf7g9lGkwTN768w3QfWQ5rJpVVc+8z4SgXuZmUB1AVcGuUp26HTsVRAeb9fdU+2YQR91dlwbCugM7+33fCR1w7fZ4z/p97bxBPSs8urvvlPdKO9vdtfvzTKt2Ujl0f/vYtaXS2sP6RhCmhpv0eDf6QKB3WL7fuDxpl8t4RmnHve99e5X33UGl4hwB2I8Zv8FJ7eB4HlO5+gm2VW2V+95377Zw2n5us7b0f3bb5Vod6P6tUnBuz7p647tjANT2NO1SDzvsBmbnWfBx7xSmwae+kskz/3T9s9Jk3XtkyxlBXN+hb3WoYLdKuHUCufLx07K3Hp/8U9/0LVZxXNdmPwm60TjFuz4SoL/nvRjX3n+DYeN6H1PfCOsR1iCaSaxxHTMEropA75RdVcaOlZkzjteBQ2aKffzmZPpAWHplKZ9Oin1bRpJpy7QIN5b96ZQbuV1VL3T+fKRetSL/2tLrFGHqzeumjkwZd8ootY+fpYUGCQiQTGmxDHreK6+BJ/h47l0kk8WJ6tI+nHW6vqQuCEvypgOmo1JOixXhVjpHAAKt1QHj+pPLYnahjK3KB3GehTDSTIjSCZB/HAxUEJ7Fq+PaWRgs6HnUyVnVad6amObBh9NSWNyb843O3qeWg46zzpe0OYBNB1E9waJu3yllrKyV1Z3jiS1mDnAej7WKwF7WcS1tBp3G9VLTz/+Zie/+vRfvXQ6e6V1Sbhh9frkRjHQ6587+B9W9PihUlw+mvBdW5Bh06YmwgscsT8+TJfcG8uS3+yWEWdqqjnT3a7Ofsh07FTt11Lvcn2ellfqsvaR/b79ZdmGsolLudXmntFHaDwckGiDzHmjPtO/aT9+iO89lUefMfFvVVZd3yiDCfNintnHe5nMXYEeLvPX2QXDt53yYHYGIkOX+0NpDYQ3GmlWXR1p+fbe049rz4Z+pTSDUs3d9zPjl8SP6w57Yvde+674t0iXtyghf7/ufLH+jvfKdncvGt6a87K18f+e2l4Cl3phUwFGaaHy1Kb7fVnmMh0qTPsu4liZ6XJ/a9P74NY7+XN8Fq02Ug3zIDy1/6on3yqDyCKNdJVyOa+YoB/auffs/uBzmb9F4/8SjTD1vXZtdwRepY7/rPRHaiN6PNDBz3wEjTKyIGM9xRot+y7iOGQJXRUDDc1UZOvPMHDt5Pi5GZ/10i4/EuufZ1+1DSptZXeePuw87IcTIsRPhfWS5b9L239szbB/j7M9ySYMEOoVMQvfs58vLwYqCWfgt56eUjokR6qcc68LKAXmzXG/XUV0dUB2PiuYZ5aNDwH/mxhoHwjdhB8PZi71a8o8Docqy7/4+CmPQxaF+Pqwj/EuXZdc8VZBnlM4Gxj7+802dCasZpM0BbITi2Y/65ZRhZT3fO/W1DqGO0qrn6oDL66p7m9zwt13Ato5V/sxaKTeMzCD2shv+hbU6wYDJcHto04CG9M6rdaSr58ks5Zwn23QMjuhU83/tWt0+RTt2Ko4GCFdt5fC+ay9pM2FzepS32b5Vg8Nm/NQJ74H2TPs+hzfQqs6pe/M9z9PWdHfL51fVz+5nF7vtEASdHsYqAs8ebgQlW720F8NtmPg45E0eafn1DR33h2m7gS0p2o7hNsxjx68d/+jxsGZ6h31bRluljHx7mpcb5eMAUIOW3V17YLCju+1iJ6Q7Q8dgwRwOPxzxpPHFufvT73DoYD/4zmD6tj5Lj+PQduUoXX2r3XiG9MuH/NDyJ5/jPtM75GBHq5hcD93r4nAbpvqkXq2qm943Zep5c5stnNn7Vf2wEfdsHvNd789SN3p7YCBPfet+drWrKz2MCSltXneLPQSuhoDG/Woyc/0ZWZTDHypfn1baR9rybx/nutxZCSe8D5D9aAS2XSLxgbKU0pK5peF8cMzym73pH+114c0o/tG6aXanjGeUQQccnrmxxQG/Puo/vBMUPXNcLzHteXMSLJ5L/POjI2i5vQ6V0fvembVM7FAn8xJsLRE14GMfpWcv0TqKRrt9IJf4P7Yfs4OrZuzUi1WzYUvToz6q+wQMgzdLwylrYYQVx9Jwp/JntY7BrVWzduvSwK+f5vuadR6u1P0U7dgp0VlBtEoQGGnQZutMj+thao/VadtElgziCqfuv2dZCCzqXFmfUa9dLn0Ql4Bk1c8hB720oXM74Jlzh99Mu6Xnf6TStDSP5fVG26kNtRpJHNxWafeOFT/Wb1sPVT7sZd2qfNOFIeCbKTcgjv8ISKjf5/s5wjMNxotH/K6XaAPohDntp4GX3vZaTWgwaUk8x/Lju2nViO1kS5+hDhqMN8FiomXm4cDcTVsDRt1Rz5Tbtuf6BuFuYGeb3/n+sd71/hz1TNqYw91g6b774PX1tE8jrvt++0c8MUPgbAlEgD/borl3wjT4BEGH1Nhf9eY3Nzd/tWI1izZ/4Pm1V8jhKJZQ8i+c8O5VsL2UD4HRYfERtC3xsqSvR6bzY28xfwYLls7yjzgs9dYBscdwXi6lI7pq9niEXWfqbM4z7QR6e8D7B2dd+NndT/o4XMUHyqyePHc/mBgc0AH0ITJwgh0/RqrntFiKarTf/fvqMeBjYOA1KjKdZ52Nst6pOX2WZq6aVbkLcGKLzr50z2VjlqR3/vZJljgtkSfw+hk1gyrelf4O2UqgU2bvq/MSCEHCCLvPM08RRieQoKK+jXezv+vyZP/wn6rEWN7IrzB1+eiUd1H7dMx27FRQlTEhkgCiPe71WBq0l30ZKrehCbVm9KxwwmNVW6Zt4+6+9tz+YM8ccXTTSiKHTnY375btC93tvvZ17YN2VBp6/NpDg1XcR3vo3fY+DH/s3LQ5ThXXdhr0FXb4WWfyc6z4laXyMUO96p2WJm27dMubd58Qqlzd877jz06rC1ZOsN9HWyrtzAECpWdLQ49P/VAXHQaorSHMjpV1ZlDngWIrx3bdGtefdwi7NBv8kF5t5FdVpPiXcavUESvwfC98EwzI638pfx5sFSBkstP4GCBlX6eFVc8MquinYSYdwz+7vpR+hv7GPEgw/C0x1Ql16VDv+qpnGtzpA8ImJuRtld9tblYwvEzzdIhvf4su1hA4PwIR4M+vTI6RIsvC7YEzAmzm1CmolsYNbeRXA2g/pNkZ/p9Jxz0cxOdAHR8yS+DGc5mWgFnOaKbeB2ifx+hgW+6sIyXOrgndu8bp4yVNPR4/gWP5265xDf8+7pav6jjLc48bEyecKyMC+wjDJARaht/96xyLz/2hbTfQ4er+PG/c32aKzyy2zv0cz6b0bYvXvvCeJntPt4XZ574PtvasP8uefZ33feKbw+g86eDa1uBd6e+QPZm2NtjnqFPF7xx+3fV9+dw3vPo23k3twOAnTwYsnEPRV4Csy4dtHmY0R3jmuvo311XLsOeDxtY9hz/+xU+rq+Jb57+735fVMdqx+6Zpn/DqJyFbe9zrMZ72Hxuw69xmu3Zae72qLdO2cXefvzlsvzaTKQ2eOzTBA+fu7xD2Ve2DZ0vDqvh7e+jd9j6MNLJz01YSxPhdFccmN2FGeysucR4q/nXvtPi9L9Lt2dLQ04g7/vwNrT/Q/bDP76D3kZt767Q65xA3z5aGET9Tu6MsbDla1dYY8OBvaEvF5XF+1j7vwohjl/ZrhGFKrzbSWQj9XVKe9nT7Xqz6JjhvxADXyJP+ha0j4tymvVfKBTPsRhzs+i3a3VG2ykX5DD+7fn89y7vsnfZuj3iYrrm7z9+2dM/3TQIIO9wNkFqtOK53MV+rPJuwKeNGn8lA0aG+/eKMDoGzI6DDe3aJSoKukkAyFQIhEAIhEAIhEAIhEAIIELQdqshOW5FjmwT7Uv3i5fH1Sw9lb/19JltGPDFD4KwJRIA/6+JJ4p5PILYQCIEQCIEQCIEQCIErIWAryl9rebFlw2qG5rTVKoxVccOjFRvrVtYMPzFD4OIJRIC/+CJMBhYRiKcQCIEQCIEQCIEQCIFzIWC5u5/Is5xemmxDcLCuJfqut2mz9bZlDH/2/c9nJox7MUPgqghEgL+q4kxmjkUg8YZACIRACIRACIRACByUgAML/bLNiNRyeGc1jetN5nPqphn4Mm6VQwNXnY9wezP/QuCaCESAv6bSTF7OlUDSFQIhEAIhEAIhEAIh8DQBs/AfW05O7S/jxq8oOGxv2yy8X+Lx6yhm7YXz84OfzRIdAo+BQAT4x1DKyeOFE0jyQyAEQiAEQiAEQuAqCTjN/0+2nPlFpG2z8E7hf90nYfzM7/uU3a8JlBEVAtdPIAL89ZdxcvjYCST/IRACIRACIRACIXC+BD69kjZ+Vs4s/Pj53HJ+Rtn7/s7lOmbfP6DsX1w6KgQeDYEI8I+mqJPRENiPQEKFQAiEQAiEQAiEwBEJ/GDF/W6lv6U09Rb17xVKr1KvU46vXZr6ovr3QaUtxS8jKgQeB4EI8I+jnJPLEHgoAnluCIRACIRACIRACGwjYB+8fe0/XB5fuPR7lzbbXsad+ille8/S9sh/V5nvWDo/G1cQoh4XgQjwj6u8k9sQuDACSW4IhEAIhEAIhMAjIfCZlc8XKE1A/61lfl/prr61Ll62tPsvWuaXlo4KgUdHIAL8oyvyZDgEHhGBZDUEQiAEQiAEQiAEQiAErohABPgrKsxkJQRC4LAEElsIhEAIhEAIhEAIhEAInBOBCPDnVBpJSwiEwDURSF5CIARCIARCIARCIARC4KAEIsAfFGciC4EQCIFDEUg8IRACIRACIRACIRACIfA0gQjwT/PIVQiEQAhcB4HkIgRCIARCIARCIARC4OoIRIC/uiJNhkIgBELg/gQSQwiEQAiEQAiEQAiEwPkRiAB/fmWSFIVACITApRNI+kMgBEIgBEIgBEIgBI5AIAL8EaAmyhAIgRAIgfsQSNgQCIEQCIEQCIEQCIFVBCLAr6IStxAIgRAIgcslkJSHQAiEQAiEQAiOkE8rAAAQAElEQVSEwJUSiAB/pQWbbIVACIRACOxHIKFCIARCIARCIARC4FwJRIA/15JJukIgBEIgBC6RQNIcAiEQAiEQAiEQAkcjEAH+aGgTcQiEQAiEQAjsSiD+QyAEQiAEQiAEQmA9gQjw69nkTgiEQAiEQAhcFoGkNgRCIARCIARC4KoJRIC/6uJN5kIgBEIgBEJgOYH4DIEQCIEQCIEQOG8CEeDPu3ySuhAIgRAIgRC4FAJJZwiEQAiEQAiEwJEJRIA/MuBEHwIhEAIhEAIhsIRA/IRACIRACIRACGwjEAF+G6HcD4EQCIEQCIEQOH8CSWEIhEAIhEAIPAICEeAfQSEniyEQAiEQAiEQApsJ5G4IhEAIhEAIXAKBCPCXUEpJYwiEQAiEQAiEwDkTSNpCIARCIARC4CQEIsCfBHMeEgIhEAIhEAIhEALrCMQ9BEIgBEIgBJYRiAC/jFN8hUAIhEAIhEAIhMB5EkiqQiAEQiAEHg2BCPCPpqiT0RAIgRAIgRAIgRB4lkBcQiAEQiAELodABPjLKaukNARCIARCIARCIATOjUDSEwIhEAIhcEICEeBPCDuPCoEQCIEQCIEQCIEQ6ARiD4EQCIEQ2IVABPhdaMVvCIRACIRACIRACITA+RBISkIgBELgkRGIAP/ICjzZDYEQCIEQCIEQCIEQeB6B/A+BEAiBSyMQAf7SSizpDYEQCIEQCIEQCIEQOAcCSUMIhEAInJxABPiTI88DQyAEQiAEQiAEQiAEQiAEQiAEQmB3AhHgd2eWECEQAiEQAiEQAiEQAiHwsATy9BAIgUdJIAL8oyz2ZDoEQiAEQiAEQiAEQuAxE0jeQyAELpNABPjLLLekOgRCIARCIARCIARCIAQeikCeGwIh8EAEIsA/EPg8NgRCIARCIARCIARCIAQeJ4HkOgRCYF8CEeD3JZdwIRACIRACIRACIRACIRACpyeQJ4bAIyYQAf4RF36yHgIhEAIhEAIhEAIhEAKPjUDyGwKXTCAC/CWXXtIeAiEQAiEQAiEQAiEQAiFwSgJ5Vgg8KIEI8A+KPw8PgRAIgRAIgRAIgRAIgRB4PASS0xC4H4EI8Pfjl9AhEAIhEAIhEAIhEAIhEAIhcBoCecqjJxAB/tFXgQAIgRAIgRAIgRAIgRAIgRB4DASSx8snEAH+8sswOQiBEAiBEAiBEAiBEAiBEAiBYxNI/GdAIAL8GRRCkhACIRACIRACIRACIRACIRAC100guTsEgQjwh6CYOEIgBEIgBEIgBEIgBEIgBEIgBI5HIDHfEogAf4sh/0IgBEIgBEIgBEIgBEIgBEIgBK6VwLXkKwL8tZRk8hECIRACIRACIRACIRACIRACIXAMAmcTZwT4symKJCQEQiAEQiAEQiAEQiAEQiAEQuD6CBwuRxHgD8cyMYVACIRACIRACIRACIRACIRACITAYQm02CLANxixhkAIhEAIhEAIhEAIhEAIhEAIhMC5EthHgD/XvCRdIRACIRACIRACIRACIRACIRACIXC1BB5AgL9alslYCIRACIRACIRACIRACIRACIRACByNwOUJ8EdDkYhDIARCIARCIARCIARCIARCIARC4HwJPDoB/nyLIikLgRAIgRAIgRAIgRAIgRAIgRAIgfUEIsCvZ7PqTtxCIARCIARCIARCIARCIARCIARC4EEIRIA/KfY8LARCIARCIARCIARCIARCIARCIAT2IxABfj9uDxMqTw2BEAiBEAiBEAiBEAiBEAiBEHi0BCLAP6KiT1ZDIARCIARCIARCIARCIARCIAQul0AE+Mstu1OnPM8LgRAIgRAIgRAIgRAIgRAIgRB4QAIR4B8Q/uN6dHIbAiEQAiEQAiEQAiEQAiEQAiFwHwIR4O9DL2FPRyBPCoEQCIEQCIEQCIEQCIEQCIFHTiAC/COvAI8l+8lnCIRACIRACIRACIRACIRACFw6gQjwl16C29P/I8vLc0r/ydL/rPS3lv5/k+bmHj+/vO69QOlrUS9UGfmc0j3P31nXL1t6qVrq73eWx/6cH67r1yx9CvWS9ZBvKt2f/1vr+hLVq1eiset5+Yhy+xGlD6l+fEWm3vfnfG65/ejSUbsReJHy/gWlO8tLrX+VjagzJeDb5Bv13Erfvyz9P0r3Ove/6pr7nyvzlUr7/pURtScB73Dn6x33ru8Z3dkGkyd563mV97NN8CNOmPf/eyv/o6z0e/R/yulslb7G51XqpPmHyvyNpWf1x8rBffpjy562qyBErScQAX49m0u/89KVgY8rraH7sjLfq/SvLP1ipWfFzT1+vrxufk/pP1P6J5W+BKVT99sroe9TelbfXw6fXLqrn1AXr136kOr/q8het3RXX1oX//Tmpv5H7UJAfcWuh/ktdfFSpQ+pflFF9stKd/UX6uL7SkeFwDUT+GmVuQ8p/fKlL0H5Fvkm+Tb5Rr1bJVraX7TMrn5MXXB/+zL/aelvL/1HSmdQriBEhUAInJyAiYe3qqf+htLUZ9Y/g0VlPKX0PfR9OP6B+vc6paNCYC2BCPBr0VzsjR9XKf/w0l9f+s1L7zOKp7PzzhX2W0q/bWkCchlnpzSMBh501D69UvczSq9SX1SORmnLuFOvVzajomUcRHn2q00xmc39n5Pb7pePLwRmf33K9s+s619T+pDKoMCPahH+l7L/89JRIXCtBHwfDNT6PrxFZdLAYxlnq/q3yDfJ9S6Jld8PqwD/uvQrlo4KgRAIgVMS+BX1sD9Rmvrf9c9A5A+WOavvKIf3L20Gnmz2AWX/WaWjQmAlAZVk5Y04XiQBHZR/Uyl/m9Kb1LfVzW9+otnLulIR/j+07nxk6V07ThXk6MrMiiXQ8r3pYf+1bv7t0l2ZeTUD293uY//NFfglSg/1XWX5a6UfXF1oAmx7wLAn3wqHQwkcL14Rv37prj67Lr6xdFQIXCOBn1KZMnttq5S2vS7PWmlP/1alUId3XXpttTHw5nvGdF1BnlE/p1y+pPQblTbwW0ZUCIRACByVgEmiD6wnvHBpyqrYr2BZo/9uuev7lHHzs+sfwX9d21e3ox4zgQjw11P6loRblvPTV2TpP5bbHyz9U0srcx05M8Y0O6Ho59Y9+wq/u8xZWf5DkD+3hmTpoIIRzb9Smfq/pYcy8/oa4+KepnSYze3R/MO6+HelL109VPqxw7A/3wz8qvrd/Sy1G8D5+c2zuqGOqCvNOdYQuBoCVlK94IXkxoqbf1xpHctOy3qnLDO1ZcpWKHmyHcC3jOlb5jv3nuV73grj++UdnwfuymtUCIRACBycgFWw+i0itqLVWT6b+hjaLDPvPyBA6Tcp/Vqlo0LgGQKEuWcc43BxBCzR+cuV6jHKV9ZbRXD/TWUjqHxMmWaiVzUeDtXg9z3Kj1mPP17mPJNhT84lNySWUP6LyldXBj3mPZT9/lK7mfzRSI8wZt8JheP6kZp7Zxs7DHsEOua/qjvsaTcD9zsqLLOMW6VuqCO3F/m3MwGHh9lCgunQZk93jigBHj0Bs1afUBR+XumuzLIT6G2b+oy6YatNGU8p3zffuT9drgT6zyqzK32ejy6HX1w6ajsB7/B4n5nece/69pCX5UOe5E0eh5b3y8pFUntOBEyKOZhupMnBdF83LjaYVpX+jSf3tVf65c4AeeIUIwSeR0DleJ4t/y+VgBfbqJ7ZiJ4HHReC/T8oRwJ6GYuUEUD7cMxwdCFeXbnkhkRnzyBHh/BL6+IQHTmn1fbBE7PH/6jijrofgX90c3ODZY/F2QVm2brbrnb7yuZTYNUNdWTXuOI/BELgcAS8274/BPUeq3NMfM8+vxwJ6WVsVU6o98sglq12zz+5LrI0tSBEhUAIHIWAQaC3qZjH6fi29/zFul6i7I//4PI4ZuFtEbX1p5yiQuD5BAhlz7+KbSkBL6VD0XQkaHZuS8Mf0p8lOl7wHqelx29WDjowZeylDACYie+BPWcWfPr9c7fj0pnoLBqouE+6zeCbye9xGDT5790h9r0IYIhlD/zr6mKemSun1WqNq1l8s/njtjqhbozrmCEQAg9DwPv9ltOjv6quf3fp/1Z6V6Uz7Dtm2X0P+wZ1Yca1jKgQCIEQOCgBqzLfuMW46/k6fgqzTwIZDLDdtUUZ62MnEAH+smuAn4pzkFvPhdOFCfX3nU00MOFnLf5tj7zsb1ia4FvGxan/UCn++6W7MiDhQLPutovdb5LSI4xR008bFzHvTQBLTEdEP7Es8+xcOS1WL1Q+CQNl3Cl1Qt24c3hiiRECIXA6As4SseS090uc2uwMlv98j2T0051HNJ5hkPtSv2UjHzFDIATOi4DZd7/wYaWPlOm/fEpZ9KnLWKSshNX/Hp6tFM3ZHYNGzFsCPmK3lvy7SAJmfvtMokw48fJQJ2l/a0Vov2AZd2qevby7scFimb899Pb22GumIaMt7Sc4OSDPiKWGb0M0t7csQxKWttTy1vHJPwd+cB/aoX4v8uQew75qAiH70M4HcKDZuN7FlN7fVgGYZdwqo6ZGT28vVvzj1xJuHdXPq/sYj/QOk5t7mGFX3o6uHAZlb6nytqJkpIWpzJTd21Uqdh3seJcKI46hbTcopxs/7+R06e+sC/fUhX9Vdlx6nu1L9zOBdetOOTBQZ//OYQeLfWnq8Aji2eqUujHcVpnK7WXqhjSrs9IrLN35tLSX7+1qHR8hHbqF1+fWhVUCnkXrEKhjM6vytrOSXvVMfevPkD/5XPpues+8b9I3tLSvSpDVSr2OCSf88OudVA8tOxxxSc+q+jHCMNVhZeugsp4X5WMJtvRgyu8+erDyLoizp20XVv3Zxy5/g4vfWw+UVnvDHfZWl7fKth+n0rs3NEa3Nzf8w9DZKjhrq0ZYJu7q0u+p8Payl7FY2dJkBr4H+KS6+NLS91VW2MzxOLdkl0Mx+fVTdt4976D80urmKP9fUglVD8tYpPAWx9DqwwgoHt9473+vb+zchFUWw383f0xdKAN1tadVeWG69HvrGSNtzPldrcesVMre89UFdULYoaWBu3bHO7Uygi2Oh45f+yNvI41Med+SjKduP0T9GO0dptJMj/roHAhpeiqRO1yoW69U/v9caXVevRP/0J7zDXWPoKk94L8u91Lqq2Xi6nV/jlV4vgW+CXtFvCKQ9+oYfZ3xKP07E13jelufcPibTd8s38nh/vvKot6XERUCNzcR4C+3FniRfSB7DuwXnn8/u9/fx67jI16H4Jmt9tMWvVHZFCch7cPLw7eX/vjSGk0NdVlvlfpHoHrbujLT7ze4dSzq8mjKM+RnPOBHlIVAyCzrTuqlyrewZdwpP1dn9PTO4YlF/L+27H5CxEfvg8puJvnFypwVN/cwww5DLGd/h7j2MbONwMoNnT2zXb2T7xnKTNl9SF1YxvpXy3RAVBl7KR11P3eoMzzOblAXdH5x+UsVq5nyMm58zOfD7KTFz0K5v6vWIR7PFPbf17+vLL1JqZPqDb/SrM5K7wjTCpuycwAAEABJREFU+RyqvF715ubma+oBf7O0X0uwVaOst0pH6eXLhpXnGbTbdUBDffqwikPHTz1T3/oz5E8+x7v5heVXx6SMoymrK9Qt76d66P0aD5OeUT+c5muwzjs17kubDo+fCnNAYc+L8nmV8oilQYBfWPZdFFbeQayxUv/EOeKQts5KXVFnxv19zFetQMcs/4p+Z6WOWfGFw9+r0Dhrq8p6p3BXlz65XAhu6hh+dblV/a7y4ddByrhVBtUMEhAYbh3u8c+KNO2Kb5c0+Zb9gopPW1zGRqUsrdL5T+XLAJ53zztYl7eql7/6pW379XWn18+63EnZrqa98T3x/vf6xs5tVX32TN8kgzXKQF3taVVeBAHf20+sFImrjIMp8flOKHvPVxfUif4AaeDuXVKXvFtL68ix4+/pXGp/iPphMNnA9mjvMB3pHfXx3ctBndWmalvrcpHq77lnvH2FUuexL+ud8hzt7puWi/ZAWXqH9SnKaZHiVxj1VTrV6/4cy8Z9C3wT9vnO9UR41in6OvoYfWLNO7yqT9jTtsqOCeF/3HMGyCuPi5gh4AUMhcskoDNrdqWn3r51I5bd7b52nUgdXj9DZ9T8+xdGqAOiI2PvzsIgN8KYcRVGR2RpuF384YNTD6PD04WFfm+T3QyOnzsafswYjt/wHG5MHSgfH0IQ4ZXbLhqPf1IB+rPq8t7Kh1In6tMrplloL6e1ykg5oVcnda2nNTcMAPlQb5oZ0PHr9ezvVFwGDsq4VQRwH8nbix3+GfRyCF4PIu/qRHcbdh98qw7USXVzuG8zlZe6v09Zq/fCO6xr6SDFO1aC1Gn5K+vz1Ib/OgF+dYIwtvQboK4r81ffEO99bukI+tkwdWtbPN4ns4hjSeFzKoA9zvJV1o2K0IatNm2jxyc3lbuyVCZPnLYawqgzwijPrQGaB/6Fk8ZjlX973GKrXydxKjfhd6mwpW6pYwY0tvEm5M3lZ9aPoLk4kVs8flTdV8+8075lBgfLaa1SFgaKpIPAv9bjdEMdM/BNgFJXp9tbL9VrgtmS8vcsJ1b7NkjvO1TsymlJGRHkDWoQ2CrYvRUh0bPxVfZLI1TftS3b6six41+a3uEP74eoH759eGlnRlo2mdpUbas6ssmfewbm+d3lPReOVuc+tSwOVV5S70f/QxhhK+hG5TtnsGcM7m/0PN0cz/K9P2Zfx0qOPvtuC5BBkCk5iy4NXPYJOfXNYEm2/SzCd/2edmlkr5/GZeXwV1dy+4tstuLvlts5KCOFZixWCWkEB50GJwPreFje2dOsTmqk36kcNVhlPKV8XISl/fRXv2nrAPehCdO4dD/sRkQtK2SnfdgIKOxLNfavO3l24Jo0dGd5MIJtuXN3Z5d3nduRXlzwcW/W9kD5bWPPne/tc03Yw18nbg7v4CcdUOmSJrNWsx/7uyx309mc7226fm7dHIfQ+ZUDI8yew3RtpJ29vN0pswiWN945lIUgLg9lXazMlPTtEj6uOpyrIlBuysxskjrZ/eDTy83SXGnvftR9+fAudPdtdvvzLVvvz8RfOeCkXDx/juc1y8EgWxkblfQYEFF+s8f+nFXPMXDi57s6wzmOfa6lxTJMdXyE/66yGOhZl2d8bKHx3uoAiqOC3Cozl2YXafZbx/aPMPpedb3tXcLqWO1YPX6lOnT52/9tkA5HnHq7p4PocCX3hvZTbXPCtI/aXbOm8z1tmHZEeOVlRcfsh5ApvIGW+d641qmel8k6vM4Wm+HnlKb33zfI9ppVwoiBBfVLvle9/9L6PvWPILQqfN1aqdRnP6HXw6jDnkV77hxQe+rbYEXEB7Sb2iRtkDQqG+9Uu31r1X7P37HbGzv+k17v47wFQhoMZkm7dGjHtDNz9AZ2rfJb16YfO/45PduuH7J++MUU219GGr1zyhdf76J3ctwbprZVHdnU5mGvHV71nn5bRSRuz6DZ172bZsy3bT9Qnk5aX9X/UE9HfubvkG0XDqXEv5K0SMmX9K56lm+pZ8jTurrp27K0r2NirQ9EfnWl0OrGMvZSBo/75IX2Qd9ir8gS6LoI6ARdV44eR240Xi83ZdXs75LlgFOwg1/q7PnA6Oz3yI3KaggtNTWK6KRh+8c1rvZPzR3H96vAqz4COjfC0oSJ8nandBK5D23Wu8/kDo9mVHRsxjVTJ2bTx42frnU4+ynGOsNGd5nd3yvUhZ8sKuNOyas8y7s9ZiO9uODD3VLNuwBPLE5O1hl+crm3IZ86W3OH3BI4zzAjY6ZVuqTJrJWPRh8N9nAfYeWxi0BnJFxYe2/NMJnF9xymUXjPn2fEDcLoSHe2nkkgF9dSbaVFX6JrybUP7KrwOrbqYL/33XVh24o89HKzTFXa363u67D+/+zdS68Fz1rX8W3OwJGONHHiwKlBJToyomiCIZwBRMFEJGiOGrwgKuIFEbygoFHwjiLxEhMviUacqZFASICEAYEwIiEnkPAOCCNICNRn/3et8+za3b163dfq9dvp3lVdVV1d9e3qquep22rG6+EbkG6jGq8OK/4Rwnu9jDfBFn/vASfvRfkYy5SoCShLexRIh/RIl/D9nHuOUdHv7IHeTPd+a7MrI804y0G47LOJ+rehrsCi59k1BbQ+0LdiVgsFhrspxcqpb4Sg52Q3/XMUonR48HPf1Hnpemzqmdzk+ZzvX4eiEVEcjWBVYdC0Tutk+fVT3Sgd/TSiRLjtjLu7jjadyL+uOajH3S/typ/3aUZE89od3p+ZNcrgzrFY1KfiKk4vYxzV79J2bc/4/Xumetn393ntQvmSb98/TtavUwia1+7QqWYZys5hj8Xoqm9MMOXZ96+cepbTc6fKMz/fh7KjDqLkSJN6VRq9G+/ABrf8xd9P9cap37OyIA09TqaypV4kq/CTDvWY+ky+KE7C9ZNy8iX9YjAvHf/wuL2X91A+fB/Kgg5J7xdf36LyifdYFrWtytJc5pTVUSboZdBUdnF7hpPdjAjxkbtqnORTYZbKlPTa6K3eR/7w/pVT/uLQ3mlvv7oF1OHejBffyFLcwvTz2rKOZZJVxji1E1LnjA68nh9T83US9OuYT0xAZf/E2X/YrGuYCTw1AwQ16/yq27XtKku9vFXYIyz4LV5CjNGgMU02QjFybbSLQtX9lc1vbhfHbnLTbp09CK5G4WsAwgPhv7ot2T/dPDWczXg9jMKMU6U0ZJ9pvrW33PpdQpU8y3vz/nBQFAlg7q2eBDsNdnU7xm6URONY76VQU4pNxZ5Kl12gCQCmxHqn/V5pOlSho0yZ1qfM9niYRg7mFGpTBmtDppG0Xs59a06KBaW8hjXaoCxUN3blQAeHMujaaZMqSqbdZEfBiL+0E/ilyQgCNycBx4iEsuB6xfkaRGcARlOdctJsdI/C8Br47Z9nUSbeLj8YhHdhqsfSc+TJKOT4HAKUNdo1nnPYMfYdTn0bvgnTgymO9VmdKyXT1EXltPqzW5dsZLsLgNyUW0oB+3jeQz229F6Off9jPtdc67Aap4/bk0IHlmU9tVOtx+cbxnbs/FH2dCL0d9bDM8fOOPHOzUYS/pInZeXb2wPq96/s6AD8xuauLDbj3eGdGP3WjumEqp7u0alR3fbZe3me+v6V569tEWDUjN2Bq7rZOl/1lzTtPJtFvW4kXLvaLneHqdiU6p3DERZ1a+X1XS0Os1zUIc364ZAv7Ult8wWiqE1Nkb50/J699ryH8qHjXB2sLIzloL9na8uVh54vdZ66u19XU/uoI6e6GSBRp3pX1b3atck6Q/9XdWx2corNSpv1w4Gfb6J6qPuNXBvplv7qp701KERuqW1rDTNnd8+1ZB3llgJf0zIOFFW/NXbLfLzjGlanRr2O/UkJ1Ar3SRE8ZLanFHjT0nzst8wQAU2jXNNAETUdamxkahh2I0N+1oeC69pJsBiFR+7nOE2vN2uhx6Vn046u/XrJ1PtLmKthNDxjB4rOBw1IDUcw/Gx1mLHjZdoXxboGMTJYrw+1U05wrt8+5hr7KeWnxi9NBDN5qO46M2wSVt2W7EbiRuV9KTw/o/JmOLD3kzBilLhfL5k6J+oUXe/eNPipe8zGMLrb/QgNFJk1783aWp0c/V6mjphDBGSdS6buj4KMuPrpXRhNHxXaz3vpId6bBDSjGtVVB4aN8PY9x9phI939XoqCkTRlqbudasqPTj712FxcyoAOptHftGJKCUFv9OvXRkLGZRhzStWt67FLvP/O4RDTSN4o1Bv1M1I31nVjvN6Fup8SUP2+ql2Mynpz+nBQPuem6H4IfGYHHaxj2dAJp83Y9ygzGOSxLlUwomi00Xez737+vmkd4Ri6njrVXeMSMuEsP5v6Rvg5fWeWTdhkzrVTHar9Yz/mNEI6vlObmnnWUnzKkLakhjNjbdyP5tLxL6Vxyu/W5UN9p4PPNzKVvu5mqZTO0H7NNBtiqhwa1a3tozZPx/xSGRSfUzq0V2bKuXaqO8g/7OM58vOtmDGwr301SKLuqeVljLtea5+uKev4znVc9DTgsdSe9XD7TN96DUOWGWcrVf/Yn4RAFeKfJMt7s2lqlApi6bQ7ZB0BZ+e2dA8/ce9NwIoAFEgjkCuCXjWI3lq9vP2hhD09xfLe3ZZMFfj3DAHmeuSHYAdfUiDHxs0onV7UfZERVowU9nAaO6NS/bqber/9bB1FnMKoMteodv99JgHWaFYNVxvZ6r7WbnaE6fs1PCEK++o2Z/cuLYcgZPYw6hHspgSDHqabGjVKbr8+xLRe3UhYv8eIuLNfz5nSRXll9jCEWGWgX3eT4EFZ79dM+VWW2dec0lkbXcLxyHwpHqNvhKKlMPzMaCHMsfdzrnwYmaeY9nA4ytcHAa0HKKaOQT/lU5xejDTOCWg13Fo74WycwTJ1r19KGN11CJlqOLrXa0tpxhFd77qG6fZb12OXeP89b4eYOlC9536Pb9+oqnLX3ZZMZYsSoH7s4Qi5Y+cnP3Uqs586ldQV/fpapvpfm1OfRxkdRxir/2j/4ebgHTZjd5hyPCqmO8/BoqNSZ9Xg/O5yqm3wTfsWvKd3gYcL65l1mHdn9SKZol8farqfslTvM3W+Xs/ZrfE1I0v7qJ0kL/zCEPjS8Q+PW7y8h/LhHe+r72RCGzJ28miLdIjwr6cyoT3QbrGTjWobX8NO2dWtZODupzzVGYrdXTlRv/Zrpg6nNXW/sKb025eEfd95bVlHJ72O8p4u3/CUjNH915rkxloX/pZ241zb1bxyPAsBgvez5HVL+dRjvraBnMu3UXwjUhr7Q08jf2O84qtrwvkTetYKe8I7KXe1sprqkRfu1FOeCUrMHpdpoSrHfj1n6oip0+Kt5Ztq7IxyWAdIeLP2UwVPWJmL9xrueFq71p9FkDukU8F9GiaNLns/CfprFDr3Htuo6cyoUy4Jdl/aE7Bg4l5ncihfcz9PZeTdaESPjlBM2a/lpPvNmUaWlInq7/mEl+o2Zfc+CLVTfqObfJjCOLpPXY/T7nVuXJQAABAASURBVHDEcyrslBsFm5DmeTb7MUWXgjaGPfZa/Ljtu5/iIt89HLsdu/v1kklJWPLnd+t67FLvX94OPc0e8o31+ygDBPx+vcZUL47fgmmmFKGl+73nNUrKUhzH+FGy1ZH1XgoTZai6LdnVFeoXZbOH08m/b5d1Yd2rA4B93znOmPI9r2lfdGZR0vbFv9bfNPnx29Jxsya/8qDO1T5qJ82kGdN26fjX5lO4W5cPZWptfSe9ygRz32mGkhlQZCBT3C3D8Kx99x3qT8EdN8kz42jts3yHvsc1z/UdX1PWwa228WY2Krtr0roURseI/QF6GHmaW57Qw8R8AgJR4B/zJVMqNML3lHqV1zj6N67dWZNeyh0lr4dV4dvwpl+f0ySMEkp7nCrGcROX7tdNnSembvdrptH3tQ2Q8Lc8CeX1+T/eLjQQzTjosLaLsNlvoiSvmd5vpL+OyPX715hTjTfFWBlZut/SCCMPPYx3bmfkfl1No9S1c4ZCRcisYdbYPaOGI8zW2SnVr9rxGQXY6j/ap9bjjmGMuIwjnDYewnMMO3dNMSBo42P6vBFGHVRz4Q919y2+vLzsvU2aTbnsAeX/0E7Cfu+Ueet67BLvfyqf+9yUGbM2ajijZBTr6rbPrl40mlfD2YhNPVrdxs4bI/WUpRrmGnZtWB05VMbVkYc+W8fFT5ebdISsmS2k7fOtlVtnrcp+9dTh4fuobtewawfMOqrP0mbriNRJbo30vg6beu9ov3T84/OWru+hfJCRltJY/cYyUv1uYTdAUtviY74v5WqcpTGVl2vLOkb8azrUabWtqn6H2HUCkPn7PXOzG7p/zCchEAX+MV80Bci01ntKPWGL0NXTpNG1eYgp8Yecdvn9jT2SZhJ89iloLdhRB2F0XNdoeqcKci5CQpiz+xPUKLP9+lRTfrE0jdvUTeapcfb7CVFjz61R1WM6gwiZhM0eN6VXuvv1nKkn+Zjn9fhsnFVHewhU1oR1/9GUZ9P7q7sNcTSu1a3bR0XXTBejzYeUYWGt1etxMnUOiYt96fzF5mnpRTPOdnjuKFwot2d7wBkiOlbQVA+qDz9Jwun/leFb1mOXeP/HUFEHjnXFuFxjbbzuo8j38Pji3K+Z9Zt2favTSHl9tg68QzrU+r3K5E/1izdzrFvenN8ZBP5jlfBT69Z3CTnwQifNuMyIfGkk9/+2uOSJ4mXtts7MTzW3Q45Lx782LbcuH+qHc858WpvvqXB+hcZeEd4pGWhkM3WPDtI6Su07ocRPhZ1zW/NNavfH+uvSss74favTKN9z+VjrLo5xY8yxPV8bV8JtiIAKdkPZOUtW9CRTopZOwsfPlaexc1u6h5+4y21HW1XgBNcagV5NoybV7Zp2Iyq1YpZfU+Js3nPISdka1/ebXnepvBg914j0+I06+Xmzfl3NnidmdydYVEW2u+8zTdVVCWP011tgIxXWOlHeVPymiVk3fc5v1PsZy4hntccffBDICJuH3qgxqsL8ofcbfTClvd/nXeh0YXa3aho1NgLf3QgL45Te7sccyxplw0Zeh5RhYc0MEF8/KdG+kX49Z3ofGM35H+NOWHbWe72/en1Lu/KgM+2WaXh9dvvnHflOmvX1UK58o97pIeex9dgl3v9rRg78RzhXR9Xbjpmp435lbV9dMc5y0SFI2Hf/Nc9xlgzl/ZgOR2X6mO/YKPoxz7smo6lnmQXz55uHToRmTB6UvW9rPqZ1KxOWGWjjlLXmvHhcOv7FhxfPW5cPitwx5apk4SCr+s/SOEvk/JqQX1qwzFE76pvWKeOd6khfEzGZp4Y7Jj/y774az2hXh99a1hnTdM7rNd/MOZ+XuO6QwDmVgzvM3maTRHmnyNQM6m00alLdluzisGZdBb102u2y7kC9FOcj+umVrdN3NdDjFPmeL500lMV+rQGzSV2/XjIx1kP7n1og7E0BM8XSb3CbdWCkYk0Pdrv9bg/5u3TizOywZo7Zn+WdeDf9uprepXfa3WyA4ydr+vUzmGawUEx7Xk3Hoyj061ubviMC/a3Tcerzc/86ApTz8XvVeUnprTE8en1Y88JuidHYKcK9npQTHfTV7VHsfjHFbCht2r40U0BsLGqWmQ4Lv25Chlm679LxLz37Gn5rysc10uHd2OfHXgy+SZ0yZCSyjp8VtcywtifXSNO9PWOUdaY6DM6VZu9AvXCu+BLPRghEgX/MF6nB83M1NfVr1yDXe2J/eaE4+DmtyuIPtYupXT7tPK+Rbd6vh2lj43t49Rj+GdW1oZ+ppEZzx57hIfju0syAY6cW7yK5omUcRbvUo63FtelZj9878W76dTe9Q++yX1P6bcCoQexuMUPgTgg8TTJ8f+OMC6P7FIUKwS749frR7fKn7X70fCylXxvwh1sAnS//tJnasGYsHuRQo/f2zPETY0uBLx3/0rMv7Xfr8mGQAX9LP+z2/ntahr2bZuw9fL9mD+4NuJEAymHNiin7ZutVt3PZ1RnKxrniSzwbIbD249xIdjeVDcojhaRnyqjG7+4Xd2CuXVag0dh3GqG+ZJb0Lpu62p9hFGGqh/XLeoA300iwDoC3y0nj85urddtVkWxOHw4CrXT8k+bz6XZqDPRy1+nizfmuj2t1Nli//v8GEt6NXvDq7B16l93NDuo/0S9WmnZc31c+1/jrtBk3tluZhJODKVv13agrbjE9+eSM3CCCx6nHbgDnyEdOzbigAIybxf2OFr86sBlnOcRlNpllU/YWMQvAt3uWyFdEYhRN58WKoA8fxBTnb2i5sPeHjcvsCaLTdUnJ0+bp6K51doti8rh0/JMPvbDjLcuH7+BrW/4sCZxbQti8Xw+7q/vJv7/Rriw5NPPTzvKjUtu8N3vU9lQmL6lkkx0skfWcnCGwIxAFfofi4Sx20aaQ1IQTSow6Vrdr2UfBhLD0KEqC5QhVUbYG/4sHcNZuWa/XnSn84wZ43a+b3sW/bBe/uZ31sK7SWjK7pBJafIcEHT/hYj28TX+s+av3nMPuHRESalzHNgympY/TQcVf476knRBeR3eMwI+cv7IlwLtsxuthn4F9+xWM01fx0YC+RvCg/3QyUZpq8gld9Tr2TwiMZfiR6rFPcnDk/+E234GlPtWZwluv19oxrOXtl9uNI2cCsF9GaF67Q+enddM7hxMtfkFBHfvlLR57jKjD/ZpCu9wdtU7haENVo2vsh5zuUbfXezCt189gN8igff13LbOUPVz8CoH2T6dNc353aFf+VHOhUDZj73Hp+McEbLV8WONuoIQsUvNshiHF/rc1R8spvRf1gH1BvEOdMr7d5r3qsP9BDahzR7zVbZ/dFP99bbL65ZqyztTz9uVjrT/m4+DE2nsTbsMExo91w1ndXNYoIhSSmjGVsJ9sqW7XsmuMrevuz1Mpm9rcr+/ZJATYUEcl3NNp7TTBs19b90XJ7td6qgkm/XrK/JLmSLFsxu4gyOCi9/oHmytF3fOb9eKHhtaa//ogo9T7GsMavtst2ag8vHtloPtf2rSLet2MjqJdN6uz7rtuJGfd95pNJEcBwyZ4hMpL5+eS8VPEjCTXZ1Bm6vUau/0brJ3/0Rb437STQN6MTR3KsLLcM/VI9VhP8zlMZWas35amtC8987c3T0JoM14PHZh2kn69KP90iFYFidBqyRGzBDvK6vlf1e6sHXrt8sWGXMx+qh9rfaxTUN3S/deaOm/Hb2ysW9bGtaVwOjEsJdP+WVpGXqnvXF61m8d2/l86/i2WD9/XX27gzcxqxuuBo315fme7UtfbrE6d0C5POnz3OpR7JDq5dAj06zUmuUzZWQp7C1kHs6U0ndPvms86Z7oT1xkJRIE/I8wbRPU/2zPr2hhCyt9vbhTEZlz1MJphWlt9qBFraapu++x6503RMh3LqLheXuvp9t13qr8ZDXWKcx39MXpko7T+DAKezhNmdxtNjeJXDI5+ZudvNbfagLXL2YPy4Pd0ZwMc4WGafr3NCBdlt7qtsX/BEMi7VwYG54td6mwxCl8fYJkC7txMw6w74/5Qc1wjQFuHWd+rsmf0od1+0PEXWmgCj44G6+5dK0fN+eoHhXScrWN9o9GwtYkhNPk2jUhS3P9cu1HnRjM2dSjDynLN1CPVYzXdp9gJwEbfahzHTGn3PdaONfH5JiyDYX87Xw3u49KYr24+51gapqPSpmktut3heZai7Rya5WfaqXO8Ga+HOli5f7044J8ZW+qOfos6Rd3Sr7dk+lk4M8e01zrAtI3e+748YmITu68fAv6mdl0VtEvH3x63+thi+VBObWhcIRiN1756R9V9zu59aRvm/Lu7jmTyXb/WaWD6fb9eY/oelZF9Ya8t64yb45LDx1mK+9I85a8OMlOh+o3Pqn6xPwmBKPCP/aIpJDaKqbkgOPyH5mAEoBlXO4wkj8KQzWz2raeqCaTsE7JUzkY9rGs2ne6YEeIa7xo7gfK/lIAEECMBnAh/dSTdtDEbqfGbO1W6KvDqb+QSp+q2ZHe/xmopzKF+1pn6CZh+H9Z/pF+sNI1K6Z2vwTE5JG/13mPtyhshvN9PKSWM9HLE7H42KlzTcaIjpyq74viTLRLT9pqx6vCzO3+8hVRudSKwK0trhaF269mPcaSRUnWIAm400UhqT5gypCz1662YyrByVfPzSPVYTfepdhxqmf1dLULLfpqx+qD0K/v1BlPldRBUN3adckb76nIPI+bf2Tx9U82YOZadtYX/ogUx2teM3aFOqMo6DwroWK79fOAhgri2Y5w5QHGxOZhnbO0kc1D4tNd2ktfBd0insDrXDKk5LpeOf+65U+5bLB9GwOu34Zu3VwRzisGUm3e+poPaDC7ff43DUre135dvS/h6/5zdd6yd6v6XlnVGpVqHxiGd5D2do2kGYOXjW1EOx3C5fjICUeAf+4WrYAk8dSqxHJnubTMYFZbrY08Vst1hCfv74pAWG5vUTWo05nrm1yo/Rr2NVNZnqex/tjpc0G5Ke53OZ+TNyOMXtWfqKW7G62GUiML/ejHz71PNvd7TLl/Ga25zJ2Z/u3mqvJtxtkMj46fUaoR/qV2sVeYotF8zhPfujbowm9fVDsJALfvKu9E6AklVNIyqjr3xc4kUp1Gh6m/N7JdWhz12wvs43fh72z1TSktzvsoh/zj0hylXNplSzrrbnElo0pFGmephzCYZp1h3v0c2leFHr8fOxd871jHX4/Ptf2O7WKtMK1umStd6T/1qqnyLZvLQMfofBx/fktlmdcnOEGT2UhpsDKpNrIFM47Yk5NWt/PONWh9fnF6+sF1Y89uMVYc6yMyBGtiGp1sVuk2vNjW651fHc61/u/ucqbO+lhGbbtaOlUvHP5euKfctlg9KJnml59d37rvp1/tMssM37Qv05q9+HWWFQ74v35YO1bfoFo1ryzpmbtVBAvXVr19M4TpP9W2NZ/w+1sWSUJsjEAX+uFdqCpBGSkXnZOd2XGyn3UWRNJ3V1K4aE4HFSKIDkvxDAAAQAElEQVTRQ4p49dtnN3JIYPfbvHrW11bmfjf0/wyRG70wbXxfHCo7Iy0Uix6FzgAdFBrN7rZkSjdlYynMkp/RXMp5D6NDwfSu39cdmkkANbWsWRcPFflYJgg11o4v3tg8va9/1cypkXH5U+aa91GHUS4CMrY9Ah0tpj8qx91tyvRcG9qMjbXRXe9+6p5LuhEG/mt7QB2xM43elHcj8c3r9ZC3tcqmOG1sVZemqCf/fYtJR04zFg+dXd88hKAsrFl/P9x21kudYPJQI9XRYPqq91rdq52fDozPFEeMvqddK+PN2NyhLN+yHrsWUB0y6pq552lbjFJXf8q0mUpGtav7aFff/8PmONZh9hpRzzavyUP99I+aD+G7GbtD3akzwc9cKZM7jwWLab02BNUG1WDqPnWYzrrq3u0/0Cy+2WbsDnXmnOKwC9Qs2gx1Erbt8vXQZpgV57t5ddjYP7MLdH7XbGm/7MlT3absytFfHTzMVKsdApeOf3j83sutlQ97UljuVTNuhp1vuLpN2Snv2lcyxOg/d7/R/bETT3nZ1756lu+oflvjM+u1usR363vv7tIpvZeQdZTTKvOZhXKOJZCWOZL7eh7Un5T4fh3zSQkQTJ8065vKNmGHkK0HsGZMr50Kz7TQf948VARzlSrF2YYyekf9RAZh3xSgdtu7w6jMt71z+dwFgd6oMYHlc64vL3+nXag0TSdu1ncHYYxQRjgjpFVPaR8Fg+o/PkenxRqhocZR7Sp8o2/dTaVJcbFzcXfzk3Cf7RcLph1QKQI1iMr8fzcHU/Kb8eHwboz0mFL4Zz74fuJgtEJHxSdXx/03NZYCVu9WNqzRND2t9sb3MBo+gqmGttYb3gGFdRQA+n2XNi0jqT8Np8PFTxYpV55NaFb2mK7XnIR3SkQN6/swMq8s+66qHztFyGwT5VVYbk7Cg3vmlAVhrnXqDJO3+jwddN/VHPTyN+PdoZz5nild9Z0TvihG7wJv6OLa9di10Nn4qH6n6jedOMruXBoo6zbsrP7aCfuFqLf7d1b91fM69czwqO7aKd+Vera6j3Ydx35RRd1S/SzHMuPGbBIdA5S/6s+uDjVt374T4tEmcK/n32wXSx1qvlUKvm+3BX09xGtWm/pv7vs3W007ZonR601v/3RkjPsJvHkxHv70PtUttSNVHajc2DgQu6lMagfVl3V5GuY2ehVnv4f9kvH356w1t1Y+dG5rR2v+1QuWnUyVdeG0F9oG95EduI2npQ+jm2v1q72a6vetvOg01YaO9RF5RJ1jds5cnOKdOq8p65CzqyyibqzLzqbSt8ZNp2kNp/4jX1a32J+QQBXKnjD7m8oyAcFIsUpuzJgK0TRpU9E0stYF6S10mtZHudGjRyjX8zpVLgh/pkN+YYv8p9s5d6jA/nTz1BA3Y3d8utn0HJoap5OAAsmUFkIZ4awF2R0EIYqP5+4cB8u4I6xG4EdaGA2svBEgNDTNafWhwpfOfgOF1uyAfm165doZAYTf2iMrDiM0lCjTmeUfBx0VlGfxUvArC50F3o97nRozDQP7sSeByFRY3GscGuv/1hw0sARwaSMIa+CVEyya9+7wjr1r72rneGWLUUKc+2P1rFuL2a+lTadTv15r+vk/I/E1vO/i7zYHz/QteW8YGZGhGFGGR2H1O1r42inULm92+C7MyKmCk8SYwWPGQc0TIUFHnvwK009KmGUuykh326J5zXrsWvyUUd9yfZ6ZVsqz+tI5Tv12jxFs773ep45Sf9ggUQeZ70B9pn5Xf2qLanhljlJOqa7uc3bfrTZDuRzDEGj/R3MUp/RJt1P51r5pC+074Xttwd4d2jAzvWqd+i7A2wUFn6L/drkzlH28xm9FOnSEjd+/OuSftbv3Pa8FOfK4j9t0Vv/bISnaE3UzZcOoujLiVF60+9pB7WG9TZ1Kqa9u7JeO3zMOObdUPpTnfz2Ree0CuZBs4r14d75xsovv8u+1e3p5J6eN3zZZpQWZPHzfZAcyRA8gLm2o9HT5Q1lxTTat6/T7PfvMa8o6nkXmrGkyI09HaXU7xG4vJR2i/R71CBm1X8d8YgJTDdwT43j4rBPO9Gb/sZYTwnczJg/ruo0SOI2sTgZ6c1QxU0JUnnaEXyO4G6mwZthmG2/R7Aw/D6OTgFDIpHTvPN8sP9ZMMwpG5bc5vzs0LHqA3zm2CzMH5M0GcFOjNC3I7EEAHSvhHphgekjlSfkm8GHY4+imddryjwOlyrTv+j26R6eLTf0Ih/0+u5Eemqd+bzU1ihhrkKs7u4bUyJW0EYQpxdzrqXzZmd+7ru63sFMkCIRTzyZAyuuU35Ib/pYLEPanwhl18N4wMnOkvrse3r1mJ2jYu9utTYKT9I6zdaSr5slMljFPlunoHBkFNfdu8VS2r1GPXYudDkKKx/g837v60mmzwtHf+zbaPtU5bJaGMuE7UJ+p38f7dbQqc8re6Ld07Xl+TcL3PRfO86Xbqd6fC0fhsKeJ9fB+h34uXHcnKAurDlAXdPdu7vtWhNNezt3P/y7OMyUCL0vl1LdjlMqXTc6UEafyQgYZw1muYUnPFO9Lxz+mZd+19GypfJADvnsi09oAsklv63zjZJca1PdtA1md3tXdN7I02GBfGB2IVYl3v/LS5Q9lxTfOvZ//vVl0MDdj1aH9v5asQ3atcq9fUJiScVclvAWyDMhMlWZ9PSyLNUPz9SL/npuAj/O5CWwv94QTFZxK1vRvlesxuXSf+zW0f61FQGFrxurDNFs9hzYfWnuThtsIidEbPyO37z4jLn6/1EjMVFidDjhM+S254WckZwxDkPTM0X3pWiP1B1sAPJux6iDImG6vQTSyVJUtU+j9NuuqiPYE0rCZ4qjDxzq4PcF33hp6I3B6xXeON7QYHRw35pMc5WJqNIffmlN5VPYJEzpv1twjjHftHveKg9s9nUYodW5NjbrMpVNYytRWd9Key/c16rG5Z1/C3QyiKSWrP0udPTVipD5Wpk1xXdOJKz5l/1uaxZR2Za5ZDz4894vbXZ59zEwaaZUG9ZWOWYpXi27VIayp20aJjSCvuqkFkk6zBLRlGDSnzR41Y0baTb3+uuaIezNWHdoebZARWXHM3cTvkvHPPXfOfUvlQzn9iy2jvm/2Zt17kAndQ8FX5g2oYNJvpNQvyV/CknX6/f2+OVO6DGqYGaAzci7clPu1ZB0DSj9UEkCBV38Up4OsZOE6A/QYGfSgBybw4xCIAv847+rQlGrsVI42/rA7t8bRtEOjaCrCGp+wevZs+GEKpfDucz+/GvYQO+FLj634KNp6TU3JqnFovK0tFk5ngVGLQxp/U600AAQt07xr3ATRqdHjGmbKTtgcR9op9NaAa3Sm7llys2mLitxonlE9ea7hMVExe0c6HXScYCeMdVVjWkxF1UvN/9Szd/joGCAomzKv06DGO6ZPA2pEq4a5pd0It3SP78aGhIco3lN5EKcp8hRe69l0qvhW6jdkBMHsF2s37ZdACXKPe6fivAc3whdBW3nr32b91uVJT/+3tsTaEFBY97TLpzt8i+qnS9Zj14LqHVOCvqI9UH1cy3FzelFfmrbJPp7qZaOORrrxmKrL1G3c+avP/0GLxDObcfShjvI9mRXiHagnLUvRsTmm37N+sj3JtHU7VputJA2nlF1Cuamwvutvb3GLvz6XnRs/YYw2G4lrQZ/u8K509uHe2xN1o/qkw2Dn9p9fXl6+oDlqe3Sau7ddLh7CXDL+xYfPeG6lfCjHvm+zMqfaBNknG2hrvVtthz0h1Av8tBfaRnanusTMG/alEz/fKoXfTAB1SA+vrIjXRofSpf1VBrr/Iab7lDPlTfrlQ35qHKfKOlhYBtnjNANhDYMevprkV4M/3e0UGbTHEXNDBKLAb+hlLmTFtHBrmEzHNhJhF08VSz/9xqSpk6YzGZ0RfiG6g73EZ0MUyo3exP5cpimXNigxUk/4OjjydgMB21RFFbM460npbkEOOlTC0lTj+bUtBlM6m3HUoXE0fZXgLM81bkzswOodUdjrAyiBpuHX8IRj8dVwlhtoMGs4z6thluziM4pNuB/jWUrfUpz8rGmrafoTHC9wUtbVZ/VZ1uxT7s/xOI0/QcIIgG+lfkPW+lnaYPM8SpGwa595Kp9T71fe+repHuj85EmHhX0oKEr78mOZx+9vgfr9zLnyN5ZVUyRtitZu33sIJ7z4ncqq+Pbe2AKcyuoS9dipaTrmfuWTkq0+ruUYTyPHhNiGa/ZQT6uvp+oydRt3/sLNRnKkh3egnrTZp46lMf3KsBGvv9LiN2quXmvWkw/1sL1fTBMXf30uOzd+wgi79oG+Edz76RvyLa25/5h3L17xe05/JlM6+I0nd/79dJ/7x3DjNe69PVE3qk96HOzctDX2rBF2vH/ftXv+/8vLizjEJc5T4pcneetxMOX9ZeWfd+7dKwOf3+5RJsThZOfGTxhhW5BVhzSIo5/SKK2rbm6Bjrl/rk2QBvUt5t6td9AesTt8mwYqhOsneXIXYMGiTrJB8B9tYdQh/X7vVTtkOZp0Ne8X+cehh5GmtW2A+6Vb+uXDvT0e5imyjrid4rZPALtTXaWzg/2QU/2mU6PfYyDH4FK/jvnkBAi8T44g2Q+BEAiBEAiBEAiBEHgmAslrCFyAwM+2OP2KUzNeD50afh3n9eKAfzbxNOOo32JGrMGlfh3zyQlEgX/yApDsh0AIhEAIhEAIhEAIHEQggUNgjoAZSH2ZoZF9Mw9NiZ8LP7pbgmKpZHe3x4A9PPp1zBB4iQKfQhACIRACIRACIRACIRACVyOQB22YgHX9dfmmJZmW3q3Nsj0B7PnRw1v735cQdLeYT04gCvyTF4BkPwRCIARCIARCIARC4IEIJKn3TMA+BzZb7Gvz/ZScPaiMxu9Ltw2K/WxfD2v0/V5+8Wdf2uN/RQJR4K8IO48KgRAIgRAIgRAIgRAIgVsSyLMvTuCz7Qk2iG3G62GTaJtIv14s/LO56Je9+duF369oZPT9DUiMzxGIAv85FrGFQAiEQAiEQAiEQAiEQAjME4jPOgI2szOCLrSfwbMWvo+scxtPo+9f1xz9ckEzXvxaSEbfkcj5gUAU+A9I4hACIRACIRACIRACIRACIXB+Ak8To5Hzb2i5/aV2Ov5s+/db2zl3+Hm8L3/zNP3+m5rdz941I0cIvCcQBf49j1yFQAiEQAiEQAiEQAiEQAjcI4HHStMPt+T+43Y6fkP79/XtnNqR3s7z39L86GXW0AtnGn5zyhECHwkoKB9d4xICIRACIRACIRACIRACIRACGyJw5axQxr+jPfP72+n4TPv3B9o5Hl/ZHH5vOx2m3n8vS84QmCMQBX6OTNxDIARCIARCIARCIARCIARC4BMCx/z/+XbTF7XT+vdPNfP72jke390c+Du/ptkzdb5ByDFPIAr8PJv4hEAIhEAIhEAIhEAIhEAIhMAZCCSKEDgPgSjw5+GYWEIg0Vh7ugAACZpJREFUBEIgBEIgBEIgBEIgBELgMgQSawi8EYgC/wYiRgiEQAiEQAiEQAiEQAiEQAhskUDytB0CUeC38y6TkxAIgRAIgRAIgRAIgRAIgRA4N4HEd0cEosDf0ctIUkIgBEIgBEIgBEIgBEIgBEJgWwSSm3MSiAJ/TpqJKwRCIARCIARCIARCIARCIARC4HwEEtM7AlHg3+HIRQiEQAiEQAiEQAiEQAiEQAiEwFYIbC0fUeC39kaTnxAIgRAIgRAIgRAIgRAIgRAIgXMQuLs4osDf3StJgkIgBEIgBEIgBEIgBEIgBEIgBB6fwPlzEAX+/EwTYwiEQAiEQAiEQAiEQAiEQAiEQAicRmDi7ijwE1DiFAIhEAIhEAIhEAIhEAIhEAIhEAL3RuAQBf7e0p70hEAIhEAIhEAIhEAIhEAIhEAIhMDTELiiAv80TJPREAiBEAiBEAiBEAiBEAiBEAiBEDg7gcdR4M+e9UQYAiEQAiEQAiEQAiEQAiEQAiEQAo9D4GkU+Md5JUlpCIRACIRACIRACIRACIRACIRACHwkEAX+I5Mpl7iFQAiEQAiEQAiEQAiEQAiEQAiEwE0JRIG/Cv48JARCIARCIARCIARCIARCIARCIAROIxAF/jR+17k7TwmBEAiBEAiBEAiBEAiBEAiBEHh6AlHgn6AIJIshEAIhEAIhEAIhEAIhEAIhEAKPTyAK/OO/w0vnIPGHQAiEQAiEQAiEQAiEQAiEQAjcAYEo8HfwEradhOQuBEIgBEIgBEIgBEIgBEIgBELgHASiwJ+DYuK4HIHEHAIhEAIhEAIhEAIhEAIhEAIh8EogCvwrhvzbKoHkKwRCIARCIARCIARCIARCIAS2QiAK/FbeZPJxCQKJMwRCIARCIARCIARCIARCIATuhkAU+Lt5FUnI9ggkRyEQAiEQAiEQAiEQAiEQAiFwPgJR4M/HMjGFwHkJJLYQCIEQCIEQCIEQCIEQCIEQKASiwBcYsYbAlggkLyEQAiEQAiEQAiEQAiEQAtsiEAV+W+8zuQmBcxFIPCEQAiEQAiEQAiEQAiEQAndGIAr8nb2QJCcEtkEguQiBEAiBEAiBEAiBEAiBEDg3gSjw5yaa+EIgBE4nkBhCIARCIARCIARCIARCIAQ+EIgC/wFJHEIgBB6dQNIfAiEQAiEQAiEQAiEQAlskEAV+i281eQqBEDiFQO4NgRAIgRAIgRAIgRAIgbskEAX+Ll9LEhUCIfC4BJLyEAiBEAiBEAiBEAiBELgMgSjwl+GaWEMgBELgOAK5KwRCIARCIARCIARCIARmCESBnwET5xAIgRB4RAJJcwiEQAiEQAiEQAiEwHYJPKIC/yvtdeR8eQmDMEgZSBk4dxlIfClTKQMpAykDKQMpAykDWy8DTZ183OMRFfjHpZ2Uh0AIhMCmCSRzIRACIRACIRACIRAClyQQBf6SdBN3CIRACITAegIJGQIhEAIhEAIhEAIhsEggCvwinniGQAiEQAg8CoGkMwRCIARCIARCIAS2TuARFPhf015CzpeXMAiDlIGUgZSBy5WBsA3blIGUgZSBlIGUgecsAy+P9PcICvwj8UxaQyAEQiAEnpJAMh0CIRACIRACIRAClycQBf7yjPOEEAiBEAiBEFgmEN8QCIEQCIEQCIEQWEEgCvwKSAkSAiEQAiEQAvdMIGkLgRAIgRAIgRB4DgJR4J/jPSeXIRACIRACITBHIO4hEAIhEAIhEAIPQiAK/IO8qCQzBEIgBEIgBO6TQFIVAiEQAiEQAiFwLQJR4K9FOs8JgRAIgRAIgRD4SCAuIRACIRACIRACqwlEgV+NKgFDIARCIARCIATujUDSEwIhEAIhEALPRCAK/DO97eQ1BEIgBEIgBEKgEog9BEIgBEIgBB6KQBT4h3pdSWwIhEAIhEAIhMD9EEhKQiAEQiAEQuC6BKLAX5d3nhYCIRACIRACIRACnxDI/xAIgRAIgRA4kEAU+AOBJXgIhEAIhEAIhEAI3AOBpCEEQiAEQuD5CESBf753nhyHQAiEQAiEQAiEQAiEQAiEQAg8IIEo8A/40pLkEAiBEAiBEAiBELgtgTw9BEIgBELgFgSiwN+Cep4ZAiEQAiEQAiEQAs9MIHkPgRAIgRA4ikAU+KOw5aYQCIEQCIEQCIEQCIFbEchzQyAEQuBZCUSBf9Y3n3yHQAiEQAiEQAiEwHMSSK5DIARC4GEJRIF/2FeXhIdACIRACIRACIRACFyfQJ4YAiEQArcjEAX+duzz5BAIgRAIgRAIgRAIgWcjkPyGQAiEwAkEosCfAC+3hkAIhEAIhEAIhEAIhMA1CeRZIRACz00gCvxzv//kPgRCIARCIARCIARC4HkIJKchEAIPTiAK/IO/wCQ/BEIgBEIgBEIgBEIgBK5DIE8JgRC4NYEo8Ld+A3l+CIRACIRACIRACIRACDwDgeQxBELgZAJR4E9GmAhCIARCIARCIARCIARCIAQuTSDxh0AIvLxEgU8pCIEQCIEQCIEQCIEQCIEQ2DqB5C8ENkEgCvwmXmMyEQIhEAIhEAIhEAIhEAIhcDkCiTkE7oNAFPj7eA9JRQiEQAiEQAiEQAiEQAiEwFYJJF8hcCYCUeDPBDLRhEAIhEAIhEAIhEAIhEAIhMAlCCTOEOgEosB3EjFDIARCIARCIARCIARCIARCYHsEkqMNEYgCv6GXmayEQAiEQAiEQAiEQAiEQAiEwHkJJLZ7IhAF/p7eRtISAiEQAiEQAiEQAiEQAiEQAlsikLyclUAU+LPiTGQhEAIhEAIhEAIhEAIhEAIhEALnIpB43hOIAv+eR65CIARCIARCIARCIARCIARCIAS2QWBzuYgCv7lXmgyFQAiEQAiEQAiEQAiEQAiEQAicTuD+YogCf3/vJCkKgRAIgRAIgRAIgRAIgRAIgRB4dAIXSH8U+AtATZQhEAIhEAIhEAIhEAIhEAIhEAIhcAqBqXujwE9RiVsIhEAIhEAIhEAIhEAIhEAIhEAI3BmBAxT4O0t5khMCIRACIRACIRACIRACIRACIRACT0Tgegr8E0FNVkMgBEIgBEIgBEIgBEIgBEIgBELg3AQeRoE/d8YTXwiEQAiEQAiEQAiEQAiEQAiEQAg8EoFnUeAf6Z0krSEQAiEQAiEQAiEQAiEQAiEQAiHwgUAU+A9IphziFgIhEAIhEAIhEAIhEAIhEAIhEAK3JRAF/hr884wQCIEQCIEQCIEQCIEQCIEQCIEQOJFAFPgTAV7j9jwjBEIgBEIgBEIgBEIgBEIgBEIgBH4VAAD//ziGFnQAAAAGSURBVAMAGWePudhNIXIAAAAASUVORK5CYII=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592924" y="1346519"/>
            <a:ext cx="4339261" cy="213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algn="just"/>
            <a:r>
              <a:rPr lang="pt-BR" sz="2000" dirty="0" smtClean="0"/>
              <a:t>Criar uma classe </a:t>
            </a:r>
            <a:r>
              <a:rPr lang="pt-BR" sz="2000" b="1" dirty="0" smtClean="0">
                <a:solidFill>
                  <a:srgbClr val="FF0000"/>
                </a:solidFill>
              </a:rPr>
              <a:t>concreta</a:t>
            </a:r>
            <a:r>
              <a:rPr lang="pt-BR" sz="2000" dirty="0" smtClean="0"/>
              <a:t> “Assalariado”;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Criar uma classe </a:t>
            </a:r>
            <a:r>
              <a:rPr lang="pt-BR" sz="2000" b="1" dirty="0" smtClean="0">
                <a:solidFill>
                  <a:srgbClr val="FF0000"/>
                </a:solidFill>
              </a:rPr>
              <a:t>concreta</a:t>
            </a:r>
            <a:r>
              <a:rPr lang="pt-BR" sz="2000" dirty="0" smtClean="0"/>
              <a:t> “Horista”;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Criar uma classe </a:t>
            </a:r>
            <a:r>
              <a:rPr lang="pt-BR" sz="2000" b="1" dirty="0" smtClean="0">
                <a:solidFill>
                  <a:srgbClr val="FF0000"/>
                </a:solidFill>
              </a:rPr>
              <a:t>concreta</a:t>
            </a:r>
            <a:r>
              <a:rPr lang="pt-BR" sz="2000" dirty="0" smtClean="0"/>
              <a:t> “Comissionado”;</a:t>
            </a:r>
          </a:p>
          <a:p>
            <a:pPr lvl="1" algn="just"/>
            <a:endParaRPr lang="pt-BR" sz="1800" dirty="0"/>
          </a:p>
        </p:txBody>
      </p:sp>
      <p:sp>
        <p:nvSpPr>
          <p:cNvPr id="15" name="AutoShape 2" descr="data:image/png;base64,iVBORw0KGgoAAAANSUhEUgAAA/AAAAXQCAYAAADyI6UCAAAZGXRFWHRteGZpbGUAJTNDbXhHcmFwaE1vZGVsJTNFJTNDcm9vdCUzRSUzQ214Q2VsbCUyMGlkJTNEJTIyMCUyMiUyRiUzRSUzQ214Q2VsbCUyMGlkJTNEJTIyMSUyMiUyMHBhcmVudCUzRCUyMjAlMjIlMkYlM0UlM0NteENlbGwlMjBpZCUzRCUyMjIlMjIlMjB2YWx1ZSUzRCUyMkVtcHJlZ2FkbyUyMiUyMHN0eWxlJTNEJTIyc3dpbWxhbmUlM0Jmb250U3R5bGUlM0QwJTNCYWxpZ24lM0RjZW50ZXIlM0J2ZXJ0aWNhbEFsaWduJTNEdG9wJTNCY2hpbGRMYXlvdXQlM0RzdGFja0xheW91dCUzQmhvcml6b250YWwlM0QxJTNCc3RhcnRTaXplJTNEMjYlM0Job3Jpem9udGFsU3RhY2slM0QwJTNCcmVzaXplUGFyZW50JTNEMSUzQnJlc2l6ZUxhc3QlM0QwJTNCY29sbGFwc2libGUlM0QxJTNCbWFyZ2luQm90dG9tJTNEMCUzQnJvdW5kZWQlM0QwJTNCc2hhZG93JTNEMCUzQnN0cm9rZVdpZHRoJTNEMSUzQiUyMiUyMHZlcnRleCUzRCUyMjElMjIlMjBwYXJlbnQlM0QlMjIxJTIyJTNFJTNDbXhHZW9tZXRyeSUyMHglM0QlMjI2MCUyMiUyMHklM0QlMjIyMTAlMjIlMjB3aWR0aCUzRCUyMjIzMCUyMiUyMGhlaWdodCUzRCUyMjM1MCUyMiUyMGFzJTNEJTIyZ2VvbWV0cnklMjIlM0UlM0NteFJlY3RhbmdsZSUyMHglM0QlMjIyMzAlMjIlMjB5JTNEJTIyMTQwJTIyJTIwd2lkdGglM0QlMjIxNjAlMjIlMjBoZWlnaHQlM0QlMjIyNiUyMiUyMGFzJTNEJTIyYWx0ZXJuYXRlQm91bmRzJTIyJTJGJTNFJTNDJTJGbXhHZW9tZXRyeSUzRSUzQyUyRm14Q2VsbCUzRSUzQ214Q2VsbCUyMGlkJTNEJTIyMyUyMiUyMHZhbHVlJTNEJTIyLSUyMG5vbWU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NiUyMiUyMHdpZHRoJTNEJTIyMjMwJTIyJTIwaGVpZ2h0JTNEJTIyMjYlMjIlMjBhcyUzRCUyMmdlb21ldHJ5JTIyJTJGJTNFJTNDJTJGbXhDZWxsJTNFJTNDbXhDZWxsJTIwaWQlM0QlMjI0JTIyJTIwdmFsdWUlM0QlMjItJTIwbnVtZXJvQ2VsdWxhci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NTIlMjIlMjB3aWR0aCUzRCUyMjIzMCUyMiUyMGhlaWdodCUzRCUyMjI2JTIyJTIwYXMlM0QlMjJnZW9tZXRyeSUyMiUyRiUzRSUzQyUyRm14Q2VsbCUzRSUzQ214Q2VsbCUyMGlkJTNEJTIyNSUyMiUyMHZhbHVlJTNEJTIyLSUyMGNwZi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c4JTIyJTIwd2lkdGglM0QlMjIyMzAlMjIlMjBoZWlnaHQlM0QlMjIyNiUyMiUyMGFzJTNEJTIyZ2VvbWV0cnklMjIlMkYlM0UlM0MlMkZteENlbGwlM0UlM0NteENlbGwlMjBpZCUzRCUyMjYlMjIlMjB2YWx1ZSUzRCUyMi0lMjB2YWxvclRvdGFsVmVuZGFzJTIyJTIwc3R5bGUlM0QlMjJ0ZXh0JTNCYWxpZ24lM0RsZWZ0JTNCdmVydGljYWxBbGlnbiUzRHRvcCUzQnNwYWNpbmdMZWZ0JTNENCUzQnNwYWNpbmdSaWdodCUzRDQlM0JvdmVyZmxvdyUzRGhpZGRlbiUzQnJvdGF0YWJsZSUzRDAlM0Jwb2ludHMlM0QlNUIlNUIwJTJDMC41JTVEJTJDJTVCMSUyQzAuNSU1RCU1RCUzQnBvcnRDb25zdHJhaW50JTNEZWFzdHdlc3QlM0Jyb3VuZGVkJTNEMCUzQnNoYWRvdyUzRDAlM0JodG1sJTNEMCUzQiUyMiUyMHZlcnRleCUzRCUyMjElMjIlMjBwYXJlbnQlM0QlMjIyJTIyJTNFJTNDbXhHZW9tZXRyeSUyMHklM0QlMjIxMDQlMjIlMjB3aWR0aCUzRCUyMjIzMCUyMiUyMGhlaWdodCUzRCUyMjI2JTIyJTIwYXMlM0QlMjJnZW9tZXRyeSUyMiUyRiUzRSUzQyUyRm14Q2VsbCUzRSUzQ214Q2VsbCUyMGlkJTNEJTIyNyUyMiUyMHZhbHVlJTNEJTIyLSUyMHBlcmNlbnR1YWxDb21pc3Nh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MTMwJTIyJTIwd2lkdGglM0QlMjIyMzAlMjIlMjBoZWlnaHQlM0QlMjIyNiUyMiUyMGFzJTNEJTIyZ2VvbWV0cnklMjIlMkYlM0UlM0MlMkZteENlbGwlM0UlM0NteENlbGwlMjBpZCUzRCUyMjglMjIlMjB2YWx1ZSUzRCUyMi0lMjB2YWxvclNhbGFyaW9CcnV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1NiUyMiUyMHdpZHRoJTNEJTIyMjMwJTIyJTIwaGVpZ2h0JTNEJTIyMjYlMjIlMjBhcyUzRCUyMmdlb21ldHJ5JTIyJTJGJTNFJTNDJTJGbXhDZWxsJTNFJTNDbXhDZWxsJTIwaWQlM0QlMjI5JTIyJTIwdmFsdWUlM0QlMjItJTIwdmFsb3JEZXNjb25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4MiUyMiUyMHdpZHRoJTNEJTIyMjMwJTIyJTIwaGVpZ2h0JTNEJTIyMjYlMjIlMjBhcyUzRCUyMmdlb21ldHJ5JTIyJTJGJTNFJTNDJTJGbXhDZWxsJTNFJTNDbXhDZWxsJTIwaWQlM0QlMjIxMCUyMiUyMHZhbHVlJTNEJTIyLSUyMEhvcmFzVHJhYmFsaGFkYXM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DglMjIlMjB3aWR0aCUzRCUyMjIzMCUyMiUyMGhlaWdodCUzRCUyMjI2JTIyJTIwYXMlM0QlMjJnZW9tZXRyeSUyMiUyRiUzRSUzQyUyRm14Q2VsbCUzRSUzQ214Q2VsbCUyMGlkJTNEJTIyMTElMjIlMjB2YWx1ZSUzRCUyMi0lMjB2YWxvclBvckhvcmE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zQlMjIlMjB3aWR0aCUzRCUyMjIzMCUyMiUyMGhlaWdodCUzRCUyMjI2JTIyJTIwYXMlM0QlMjJnZW9tZXRyeSUyMiUyRiUzRSUzQyUyRm14Q2VsbCUzRSUzQ214Q2VsbCUyMGlkJTNEJTIyMTIlMjIlMjB2YWx1ZSUzRCUyMiUyMiUyMHN0eWxlJTNEJTIybGluZSUzQmh0bWwlM0QxJTNCc3Ryb2tlV2lkdGglM0QxJTNCYWxpZ24lM0RsZWZ0JTNCdmVydGljYWxBbGlnbiUzRG1pZGRsZSUzQnNwYWNpbmdUb3AlM0QtMSUzQnNwYWNpbmdMZWZ0JTNEMyUzQnNwYWNpbmdSaWdodCUzRDMlM0Jyb3RhdGFibGUlM0QwJTNCbGFiZWxQb3NpdGlvbiUzRHJpZ2h0JTNCcG9pbnRzJTNEJTVCJTVEJTNCcG9ydENvbnN0cmFpbnQlM0RlYXN0d2VzdCUzQiUyMiUyMHZlcnRleCUzRCUyMjElMjIlMjBwYXJlbnQlM0QlMjIyJTIyJTNFJTNDbXhHZW9tZXRyeSUyMHklM0QlMjIyNjAlMjIlMjB3aWR0aCUzRCUyMjIzMCUyMiUyMGhlaWdodCUzRCUyMjglMjIlMjBhcyUzRCUyMmdlb21ldHJ5JTIyJTJGJTNFJTNDJTJGbXhDZWxsJTNFJTNDbXhDZWxsJTIwaWQlM0QlMjIxMyUyMiUyMHZhbHVlJTNEJTIyJTJCJTIwR2V0VmFsb3JWZW5jaW1lbnRvSG9yaXN0YS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Y4JTIyJTIwd2lkdGglM0QlMjIyMzAlMjIlMjBoZWlnaHQlM0QlMjIyNiUyMiUyMGFzJTNEJTIyZ2VvbWV0cnklMjIlMkYlM0UlM0MlMkZteENlbGwlM0UlM0NteENlbGwlMjBpZCUzRCUyMjE0JTIyJTIwdmFsdWUlM0QlMjIlMkIlMjBHZXRWYWxvclZlbmNpbWVudG9Bc3NhbGFyaWFkby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k0JTIyJTIwd2lkdGglM0QlMjIyMzAlMjIlMjBoZWlnaHQlM0QlMjIyNiUyMiUyMGFzJTNEJTIyZ2VvbWV0cnklMjIlMkYlM0UlM0MlMkZteENlbGwlM0UlM0NteENlbGwlMjBpZCUzRCUyMjE1JTIyJTIwdmFsdWUlM0QlMjIlMkIlMjBHZXRWYWxvclZlbmNpbWVudG9Db21pc3Npb25hZG8oKS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MyMCUyMiUyMHdpZHRoJTNEJTIyMjMwJTIyJTIwaGVpZ2h0JTNEJTIyMjYlMjIlMjBhcyUzRCUyMmdlb21ldHJ5JTIyJTJGJTNFJTNDJTJGbXhDZWxsJTNFJTNDJTJGcm9vdCUzRSUzQyUyRm14R3JhcGhNb2RlbCUzRbqVugQAABAASURBVHgB7N0H3DRVfbfxuTUaFVSwFwRsEbvGXmKwGzv2CkRsb2KJDRRbYi8Ya6LBBvYuauwNW8COvWJXiAVRscT6/q7lmeXsPNvvLbO7F59z7mlnZs58Z/Zh/zNnzp6u8j8FFFBAAQUUUEABBRRQQAEFFGi9wDYD+NYfnxVUQAEFFFBAAQUUUEABBRRQYC0ElhvArwWhB6GAAgoooIACCiiggAIKKKDA/AVWOoCfP497UEABBRRQQAEFFFBAAQUUUKAdApscwLfjDFgLBRRQQAEFFFBAAQUUUEABBcYQMIAfA6l/EecqoIACCiiggAIKKKCAAgoosDgBA/jFWffuySkFFFBAAQUUUEABBRRQQAEFJhAwgJ8Aq01FrYsCCiiggAIKKKCAAgoooMBmCRjAb9b5ro/WoQIKKKCAAgoooIACCiigwIoJGMCv2AlrR3WthQIKKKCAAgoooIACCiigwKIFDOAXLe7+qkoDBRRQQAEFFFBAAQUUUECBiQUM4Ccmc4VlC7h/BRRQQAEFFFBAAQUUUGATBQzgN/Gsb/Yxe/QKKKCAAgoooIACCiigwEoKGMCv5Gmz0ssTcM8KKKCAAgoooIACCiigwHIEDOCX4+5eN1XA41ZAAQUUUEABBRRQQAEFphQwgJ8SztUUWIaA+1RAAQUUUEABBRRQQIHNFTCA39xz75FvnoBHrIACCiiggAIKKKCAAissYAC/wifPqiuwWAH3poACCiiggAIKKKCAAssUMIBfpr77VmCTBDxWBRRQQAEFFFBAAQUU2JaAAfy2+FxZAQUWJeB+FFBAAQUUUEABBRTYdAED+E2/Ajx+BTZDwKNUQAEFFFBAAQUUUGDlBQzgV/4UegAKKDB/AfeggAIKKKCAAgoooMDyBQzgl38OrIECCqy7gMengAIKKKCAAgoooMAMBAzgZ4DoJhRQQIF5CrhtBRRQQAEFFFBAAQUQMIBHwayAAgqsr4BHpoACCiiggAIKKLAmAgbwa3IiPQwFFFBgPgJuVQEFFFBAAQUUUKAtAgbwbTkT1kMBBRRYRwGPSQEFFFBAAQUUUGBmAgbwM6N0QwoooIACsxZwewoooIACCiiggAKnCRjAn2bhmAIKKKDAegl4NAoooIACCiigwFoJGMCv1en0YBRQQAEFZifglhRQQAEFFFBAgXYJGMC363xYGwUUUECBdRHwOBRQQAEFFFBAgRkLGMDPGNTNKaCAAgooMAsBt6GAAgoooIACCjQFDOCbIk4roIACCiiw+gIegQIKKKCAAgqsoYAB/BqeVA9JAQUUUECB7Qm4tgIKKKCAAgq0UcAAvo1nxTopoIACCiiwygLWXQEFFFBAAQXmImAAPxdWN6qAAgoooIAC0wq4ngIKKKCAAgr0FzCA7+/iXAUUUEABBRRYTQFrrYACCiigwNoKGMCv7an1wBRQQAEFFFBgcgHXUEABBRRQoL0CBvDtPTfWTAEFFFBAAQVWTcD6KqCAAgooMEcBA/g54rppBRRQQAEFFFBgEgHLKqCAAgooMExgFQL4v+QAzFWlgQZeA14DXgNeA14DXgPDrgGXeX14DXgNeA1Mfg0k3FydtAoB/OpoWlMFFFBAAQUUUGBlBay4AgoooEDbBQzg236GrJ8CCiiggAIKKLAKAtZRAQUUUGDuAgbwcyd2BwoooIACCiiggAKjBFyugAIKKDBaYOUC+L/85S+VWQOvAa8BrwGvAa8BrwGvAa+B4hrw+6Hfkb0GvAbGugZGh8jtLrFyAXy7Oa2dAgoooIACCiigwOoJWGMFFFBgNQQM4FfjPFlLBRRQQAEFFFBAgbYKWC8FFFBgQQIG8AuCdjcKKKCAAgoooIACCvQTcJ4CCigwroAB/LhSllNAAQUUUEABBRRQoH0C1kgBBTZIwAB+g062h6qAAgoooIACCiigQK+AUwoosEoCBvCrdLasqwIKKKCAAgoooIACbRKwLgoosFABA/iFcrszBRRQQAEFFFBAAQUUqAUcKqDAZAIG8JN5WVoBBRRQQAEFFFBAAQXaIWAtFNg4AQP4jTvlHrACCiiggAIKKKCAAgpUlQYKrJ6AAfzqnTNrrIACCiiggAIKKKCAAssWcP8KLEHAAH4J6O5SAQUUUEABBRRQQAEFNlvAo1dgGgED+GnUXEcBBRRQQAEFFFBAAQUUWJ6Ae95QAQP4DT3xHrYCCiiggAIKKKCAAgpsqoDHvaoCBvCreuastwIKKKCAAgoooIACCiiwDAH3uTQBA/il0btjBRRQQAEFFFBAAQUUUGDzBDzi6QUM4Ke3c00FFFBAAQUUUEABBRRQQIHFCmz03gzgN/r0e/AKKKCAAgoooIACCiigwCYJrPaxGsCv9vmz9goooIACCiiggAIKKKCAAosSWPJ+DOCXfALcvQIKKKCAAgoooIACCiigwGYIbPcoDeC3K+j6CiiggAIKKKCAAgoooIACCsxfoDKAXwCyu1BAAQUUUEABBRRQQAEFFFBguwLbC+C3u3fXV0ABBRRQQAEFFFBAAQUUUECBsQSWGsCPVUMLKaCAAgoooIACCiiggAIKKKDASjeh9/QpoIACCiiggAIKKKCAAgoosDECG/wEfmPOsQeqgAIKKKCAAgoooIACCiiwBgIG8NOeRNdTQAEFFFBAAQUUUEABBRRQYIECBvALxC535bgCCiiggAIKKKCAAgoooIACkwgYwE+i1Z6y1kQBBRRQQAEFFFBAAQUUUGDDBAzgN+yEn3q4/lVAAQUUUEABBRRQQAEFFFg1AQP4VTtjbaivdVBAAQUUUEABBRRQQAEFFFi4gAH8wsndoQIKKKCAAgoooIACCiiggAKTCxjAT27mGssVcO8KKKCAAgoooIACCiigwEYKGMBv5Gnf5IP22BVQQAEFFFBAAQUUUECB1RQwgF/N82atlyXgfhVQQAEFFFBAAQUUUECBJQkYwC8J3t1upoBHrcCyBT796U9Xu+yyS7W1tTW3fMABByz7MN2/AnMVaH6O9tprr+qEE06Y6z7duAIKKKCAAggYwKNgVmA1BKylAgoooIACCiiggAIKbLCAAfwGn3wPfdMEPF4FFFBAAQUUUEABBRRYZQED+FU+e9ZdgUUKuC8FFFBAAQUUUEABBRRYqoAB/FL53bkCmyPgkbZX4K1vfWv1l7/8ZWb5yCOPbO/BWjMFFFBAAQUUUGCFBQzgV/jkWXUFNkjAQ1VAAQUUUEABBRRQYOMFDOA3/hIQQIFNEPAYFVBAAQUUUEABBRRYfQED+NU/hx6BAgrMW8DtK6CAAgoooIACCijQAgED+BacBKuggALrLeDRKaCAAgoooIACCigwCwED+Fkoug0FFFBgfgJrs+VTTjml2nfffautra1O3muvvaoTTjihe3yMP+pRj6oudrGLdZZvbZ1ajmnmf//73++WLUfogO/LX/5ydd/73re64AUv2F33jGc8Y3WFK1yhOuKII6pf//rX5Sp9x0fV72tf+9pO+zj96U9fXe5yl6ue8YxnVD/72c/6brffzLe97W3dem5tbVVPfepTO8V++9vfVs997nN7jmPU8XdWzB8cvv71r1eHHHJIdfGLX7yibltbpxruuuuu1dWvfvXq2c9+9kT1zGb7pm9+85t999OvrpxXzvXW1ql12XfffSus+264MfMPf/hDdeyxx1YPfvCDO+eS49jaOnU7W1tbnWO88IUvXB144IHVe97znory1ZT/cY28/vWvr25yk5tU5X7Oe97zds4753/KTe+0GvWkvne6052q85znPD3XwjnOcY7qBje4QfWKV7yi+sUvfrHTus5QQAEFFNhsAQP4zT7/Hr0CCqy9QPsPkKD1YQ97WHWBC1ygeuITn1gdf/zxPZVmmvl77rln9YQnPKEnSDvppJOqO97xjtWlL33p6r/+67+qH/3oR911CZI+97nPVf/4j/9Y7b333tUHPvCB7rJJRur67bPPPjvt489//nP1hS98oXroQx9anetc56oe8IAHjHWzoN/+f/CDH1TXuc51Otsoj6M+fgLLn/70p/1WrbiBcbWrXa26xCUuUT3taU+rCLCpW12Y4PTjH/949S//8i+det7//vevfvnLX9aLxx6eeOKJ1W1uc5vODYJ++6nryrnajgXm3MjA9BrXuEb1zGc+s+JcchxlZTnG73znO9WRRx5Z3fjGN+4c26tf/erqT3/6U1ls6DhlWYfr7w53uEP17ne/u+cc/vjHP+6cd84/1yl1G7rBIQtZtz4u6vva1762+slPftKzxs9//vPq/e9/f3X3u9+9IpjHcZpz1bNRJxRQQAEF1kbAAH5tTqUHooACCsxBYM6b5AkjAeFhhx021p4e/ehHd4I5njZ/97vf7QS8PDUdtTKBLwHw+973vlFFe5YTcBHsjls/grN99923Ihjv2dCICYI2niJ/6lOfGljy9re/fSdALQsQfPJU/bKXvWz1yU9+slw0dPx5z3tedZnLXKY67rjjhpYrF1L2qle9avXmN7+5nD1wHItb3OIWFTdZBhbqswC7+kbGpIEr5e9yl7tU97vf/Xpu9PTZTWcWNwTuec97VqzDup2ZQ/5wHXA9/O53vxtSqv8ibn7gMUlAzg0KHLk585WvfKX/hp2rgAIKKLBRAgbwG3W6PVgFFFBgsQLD9kZw/C95Ivyud72rW+wMZzhDdatb3aq6173u1Rnusssu3WX1yL/92791nqYfdNBB1Ze+9KV6ducJ/v77799Z98pXvnJ3fj3CE3ma4nPToJ43bEhwTMD24he/uKcY26Z+7Iuntj0LM0EQTjA+7n6ySkVAzVNXxsn1PrDAZLfddqtud7vbsaibuYlB030MCfS6CzLCOgR91JNM4H260/X+L59XEq573etWn/jEJ7LG8MTNEp5Os06zJK0f7nGPe1RkxsvlH/zgBzvnkRso5fxB45hhh2GzzLnPfe7OtjgeMja77757s1hnmtYYvKbQmRjwh+vhQQ96UMUrFs0ieHO87Of6179+hWddhuvhyU9+coV/PW/UED9uSpTnuF6Ha5xjYV/skyb19bJ6+NWvfrVzs6qfS13GoQIKKKDAZgj0/t98M47Zo1RAAQUUaIEATYdprkxVznKWs1Qvf/nLO02XjzrqqOrwww+vjjrqqE7z4sc85jEU6ebf/OY31Q1veMNOM2Nm8p47gfwPf/jDTlNq1uVpNMHm3/3d31GkmwlWjznmmO70sBG29/znP79bZL/99qvYJttmHzTb5mnxZz/72Yrm1d2CGSFQe/jDH1798Y9/zNToxJNgSl3oQhfqBNT1PrBg2Uc/+tGd9vGmN72pesQjHsFq3Xy2s52t8+406/DuOPUk03yeJ8xPetKTqjKQP/nkk6sDDjhgaIsB3lcnuPzGN77R3Q8jtccXv/jFiqCWzDhGLKMMmWb1nDPGR+UXvOAF3fNal73lLW9Zfetb36poyo4Hx0NmnKf7dXBbl2dIcE0ZbhIx3S+p8jIgAAAQAElEQVTTfP2FL3xhzyKa7L/zne+suOHAcrZBqw08uT65Tlnh7W9/ezVs25Sp8yA/rpmPfexj1a9+9avOtc6+2Of//u//dm5MXeUqV6k30RlSJ5rVc811ZvhHAQUUUGAjBQzgN/K0e9AKKKBAewR42smT2rvd7W49Tzqp4ZnPfOaKQJj3hZmuMwEa4zwdPfroo6tLXepSTPbkPfbYo3rZy15WXeQiF+nOZ713vOMd3elxRx772MdWBFd77LFHzypbW1sVNxAIxHiaXS58yUteMlGzdoJDXgdoBm48/eXJ9l/91V91N0+QjEv55J2O6z796U9Xd73rXXdyZEWe9BLwc9NktzzRZx6ZAJgn1tgw3cwEyu9973t7Zg/yoBBGWFGG6XEzgesRRxzRU5zXBt7whjdUdFTXs6CY4L1/WnHc9ra3LeZWnXfm6UCvZ+aOCW4GPOUpT9kxdeoAP27u8KoFHQCeOvfUv5wDrk+u09Lu1KXD/9IZXdOP1hTcYLnmNa/Z6cCuuQWuZ66phzzkIT2LOFe0Chl0rnoKO6GAAgoosJYCBvBreVo9KAUUUGB8AZ5wbm2d1rP31tb046OaLfer1eMf//iKJt79ljGPIJ4nj4yXmaelvP999rOfvZzdM07ndTe72c165vFEeKx3mHesdeCBB1aPfOQj+wbFO4p0OhsjYC9vFvz+97+vXvnKV1bjBluchytd6Ur1JocO3/KWt3Q6qqsLEVQSKNILfD1v0JAeznmvulz+0pe+tKIzuHIe4zRpp3k/43W++c1v3umBnqC2ntccsgwzAvDmskHTdAZY9vTOMdH6gm0NWqeezzXCqwTlTQ7qPuiXAejQkFYb9fr8YgEtCEb5cZ3SSmBra6tedeiQOjRvSnCDhm0Mu27ZKMdNU/2mIdcUnRZSxqyAAgoosHkCBvCbd849YgUUUKA1AvzsWzPA7le5ffbZp+IJdbmMQJInleW8fuM8vS7n0xx63KbtBJE8BSWYKrfRb5ybBfe+9727ixj57//+756e8Zk3KHM8ZQA6qBxBIcF6uZxO2wgMy3nDxulMjXfk6zK8LsDPmtXT9ZCgmqf69TSB7qGHHloRMNfzBg0xIwDHcFCZcj7vuHMc1ItxXpPgvJdlho1f9KIX7fSDUJehiTsdx9XT9ZBzz1P9epohHSnS2z3jozI3Wm50oxuNKtZZzqsQvLbRmcifra2t6nGPe1x1znOeM1OjUz9DmtJzXY1e2xIKKKCAAusoYAC/jmfVY1JAAQVWRODyl798df7zn39kbemsjPe7y4I8Sd7aGv0ktF9Hc+V2ho3TnHqSIJLgjp/+qrf5ve99rxqn93AC4r/5m7+pV2M4MPMTcQTWdQFubNz61rfu2xS7LtMc8vSX1w/K+TTzJrgt5/E+eDmPIJce78syw8axa+5nUHmuhec85zkVTctp4v66172uGueGxqDtDZpPU/1mZ3Dj3jxhm5yrfi1CWNbMNLkvW2DQwoIbFM1yw6b7GX74wx+uJmlFMmz7LlNAAQUUWC0BA/jVOl/WVgEFFFgrAd4fP9OZzjTymAiaePpbF9za2qrOe97z1pNzG04S2FEJ3v8uWwUQvH3+859n0dDME2fWHVpox0Legy47hTvf+c5X7bzujsJDBgST5WJuNJx88sndWQSIxx13XHeakWtd61rVrrvuyuhYmQCc97zHKrygQt/+9rcrWhzUu+OGy9/+7d/Wk2MN+Qm+s571rEPL0tKDzgPLQtwA4WZUOW/UOIa0RijL0VkgPz1YznNcAQUUUGAzBAzgN+M8e5QKKKDAQIG3vvWtnfe0CTa3m2maPXBHfRY0n6r3KdJ3FgH9pIFQ3w0Nmck+xn0qXm+GoK58D575n/vc5xgMzfx02Dg3MthI8/1nepenQzua70+SeQ+b7dWZHt3ZVmc6f+g9vflefDPoT7GR6ZKXvOTIMtMW4KfgeJed3vXpRJAWD6O2xdP9slUBTfwJ4ketVy7npgk3Xcp5zXGa8Dc70Wu+ztFcZ9A06xHI18tpRv+jH/2onnSogAIKKLBBAgbwG3SyPVQFFFCgbQLTPDle1DEQ1I3TvL9Zn+Yx8SS2DBib5Zmmh3jed2Z8VG7+jBjB3BFHHFHxk2iTZJrMl/sieC+f6vIEnvftyzLj1rFch5sTNPMv500yzk0lOqPjXfLXvOY11cEHH1zx+gTnh1YZPA2nw7yyA7xh22/+HB4/3Yf/sHWayyjPes355TQ3F7gJUs6b9nUObiZxrOW2HFdAAQUU2EwBA/jNPO8etQIKKNAKgWmfwC+i8vyUGHnSfTWPiQCbYHjS7Sy7PO+KlwE9Qfi0AeiEx1IR/PKLBte+9rU778HziwO8O37nO9+5evrTn169//3vr8q6Tbr9VS/PKxQ+gV/1s2j9FVBAgekEDOCnc3MtBRRQQAEFFJixAE/b+Yk3mt3TISC/hV7+1v2w3XFz4XSn42vNsFLrsYzm9PN+hWQ9pDwKBRRQYP0ENuP/dOt33jwiBRRQQIGWCpQdpFHFvfbaa6KO31hnkrz//vvPpA8DmvqX77jTSWAZJM77qS/B+3/8x39UdNh2/PHHDyXg1YZb3epW1VOf+tSKjuJ435ye5ZuvLwzdyKCFKzCf5vQ0q1+BqlpFBRRQQIEZCxjAzxjUzSmggAIKrIcATbTp8GySoyEI5X3tch1+sq2c3u548z10bhgQfG93u8312c9f//Vf98ymaXvPjDEmMCT4H1WUd9wPOeSQqvnEnV8qILDnp/N+9atfdW5W0Hz8qKOO6rwPf9WrXrUatwNA6lD+SgDT9ErPdhkfN+MwyLzeBn7NHvupd718kiHXIjcp6nV4tYOn8PW0QwUUUECBzREwgN+cc+2RKqCAAgpMIEAHZD/5yU8mWKOq+Bm2r3/96z3r0IN4z4xtTjQDUH4Xnv1uc7M7rU7weeELX7hn/qc//eme6XEmxukZnk7+nvWsZ1VloE8AzG/Bf+Yzn6n+6Z/+qaKzOuo0zj6HlaEH+fLpNX0UTBpYE1A3OxNs7pO67r333j2zP/nJT/ZM95noO+vzn/9858ZFvZAe8DmOetqhAgoooMDmCBjAb8659kgVUEABBSYQ4Gn6Rz/60QnWqKpvfetbVfkzb3T8duUrX3mibYwqfLnLXa7a2trqFiNA5ul0d8aYI8973vM6Tfv32Wef6oADDqiYLp/y0tM6HceVmyOAL8uUy/qNE5g3e7vvV45jOProo3sW8TT+dre7Xc+x9hRoTBBQj3PDZc8996xogl+vzk0Dmt/X0+MM+R32E088cWhRWgXQeqAsxE8KEvyX80aNY/g///M/PcU4Z/1bdvQUc0IBBRRQYA0FDODX8KR6SAoooIACsxF417veVTV/Sm3Yluk5nYCwLnPZy162utjFLlZPzmTINi9xiUt0t8WNhpe85CWdntu7M0eM0Mz/ZS97WUUzcH5+jfF3vvOdOwXL/Lb61tZpNws++MEPVscdd9yIrZ+2+Dvf+U7VDD5PW3raGE/AeRJez9na2qr+/u//fqf61Mv7Det34fstK+fxs3bXuc51ylnVq1/96ooWFz0zB0wQUFN+wOKe2U0/boBg2FNoxARBP+emLEb9uUFQzpvJuBtRQAEFFGi9gAF860+RFVRAAQUUWJYAQeG4wdqXvvSline1y7re7W53q2b9pJQA9MY3vnG5m+qNb3xj9da3vrVn3rCJI444omo2577NbW6z07vkV7nKVSreMa+39fvf/7565jOfOdbNAgLdZzzjGdUJJ5xQrz5wyM/s/elPf+ou56YE75l3Z4wY4TWCJz3pSSNKnbp4a2uruuMd79hzc+BDH/pQddRRR51aYMTfY445pnrTm940otSpi5t+HNdTnvKUihsop5YY/hcDOuorbwrttttu1c1udrPhKy5pqbtVQAEFFJi/gAH8/I3dgwIKKKDACgs84hGPqN73vvcNPQKabx944IFV+RSZJ+/0lD50xSkWbm1tVfe6170qfhu9Xp2O3+55z3uOrCfleSL+hCc8gdFu5j39W9ziFt3peoSbD/e73/3qyc7w9a9/fXXYYYdVZcDdWVD8IVB9wQteUB1++OHF3MGjvNPNO+NlCd5/J4At5/UbJ3i/9a1v3fdGwaD1ebrfDILvf//7j/RjXwcddFDFjYx+dWnOw+/AXBflfG6ccGNnVMsO6s61h3e5/p3udKeKJvTlvDUZ9zAUUEABBcYQMIAfA8kiCiiggAKbK0AHcTe96U2rpz3taVXz/W8C1Q984APVNa95zar5HvVjH/vY6kIXutBc4Ai4H/7wh/dsm3ryZP7f/u3fql/+8pc9y5ig7hzDvvvuW1GWeeTTne50FevwZJ/pZr71rW/d+Wm3cv6hhx5a3f3ud+8bNPN0+Z//+Z8rAmJuLJTrDRqns7dm53y0EnjgAx/Y91jYDvt53OMeV7EerR+Y18zf+MY3mrM603Ri9+hHP7riaXZnRv5gMug8c7OC1ymucY1rVIO2mU30TQTr/DReuZBt8ZN9XDtcQ+Uyxnmt4QY3uEFFCwam63zxi1+84rzbA30tUg4dV0ABBTZD4HSbcZgepQIKKKDAIIFb3vKWnebEW1tbMxvS7HfQ/lZp/tbWVqe6PA2lUzWeqBJY3fve9+40wz7HOc5RXf/616++//3vd8rVf3hCTjPtenoewwc84AGdJ/HltgmY//Vf/7XTbJ9e23laTF2vd73rdTqs4xg4lnKdhz70odWwlgI8GafZfPnEn/V5teACF7hAp3d49kNmn5R7/vOfT5FO3to61bAzMeAPrs0n/RRlO7vvvntFx31sn2PB9YIXvGCnBQI3Serjodf6vfbai9W6mcC7O9EY4dWAF73oRRU3MOpFbAsj6lOfZ25gMP0P//APPS0s6nVGDfF74QtfWBF8l2WPP/74zrVz1rOetWIf9bGd97zn7Txh//CHP1wW79xseMUrXlE1j7GnkBPTC7imAgoosCICBvArcqKspgIKKKDA4gUIXHnaXe+ZAO/9739/RUBGE2+e2tbL6uFDHvKQzrvwBJT1vHkM2T7v3LO/ftvnqTSd21FXOk4juG+WY12a0496oosBHakRnDe3Ue+HfTFeLqcX+YMPPricNXCcwPy+973vTsupN73ss32OBXc6vSsLXvSiF60+9rGPVdzUKOdTn35PuOsyvPf/4he/uCeIZ1l5nt/ylrd0Ovtjfp3vfOc7V80e+utl/YYE3Txt5wl+czkdCbKP+th+/OMfN4tUHB/nkJsOOy10RisErIQCCiiwKAED+EVJux8FFFBAgZUTuMhFLlLxJPT2t7/9yLoTZBHcP/3pT68IrkeuMIMC7If9sd999tln7C1OU1d+Du+zn/1std9++421n8c//vHVq171qoon6OUK3CzY2tr5qTzH8pznPKfzqgLj5TqDxs92trNVrEOAT4dxPKnf2jpt2wT1zWC/3NbW1lZ14IEHVvX65bJ+pmr8MwAAEABJREFU49Tr2c9+dkXLgEl7gd9jjz0qzhOvMdCEv9/2m/PYH470RH+FK1yhudjp9RHwSBRQQIGxBQzgx6ayoAIKKKDAJgrQTP61r31tdeyxx3aaze+yyy5dBoJTnhy/973vrXhvmabqW1unBZDdgnMc2draqtjvF7/4xerzn/985yk0PzNH8Ffvlmbie++9d3Wf+9yncxzT1pUglB7vebLN025uBNT7YMj0Ix/5yIqg+VGPelTfGxk0fy8NWa/O1PlhD3tY5936Zz3rWZ2n3M2ye+65Z3XAAQdU7373uztN2nnXvg6Imz+x993vfrfiyXW9/UFD3qOnd3kCfs4nnerVZbFju3TcR4/6HPfpT3/6evFEQ+rJ8f3kJz+paElw29vetir3xcaYZj7Lf/7zn1c4Ng0oZ1bgNAHHFFBgkwQM4DfpbHusCiiw8QJ0nEWTXZoVzzPzHnETm3eBjz766Krcb7+ez5vrMX3+85+/Ihir1+UYOBaWjcrso16PIXWgLqPWK5dvbW11gsnXvOY11SmnnNI9hpNOOqliHu9LTxLUzaJOZf0YZ/8Emjwh/upXv9rpKZ3jJfMu+Le//e2KnuFp+k1Z1pkmb21tdTqOYz/0ys7268w0TfI5X/W2mx3qEaTXywYNz3nOc1Z0YMdNk9Kb/XAdHHHEEdWNbnSjnW4Q8P74V77yle75oTydyA3aTzkfEzoj5HzSjJ11ydhxY4TXDagX63D9HF1cy9SpPGbKDMsE5LTqeMMb3lCV+2J/TDOf5ZQbth2XKTATATeigAIrJWAAv1Kny8oqoIACCiiwOgIEpN/5znd6KtzszK1noRMKKLByAlZYAQUWK2AAv1hv96aAAgoooMDKCLztbW+reIWA969pfk9na3/84x/Hrj9Pkz/zmc/0lOc99Z4ZTiigwCYLeOwKKDChgAH8hGAWV0ABBRRQYFME+Jm4//u//6voRO3www+v6CX+e9/73tiHT98ANOevVzjf+c5X8X5+Pe1QAQUU2J6AayuweQIG8Jt3zj1iBRRQQAEFxhIg4KZTtbrwiSeeWNGhH03j63mDhp/4xCcqOpgrl++7774VndCV8xxXQAEFlibgjhVYQQED+BU8aVZZAQUUUECBRQjQKRwd9JX7OvTQQzs93f/sZz8rZ3fH//CHP1SvfOUrqxve8IbVySef3J2/2267VQcffHDFz8h1ZzqigAIKrLCAVVdgGQIG8MtQd58KKKCAAgqsgADB9oMe9KDqXOc6V09tn/e853XmXexiF+v8pNu9733v6qCDDqp4v/1MZzpTRc/vZe/z/BTbk570pOqKV7xiz3acUEABBTZYwENXYCoBA/ip2FxJAQUUUECBzRC49KUvXb361a+ueILePOLjjz++etnLXla98IUvrF7ykpdUX/jCF6o///nPPcX42biXvvSlnffnexY4oYACCiiwDQFX3VQBA/hNPfMetwIKKKCAAmMK0Iye4Hy//fYbc41Ti1396levjjvuuGr//fevtra2Tp3pXwUUUECB5QtYg5UVMIBf2VNnxRVQQAEFFFicwB577FG96U1vquiF/rDDDquudrWrVbvvvntPBXbZZZfOfJZT7phjjqkudalL9ZRxQgEFFFBg9QU8guUJGMAvz949K6CAAgq0SGDXXXetjj766Ioe1ut8i1vcokU1bEdVLnShC1UPechDqmOPPbY66aSTerxOOeWUznyWU64dNbYWCiiggAItE7A62xAwgN8GnqsqoIACCiiggAIKKKCAAgosUmCz92UAv9nn36NXQAEFFFBAAQUUUEABBTZHYMWP1AB+xU+g1VdAAQUUUEABBRRQQAEFFFiMwLL3YgC/7DPg/hVQQAEFFFBAAQUUUEABBTZBYNvHaAC/bUI3oIACCiiggAIKKKCAAgoooMC8BarKAH7+xu5BAQUUUEABBRRQQAEFFFBAgW0LbCuA3/be3YACCiiggAIKKKCAAgoooIACCowlsMwAfqwKWkgBBRRQQAEFFFBAAQUUUEABBVa6Cb2nTwEFFFBAAQUUUEABBRRQQIHNEdjcJ/Cbc449UgUUUEABBRRQQAEFFFBAgTUQMICf8iS6mgIKKKCAAgoooIACCiiggAKLFDCAX6T2aftyTAEFFFBAAQUUUEABBRRQQIGJBAzgJ+JqS2HroYACCiiggAIKKKCAAgoosGkCBvCbdsY5XrMCCiiggAIKKKCAAgoooMDKCRjAr9wpW36FrYECCiiggAIKKKCAAgoooMDiBQzgF2++6Xv0+BVQQAEFFFBAAQUUUEABBaYQMICfAs1VlingvhVQQAEFFFBAAQUUUECBzRQwgN/M8765R+2RK6CAAgoooIACCiiggAIrKmAAv6InzmovR8C9KqCAAgoooIACCiiggALLEli5AH5ra6va2jJvbWmwtbVyBl67njOvAa8BrwGvAa8BrwGvAa8Br4ElXgPLCrxntd+VC+BndeBuR4HVE7DGCiiggAIKKKCAAgoosMkCBvCbfPY99s0S8GgVUEABBRRQQAEFFFBgpQUM4Ff69Fl5BRYn4J4UUEABBRRQQAEFFFBguQKrGMBvhcxcVRposErXgHX1evUa8BrwGvAa8BrwGvAa8BpowzVQrfJ/qxjAr7K3dVdAgakEXEkBBRRQQAEFFFBAAQUM4L0GFFBg/QU8QgUUUEABBRRQQAEF1kDAAH4NTqKHoIAC8xVw6woooIACCiiggAIKtEHAAL4NZ8E6KKDAOgt4bAoooIACCiiggAIKzETAAH4mjG5EAQUUmJeA21VAAQUUUEABBRRQ4FQBA/hTHfyrgAIKrKeAR6WAAgoooIACCiiwNgIG8GtzKj0QBRRQYPYCblEBBRRQQAEFFFCgPQIG8O05F9ZEAQUUWDcBj0cBBRRQQAEFFFBghgIG8DPEdFMKKKCAArMUcFsKKKCAAgoooIACpYABfKnhuAIKKKDA+gh4JAoooIACCiigwJoJGMCv2Qn1cBRQQAEFZiPgVhRQQAEFFFBAgbYJGMC37YxYHwUUUECBdRDwGBRQQAEFFFBAgZkLGMDPnNQNKqCAAgoosF0B11dAAQUUUEABBXYWMIDf2cQ5CiiggAIKrLaAtVdAAQUUUECBtRQwgF/L0+pBKaCAAgooML2AayqggAIKKKBAOwUM4Nt5XqyVAgoooIACqypgvRVQQAEFFFBgTgIG8HOCdbMKKKCAAgooMI2A6yiggAIKKKDAIAED+EEyzldAAQUUUECB1ROwxgoooIACCqyxgAH8Gp9cD00BBRRQQAEFJhOwtAIKKKCAAm0WMIBv89mxbgoooIACCiiwSgLWVQEFFFBAgbkKGMDPldeNK6CAAgoooIAC4wpYTgEFFFBAgeECBvDDfVyqgAIKKKCAAgqshoC1VEABBRRYewED+LU/xR6gAgoooIACCigwWsASCiiggALtFzCAb/85soYKKKCAAgoooEDbBayfAgoooMACBAzgF4DsLhRQQAEFFFBAAQWGCbhMAQUUUGAcAQP4cZQso4ACCiiggAIKKNBeAWumgAIKbIiAAfyGnGgPUwEFFFBAAQUUUKC/gHMVUECBVREwgF+VM2U9FVBAAQUUUEABBdooYJ0UUECBhQkYwC+M2h0poIACCiiggAIKKNAUcFoBBRQYX8AAfnwrSyqggAIKKKCAAgoo0C4Ba6OAAhslYAC/Uafbg1VAAQUUUEABBRRQ4DQBxxRQYLUEDOBX63xZWwUUUEABBRRQQAEF2iJgPRRQYMECBvALBnd3CiiggAIKKKCAAgoogIBZAQUmFTCAn1TM8goooIACCiiggAIKKLB8AWugwAYKGMBv4En3kBVQQAEFFFBAAQUU2HQBj1+BVRQwgF/Fs2adFVBAAQUUUEABBRRQYJkC7luBpQgYwC+F3Z0qoIACCiiggAIKKKDA5gp45ApMJ2AAP52baymggAIKKKCAAgoooIACyxFwrxsrYAC/safeA1dAAQUUUEABBRRQQIFNFPCYV1fAAH51z501V0ABBRRQQAEFFFBAAQUWLeD+lihgAL9EfHetgAIKKKCAAgoooIACCmyWgEe7HQED+O3oua4CCiiggAIKKKCAAgoooMDiBDZ8TwbwG34BePgKKKCAAgoooIACCiigwKYIrPpxGsC35wwekqr8pci3yHidzpARpt+V4UnJdbnfZ/y45IcknzN5O4n1D8oGjk0+JbneB8PvZvqI5GslU5cMxkrnTynWZRvkozO9a3KdLpGRFyT/MJnl5D9l/PPJw47p9Fl+zeTXJJce1PsjmYfVJPXMKj1pkAV1+0ZKPjv5UslbySYFFFBAAQUUUEABBRTYDIGlH6UB/NJPwcgK/H1KfCX5rck3Tt49uU4EqZfPxGHJP01+evKZkydJe6TwS5NZ/0UZXi15l+Qy7ZmJA5I/mkywfecMCaIzmCqdI2u9LvmryfdJvkBynbgmL5sJjumEDPdPLgPlvTNNkP6xDO+YXHpQ72tnHlbcBLhkxidJZ0vh5yYPsqBuF8vyByR/KfnjyQTyGZgUUEABBRRQQAEFFFBAgWEC219GQLL9rbiFeQgQtN4vG/5A8kWTx0kPTaE3JZ89eZx0vRT6bPKByeOmc6fgq5IJ9gmYMzpRIgD/cNa4ffKoxA0Kbi7cZkfBK2f4yeRrJI9K+6QAduMG8VdJ+S8mY57BWIl1vpCSrMP5yqhJAQUUUEABBRRQQAEFFJiDQDZpAB+Elqa7pF401S7PEc3RX5b5L0x+f/IfkpvpJplx3+RR6bYp8N7kcyU30zj7Ieh/Q1Yc92ZBilbsi6b4l2ZiRz45Q57GDzomjv8pKfN3ydw4YBsZ7aSv5e9LdmTGM9qTzpepxyT/VfKwdNUsfE/yhZKb6fjMqM3fkvFfJ5eJ+vHU/mGZaRAfBJMCCiiggAIKKKCAAgrMR4DgY9otu958BWgeXp+fN2dXF0nm6TVN2e+d8RskEzw/NsNmIrg+b3NmMX3FjPMEvd5+Jjvp1flLc/bmfmiWzw2FX2Z5mbhZQHA9KkCu1yFwv9KOie9neKNkAnKOtT4mpgnUs6ibaLb+oUxdPJlEE3mCbZ6y894+mXFeJ/gWBYpMHVlWzOoZ3StTr0jeLblMz8sEdWHftfmtMw9z6k39M9lNT84Y795nYFJAAQUUUEABBRRQQAEFZi/QDOBmv4eBW3TBmAKHphzNzb+dYTP9NjMen0wHeBl0EwEr77J3ZxQjBOOPy3QZsP450/dPvmsy751n0JPovI3gngD8Uz1LqorA+7qNeaMm6QiOJ+q0AGDbZXluEjw4M3g/PoNuqp9u86T+dpn7g+Rm4r13bjT8pljAcdL5XjGrO8qNh0dnqr4xkNEKiztlhPfcf5ZhM1Ff6s1Te97Fr5fzWXpUJugALwOTAgoooIACCiiggAIKKDBbAYKO2W5xUVvbjP38dw7zWckEjRn0TfTcfmSWNAPey2Rev3SFzOQJcgbd9FBTVBoAABAASURBVKSM/Ucy28pgYCJopgO7MsjnGiLY5cbAwBWLBeyD8jTTL2b3jP5vpniXP4OeRMdxBMn9Xh2oC34uI/R2n0E3ceOhO1GMcKODVwmKWdUjMkGTfuqZ0YHpxCy5R3JpwTvxN8w8kwIKKKCAAgoooIACCigwcwGCr5lvdBU2uCJ15GkzT9lHVZcnxQS3ZTl+oq2crscJwM9YT2RI4E9z8VEBa4p20jfzl4A/g26iM7xxe2P/RNY6JnlU4ufsmmVenhk/Th6WfpeFvLeeQTfR7L07UYzwJJ8n9PUsOsh7cSYmsTg85ct090ycKdmkgAIKKKCAAgoooIACCsxUwAB+Os5FrMUTXnpFH2dff0yhfp24ZXZP4ifXmj2486SbJ949BUdMvCPLqV8GnXSW/KWH+AxGJgL4X4wsVVU/TxmOK4NOYpyfjutMjPjDT92NKFLtmgL7JpfpjZngZkgGY6f3pSR1y6CT/jZ/6UcgA5MCCiiggAIKKKCAAgooMDsBA/jZWU6wpbGK8qT7J2OVPLUQ746fOjb4755ZVD6Z50nzBzNv0vSjrPCZ5DJds5wYMv7xIcvKRbQ8+H0xg+ObNLguVt9p9DyZU1pksuIdeoaT5O+kcHkDhM4D6XAws00KKKCAAgoooIACCiigwOwEDOBnZznrLf1fNkiHahk00vST586qPHnOoJN4yj3O0+pO4eIPzdSPK6YZpTf3ctvM65cJxPvNHzXvlBTgJ+cymEniKTm9zNcb42YGHfLRJH6S/NRsANcMOonO9gjiOxP+UUABBRRQQAEFFFBAAQVmJWAA3yt5SCYJ5CbJrJPVZp4IrJu/Ob7dndDR3Faxke0ExdME4jQ156ZBUYWljfI6Ab3Q1xUg8OZn4u6VGZNker0v+xTI6tUe/DEroIACCiiggAIKKKCAArMUMICfpeZmbGvQUV44C86aPCzRJJ6m8cPKuEwBBRRQQAEFFFBAAQUUUKCPgAF8HxRnTSVA7/A0rR+xsosVUEABBRRQQAEFFFBAAQWmETCAn0bNdfoJ0Nx/2O+z91tn8nnzW+N72TTvxdOUfruZ9+KzOZMCCiiggAIKKKCAAgooMDsBA/heSwKvSYM31undSnunaL7O+/11Del0rvwd9Hr+OMMLNgrxfnu57cbidkwWtaC+xWTFO/H0TF/Oc1wBBRRQQAEFFFBAAQUUaI2AAXxrTsVCKkLHeGUncufIXvdOnjTtkhUulVwmfk6Np/DlvDaP81N4vyoqyPv79KRfzNpp1BkKKKCAAgoooIACCiigwNIEDOCXRr+UHZ+YvX4ruUzXLifGHOdn0i7dKPvJxnTbJ7mZ8f1GJW+UaVpgZDB2ukxKnpD8g+Sjkp+WzO/tZ9BMTiuggAIKKKCAAgoooIAC0wsYwE9vt4pr8vT9mEbF75DpCyVPkm6fwudLrtNvMvKp5FVKP0tlP5hcpttk4qLJ4yaC/TumMBa8UnCrjB+UTAuFDGac3JwCCiiggAIKKKCAAgpstIAB/Oad/lfnkPk5tww66WL5e+9kgtEMRibKP7BR6iOZ/nLyKiXe139LKvzn5DqdPyMHJ58heZx0hRS6X3KZPpyJbye3LlkhBRRQQAEFFFBAAQUUWG0BA/jVPn/T1P64rPSe5DI9KhMPTh4VxO+RMtwAINDNaCcRAP9nxuggL4OVSh9Nbd+RXKZ7ZeKRyaOCePoPeEbKlZ0A1hbr+HN6OVSTAgoooIACCiiggAIKLFPAAH6Z+svZN4H2Y7Lrk5PLdFgm3phMkJ5BTzp9pmhe/tkMr5xcphdn4p3Jq5gGWTw2B8P77JfIsJm4yXG9zPxE8nWTy4TF0eUMx2sBhwoooIACCiiggAIKKLBdAQP47Qqu5voE4vdM1XlinEE37ZcxOnajR/kjM3548vuSCXQJ7s+V8TK9PxMPS/5D8qqmQRY3zQF9Nfl/k1+bjAXDkzLOcTfflSegJ/BfZYscWkuT1VJAAQUUUEABBRRQQIHKAH5zLwIC8pvn8H+Z3Ez8nNr+mUlz8utn2K85OcHsbbPsF8mrnrC4ZQ6Czvgy6En8Njwd/WHBsGwyXxekAz8s6I2+nuewRQJWRQEFFFBAAQUUUECBdRAwgF+Hszj9MdD0nZ+De/0Emzg+ZQn875zhOgTvOYxOenv+0mR+Egueth+S9a6TzM/IZWBaQwEPSQEFFFBAAQUUUECBVggYwLfiNCy1EgSePFneM7V4aPLHk3+dXCea2X8zE89JvnoyQS7BLr24Z3KtUm3Bz8L9S44MC356L6Pd9JOMvTsZs90zfFoyrxhkYFKgn4DzFFBAAQUUUEABBRSYjYAB/GwcZ7GVp2YjdJBW5wMyPUna7vq8+06v6gTpu2bHdT3owO7imean4who/5TxcRNNymmOX29rl6z46eRxEuUoX6/LdtjeOOtu14L33p+dHWFBb/N1HRjSpP4mWcaT+vJGR2aZFJiDgJtUQAEFFFBAAQUUUGCHgAH8DggHCiigwDoKeEwKKKCAAgoooIAC6yNgAL8+59IjUUABBWYt4PYUUEABBRRQQAEFWiRgAN+ik2FVFFBAgfUS8GgUUEABBRRQQAEFZilgAD9LTbelgAIKKDA7AbekgAIKKKCAAgoo0CNgAN/D4YQCCiigwLoIeBwKKKCAAgoooMC6CRjAr9sZ9XgUUEABBWYh4DYUUEABBRRQQIHWCRjAt+6UWCEFFFBAgdUX8AgUUEABBRRQQIHZCxjAz97ULSqggAIKKLA9AddWQAEFFFBAAQX6CBjA90FxlgIKKKCAAqssYN0VUEABBRRQYD0FDODX87x6VAoooIACCkwr4HoKKKCAAgoo0FIBA/iWnhirpYACCiigwGoKWGsFFFBAAQUUmJeAAfy8ZN2uAgoooIACCkwu4BoKKKCAAgooMFDAAH4gjQsUUEABBRRQYNUErK8CCiiggALrLGAAv85n12NTQAEFFFBAgUkELKuAAgoooECrBQzgW316rJwCCiiggAIKrI6ANVVAAQUUUGC+Agbw8/V16woooIACCiigwHgCllJAAQUUUGCEgAH8CCAXK6CAAgoooIACqyBgHRVQQAEF1l/AAH79z7FHqIACCiiggAIKjBJwuQIKKKDACggYwK/ASbKKCiiggAIKKKBAuwWsnQIKKKDAIgQM4Beh7D4UUEABBRRQQAEFBgu4RAEFFFBgLAED+LGYLKSAAgoooIACCijQVgHrpYACCmyKgAH8ppxpj1MBBRRQQAEFFFCgn4DzFFBAgZURMIBfmVNlRRVQQAEFFFBAAQXaJ2CNFFBAgcUJGMAvzto9KaCAAgoooIACCijQK+CUAgooMIGAAfwEWBZVQAEFFFBAAQUUUKBNAtZFAQU2S8AAfrPOt0ergAIKKKCAAgoooEAt4FABBVZMwAB+xU6Y1VVAAQUUUEABBRRQoB0C1kIBBRYtYAC/aHH3p4ACCiiggAIKKKCAAlWlgQIKTCxgAD8xmSsooIACCiiggAIKKKDAsgXcvwKbKGAAv4ln3WNWQAEFFFBAAQUUUGCzBTx6BVZSwAB+JU+blVZAAQUUUEABBRRQQIHlCbhnBZYjYAC/HHf3qoACCiiggAIKKKCAApsq4HErMKWAAfyUcK6mgAIKKKCAAgoooIACCixDwH1uroAB/Oaee49cAQUUUEABBRRQQAEFNk/AI15hAQP4FT55Vl0BBRRQQAEFFFBAAQUUWKyAe1umgAH8MvXdtwIKKKCAAgoooIACCiiwSQIe67YEDOC3xefKCiiggAIKKKCAAgoooIACixLY9P0YwG/6FeDxK6CAAgoooIACCiiggAKbIbDyR2kAv/Kn0ANQQAEFFFBAAQUUUEABBRSYv8Dy92AAv/xzYA0UUEABBRRQQAEFFFBAAQXWXWAGx2cAPwNEN6GAAgoooIACCiiggAIKKKDAPAXYtgE8CmYFFFBAAQUUUEABBRRQQAEFWi6wjQC+5Udm9RRQQAEFFFBAAQUUUEABBRRYI4HlBfBrhOihKKCAAgoooIACCiiggAIKKDBvgZUN4OcN4/YVUEABBRRQQAEFFFBAAQUUaJPApgbwbToH1kUBBRRQQAEFFFBAAQUUUECBkQIG8COJ+hVwngIKKKCAAgoooIACCiiggAKLFTCAX6z3qXvzrwIKKKCAAgoooIACCiiggAITChjATwjWhuLWQQEFFFBAAQUUUEABBRRQYPMEDOA375x7xAoooIACCiiggAIKKKCAAisoYAC/gidtuVV27woooIACCiiggAIKKKCAAssQMIBfhvom79NjV0ABBRRQQAEFFFBAAQUUmErAAH4qNldaloD7VUABBRRQQAEFFFBAAQU2VcAAflPP/GYet0etgAIKKKCAAgoooIACCqysgAH8yp46K754AfeogAIKKKCAAgoooIACCixPwAB+efbuedMEPF4FFFBAAQUUUEABBRRQYBsCBvDbwHNVBRYp4L4UUEABBRRQQAEFFFBgswUM4Df7/Hv0myPgkSqggAIKKKCAAgoooMCKCxjAr/gJtPoKLEbAvSiggAIKKKCAAgoooMCyBQzgl30G3L8CmyDgMSqggAIKKKCAAgoooMC2BQzgt03oBhRQYN4Cbl8BBRRQQAEFFFBAAQWqygDeq0ABBdZdwONTQAEFFFBAAQUUUGAtBAzg1+I0ehAKKDA/AbesgAIKKKCAAgoooEA7BAzg23EerIUCCqyrgMelgAIKKKCAAgoooMCMBAzgZwTpZhRQQIF5CLhNBRRQQAEFFFBAAQVqAQP4WsKhAgoosH4CHpECCiiggAIKKKDAGgkYwK/RyfRQFFBAgdkKuDUFFFBAAQUUUECBNgkYwLfpbFgXBRRQYJ0EPBYFFFBAAQUUUECBmQoYwM+U040psDECp8+RXin5icnHJZ+U/Jcin5Jx5v97hldPPkNym9MhqVxZ/6MzvWvyMhO+v04F6noxzrzM2ozkUSqggAIKKKCAAgr0ChjA93o4pYACwwXOmcVPTf5V8qeSD02+fPLuyWXaJRPMf1CGxyT/NPn+yWdONimwCAH3oYACCiiggAIKrJ2AAfzanVIPSIG5CBB4H5wtn5DMkOmMjp3OlpLPSf5C8lWSTQq0XMDqKaCAAgoooIAC7RMwgG/fObFGCrRN4Hyp0NuSefI+qCn8n7P8h8nfT2bIdEZ3ShfNnI8l3z55K9mkwHoKeFQKKKCAAgoooMAcBAzg54DqJhVYI4G9ciwfTr5+cjN9MjPukLxbMu/E75HhnskM/yrDCyY/Ovm3yWXiJsBrMuM2ySYFFOgj4CwFFFBAAQUUUKCfgAF8PxXnKaAAAmfPnxcnXzy5TDxlJ6C/Wma+PvkXyc1Ex2s/yswnJBPQvynDMvFvzwsy49LJJgUUmK2AW1NAAQUUUECBNRXgS/SaHpqHpYAC2xDgCfpTsj6Begbd9JGMXTX5A8kE6RmMTPRQf6eUemFymc6Viccm80Q+A5OOa8NWAAAQAElEQVQCCrRDwFoooIACCiigQFsFDODbemaslwLLFbhudn/v5DJ9LhN3ST4xedL0h6zwiGSa3WfQTbfN2L7JJgUUWBcBj0MBBRRQQAEF5iZgAD83WjeswMoK0MP8Q1L78t+H32T6Psk/SJ42/Swr8lS/fHLPPu6R+Tzxz8CkgAKbLuDxK6CAAgoooMBgAb48D17qkkUKHJKdEdjU+RaZrhNNjJl+V2bQHLku8/tMH5dMsHXODMdJ50+h7ybX22DItjNrrDTJ+s2yR2cPuybX6RIZ4T1oei2nHuQ/Zd7nk4cdEx2mXTNl6Ait9Dgl82jizfFglsmpEpYHZc1jk9km9SJTt29k3rOTL5U8SS/q1Ilt1JnznU1UBMv3z0hp8M1M8+74hTIclnDgPXQMm+eUelP/B2YD502eJF0hhXkCn0E3vTRjn0jebnp/NtDczt9l3qhjTZFumsf56W58xEjzmuZ8cm5HrNZdvN31uxsaY4TzznV8VMrSHwF1LTOfHa4RPmuT+HPtltupj5+fCuSXCn6e/bGcz8uoz3KKmhSYqYAbU0ABBRRQYK0FDODbf3r/PlX8SvJbk2+cvHtynQhSL5+Jw5J/mvz0ZALCDFqdzpHavS75q8k81b1AhnXimrxsJjimEzLcP7kMlPfONEE6P0V2x4yXHrtk+trJWBE4XDLjkyQCkOdmBSxflCHBMdvMaCdRt4tl7AHJX0r+eDKBfAZTJTp3o4f352Tt0oCfWntk5nHDhvfEM9qTCNzp/f1bmUsAhiG9v2eym6g39X9W5tDkHW/2l8mR6c4pccbkOv0xI9wsISjL6LYSHd69LFvghgPHfcOM75P87eRRadHnZ1R92rqca/I9qRznnev4VhnnxkEGPYnPDtcIn7XvZQkdDY57jaR4T+Kmzxcz5+BkfpUgg4rPS/1Z5pyfiZlmBdotYO0UUEABBRRotwBfsNpdw82tHUHr/XL4dBZGQJfRkemhKcGXcHoPz2grEwE4Qevtx6gdNyh48lv/3NiVsw7vUF8jw1GJoBC7cYP4q2SDBCCYZ3SsxDpfSEnW4XxldOxE8HRESnNMGfRN9PDOzYRyIYE5QdlrM7MZtGfWwIT3Z7P0esnDEvVq+tLKgxsWw9abZNl/pjDXAa0D3pdxWgtkMDRhvcjzM7QyLV3INci1yDXJjZFJq7lfVuAaGXZNpshO6SKZww2iYU/xX54yv0s2KbDeAh6dAgoooIACcxYwgJ8z8DY2T2dhNNUuzxFPLXmSRW/eNEWmY7DmLm6SGfdNbmPiaTJBa/nTYSenonz5H3RMHD/vTdPM+lUpyzYy6KSv5e9LdmTGM9qTzpepxySPer+aXtV5YtkvADk+69fmb8n4r5PLRP14av+wzCSAymCsRKBV9vD+qayFAfvgvOLyhswrEzdmWH5gOXPHOOtwTbAN6su1smNRd4AdT/XrGyLdBcUINwV4taGYVdF5Hc2iy3mLHF/G+Vnk8c1qX5zX5r8ZbJtrg3PIZ4XrgyFB/p9Z2MhcIzyRL191aRTZafKJmVP/1CDb/GCm2Q9Dpmlpw3hmmxRQYJiAyxRQQAEFFBglQPAxqozLlyNA8/D6/Lw5VeApF08tD8g4vYPfIEMCOn6GK6M9iQCP9197ZrZggsD9Sjvq8f0Mb5RMwMCx1sfENIF6FnUTzdY/lKk6SKCJPME2T9l5x5fMOK8T0Kw8RbuJGxos685ojOyV6Vck181+M9pJz8tf6sK+a/NbZx7m1Jv6Z7Kbnpyx+l3gjI5MPEmnENshQOUJMwbsg2W8CkDgQxkyNyG4kVEG/cznCT09ufPqBNcE26C+XCsYce1Qrs60anhxJq6Y3C8RwJ+1sYBWD41ZC5tc1vlZ2AHOaEeca66P+t8MNkvHg3fPCNcTTdz5nHB9MLxc5hOk/3OGBPgZdNN1Msb1l8FYie1TkJtQtBailQf7YchrD1yf/0sBswIKzFXAjSuggAIKbIBA+WVvAw53JQ/x0NSa5s/93hH+bZY9PplOpTLoJgJW3m3tzmjZCB3B8UT9vakXHV1l0E2/zNiDk8vgNZNV/XSbJ3u3y4x+vaHz3jstFwhcUqSTCMyv1Rnb+Q9B8aMzu74xkNGKJ4Z3ygjvudNrekZ7EvWl3gTdvItfL+Sz9KhM0MFaBmMl6sm5bQbIBFQ0Wefd83pDdCpHUFRPMyRgIhDntQnqxbwyY0TwRCd5HFe9DJPHZYKgP4OexPvT5Qzee6cVQjlvUePLPj+LOs5Z7If33LnZVG+LDi65ecXNKa6nen455N8PXmegHOXrZXzW+HzW0+MMuXHGtfydRmFarHy5Mc9JBRRopYCVUkABBRRYBQGCjlWo56bW8b9z4HRC1i84y6JOIsA6MmPNgPcymdfGRH0Jjvs18a7ry9M6gtJ6uh4S1BIkDwpIKEdTYXq7Z7zOPPmvx8shNzoIcMt5j8gETfqpZ0YHJjoI4+fP6GivLsRT9EnePaYlwafrlYcMCWTZV/l5Zb90NkeQPmTViuP4jxR4UnKZbpqJcZ6yEuQtq/n8ss9PiFYi0TncPzRqyo2ujzbmDZqkT4q3NRbSgoNAvjF74CTvuDeD94GFXaCAAmso4CEpoIACCixEoAwIFrJDdzKRAF/CCaBGrcSTYoLbslzzPeZy2TLH+QmxY8aoAL2rN4sRJPy4ObMxTUdZzSfGNHtvFOtM8iSfp9GdifzhSTjNywl6Mzky8XNvhzdK0WSZgKoxu+8kN2jKp+x9C2UmLQRotp/RbiIgZ//dGUNGOB5eCShv8vDZp7VCM0hrPoHn5tE4dRyy+6kXLfv8TF3xBa/IOXxn9smNJ56Ec8Nlkl8N4Pxy7WcT3XTBjNVN4zM6NLE+nREOLeRCBRRQYJiAyxRQQAEFxhPgS/x4JS21aAGe8NLr9jj75Qt0v07cxll30WUI4PkpsVH7JQjhuOpyjPPTcfX0sOEPhy3csYz3f/fdMV4P3pgRboZkMHYicKFu9Qp/m5HyJ+Ey2TdxY+brfZfsPJNt8tN79RKujXfUE2MO+7Vq4DWAUU3+OQ+jbpqMWYWJii37/ExU2SUX5lriBg19SfAOOtfKuE/fZ1F1ri2fvs9C0m0ooMC0Aq6ngAIKbIyAAXx7TzVPV38yQfV4d3yC4ksr+vEx90xQUr6Xy/FNGlwP29V5srDZSoF36DN7okTgQgBTr0TngXQ4WE8PGnJuRzV/r9fl/fd6nOFn8udHyZMmegLnaXy9Hs2k6SSunmbYvLlCR37j3JBg3VnmZZ+fWR7Lum+Lf6v41YR1P06PTwEF1lbAA1NAAQVWR8AAvr3n6v9StbLjsUyuRSIQn+ZATslKswwSCEoJTrPZTiKwpZM4msRPkp+atc+dXCeaMxPE19ODhjzVprn/oOX1fJrjn7+e2DHkFYFx1t1RvDugeXV5s+EsWYJDBt00TuuFbuE5jlCvZZ6fOR5aazZN6wt+OYHm9nSGOW3F+CWEaa7HaffnegoooEC7BKyNAgoosEABA/hebHpzJ5CbJLNO71ZmM0UgRQ/Os9laO7ZCU3OaZLehNrunEnQOl0EnEXjzE273ytQkmffIz5h1yrRHOTFgnHM7rDO+ejXq2HwXmWujXj7JsNmqod+6zVYBBPk8De9Xdp7zln1+5nlsi9w2N4BoZUGg/k/ZMR1e8isQ9G1A4E1HijS95+cFs3iqxLXMZ3uqlV1JAQUU2HQBj18BBRSYRMAAfhIty25XgCbxBJHb3Y7rz06g2Wkdvw7QDMb2nN3u3NICBC6UfTwjmdYWfN54zYNAnV8j2D/z+bk5/+0PhEkBBRRYAwEPQQEFNkzAL3EbdsI9XAUaAs0n7rxbz5PZshg/j1dOO95OgbOlWs9N/l7yg5PHbTlBSxB+ljCrmBRQQAEFNkvAo1VAgVUTMIBftTNmfeclQNDDe9c0pd9u5r34edVz1ttt9klAAE8neeV+Lp8JmrRnMJPEtj6ULb0h+W7JtXtGB6ZNPT8DQRoLeG3j/Zl3v+Rhiebun0uB/0y+QzI/F/fXGT472aSAAgoooMBkApZWQIGFCxjA95ITeE0avLFO71acWgWBZjNxgspxn1gu8vioJ0FXuU+CrnJ63PHdUpCfZ8ugm9h+dyIjdEb24QzLdIVMXDp5VmmfbOjqybdNfnky7/S/MMMyNevV1vNT1nlZ47y/Tid0V25UgObz/5V5N03mJgn9KXD+OZ//nHmvT+aGDX1+ZNSkgAIKKKDAYgXcmwIKTC5gAD+52aqvQXNZenSf9jgIcgmmpl2/LesRuPyqqMxZM05nXxm0KhFQ0+t8WSneW292bFcuHzTOz8ado1jI8eNQzOqMvj1/yx7/CfwOzDyGGWwrcYPsrtlCs+O/92VemagX9avnteX8tPHzQ+BOZ4q1FcP35A9P5e+b4TuTaSJPx3UZNSmggAIKKLAWAh6EAhspYAC/eaedgPAnjcPmCV5j1sBJnuQRTA0ssCILeOr7/UZdb5RpAswMxk6XSUmCI94lPyrjT0uedadvH882y8TT8HF+qq5ch/Fr86fIHD8OxazO6Ffz913JZbp7Jq6RvN3EzQd6PS+3w/4+WM7IOPWifhntpjacnzZ+fm4eofKGCNcjT9hPyvxxEtf85cYpaBkFFFBAAQXWR8AjUWA1BQzgV/O8zbrWNGked5v/MG7Blpf7WerXDBpvk3kXTR43EfgQjJ4vK9Cs/VYZHpQ8zdPxrDYw8U56GYyxv9sPLN1/AT2T885zufQTmcAhg55E83XekeZXA+oFBIj0bH7OesYUw7NnHd61PleGZToiE/SYnkE3Ua9VOT/L/PzQKuISXbVTRz6bATeUMhgr0armb8cqaSEFFFBAAQUUOFXAvwosScAAfknwS9wtTxCbvYxfJ/U5c/KoxM9P3W5UoRVZznu/b0ld/5xcp/Nn5ODkcVsk8C5xs9Mw3h//drYxy/SNbIwm0Rl00wMzxvnIYGTiRsO9U6osz/G/NvMYZrBTOiZzXpJcJnqj573pshl+uXzYOKZPT4HrJ5fpS5l4aXIzUa82np+2fX4I4JufXTqlO30TdMA01wbX8CQ3IQZsytkKKKCAAgooMK6A5RSYVsAAflq51V2Pp6ufbFT/hpmmo6sMBiaCtsOzlCA3g7VIH81RvCO5TPfKxCOTCTgzGJjw4Ik0HcPVhbgZwJNrgrx63iyGnDOCabZfb4/zQJP9Ue/tE6DRnPrQesUdQ9455/h3TO40YJ9PyVxuHmTQTdfNGE/ur5ch285gZOJdbN7DxrYszPFQrx+XM4tx6te284NLmz4/XGs0mS/YKl514NWOcl6/cYL8h2XBo5KbiWXjnt/muk4roIACCiigwHwF3PoGCxjAb+bJJ3j7TXHoXAcvyzQdYfHFPaPdxDQBPkEbwVt3wRqM0Ev3Y3IcZYdtmawemz8Ex82myZldEdQQvPbzeHEKHJ08j0Rzcm6glNvmXfjPZ8adkzlPGfQkgvxX4xDH5wAAEABJREFUZs5zkznHGXQSx0vQNqozw++mND/zRvmMdhOvGfCTZbybT1N+msZ3F+4Y4QYIPz93ZKbZTvPJe2ZXj8iftyUPSm09P237/FCf0vAsmaClBNcp12smexLXyjUzh1YWg35Fg34c6LE+xUwKKKCAAgoosF4CHs0qC5Rf6lf5OKz7ZAKfS/FXJ5eJL/0EezSvp2k1wSJB7C9SiObbBG0ZrXgi2/zJL+avauZ94Xum8jwNzqCbaJFA52q8m117MORddILX2qNegYCewJ9eyut5sxzy5Pfh2SD7zqCbzpaxVyUT7BLIcd4Imr+TefTkTnCf0W7iODle6tudOWSEclhwXTSL0aT+dZlJgM/NgO9lnMwTdd6fPy7T+yf3+3fmkMynBQNN5TM6MLXx/LTt8/Pe6DVbBdDnAdcKfQnwOea6IB+bslwrH8uQ85dBJ3GThXPWmcgfgnxyRk0KKKCAAgoooEAh4OhSBfp9sV5qhdz5QgQIBv81e/pUcjPRJJzOzmjuTKdsZYds30ph5jV/1iyzVzq9MbW/ZXLZKiGTnUQHX7UHQ3w6C4o/ON42082mzJk108TNFPbDjYTmhnnizVNuzhtBc7+m9b/MSvRYzvFmdOzEk9orpjQBYQZ9E9cJQSP53H1LnDqTGwH0Js/78OP+rBn1bdP5advnhyD9n8KLbQY9iZ985DPLdUG+WpZyrWTQTYdlbN/ksuM7XhGhBUdmmxRQQAEFFFBAgdkJuKXtCRjAb89vldfmyzoB3/PGPIg3p9y1kr+SvI7p7TkomszT9DijYyWetvMkmU4A8RxrpW0WIoi/a7bB6w7NnwPM7IHpBVlCqwHeRc/oxInju3HW4pppPu3N7JGJp76PTinqwBPjUU/eU7Qnte384IFFWz4/3ETi8znJueE88BoG78GfGG1anGTQSXSMRxP8zoR/FFBAAQUUUECBlghsfDUM4Df7EuCJ7P1DwPuuT8zwm8k0sc6gk2gO/V8Z40s+T375kp/JtU0EZTxl52fa/iVHyTveP8+wTATN784MyvF082kZJzjNYGGJJ9e8AsFP1xFU02Sec1VWgHrzxJzm8vxs2//Lwn5PaDN77MR+P5DSV03GiG3TU/z3M83NjAy66dcZo6n5MzOkUzXek39CxrnmMpgqte38cCxt+vx8PapYE8j3uyY4J1zTD005PvO0hPhyxkl0hte8ucNnfjs/G8h2zQoooIACCiigQIsEVr8qBvDtOYd0JkWHU3U+YMKqbWd9AjA6Nbt49sl7r3UdaIZ938zjS375xLS5r0EdkdGknG3U26OZ9aezvXES5Shfr8t22N446zbrN6kl770/Ozu6ejJNies6MKRJ/U0ynyf1BEQZHSthxPp1psky742PtfKAQgTN9E9wYJbjU2+bIfW+QebTsR5NrDM604QR2751tkoweMYM2W+d6QCNn9l7cObz3jV1zehMEvue9flpXjOTnJ95fX6anwE+D8wbhshNlv9JgX7XBOeEa5q+B6hzivUkWhPU548hN2r6XTtNq0k/Xz07dUIBBRRQQAEFFFgZgRZU1AC+BSfBKiiggAIKKKCAAgoooIACCqy3wCyOzgB+FopuQwEFFFBAAQUUUEABBRRQQIH5CXS2bADfYfCPAgoooIACCiiggAIKKKCAAu0WmD6Ab/dxWTsFFFBAAQUUUEABBRRQQAEF1kpgaQH8Wil6MAoooIACCiiggAIKKKCAAgrMWWBVA/g5s7h5BRRQQAEFFFBAAQUUUEABBdolsKEBfLtOgrVRQAEFFFBAAQUUUEABBRRQYJSAAfwooX7LnaeAAgoooIACCiiggAIKKKDAggUM4BcMzu7MCiiggAIKKKCAAgoooIACCkwqYAA/qdjyy1sDBRRQQAEFFFBAAQUUUECBDRQwgN+4k+4BK6CAAgoooIACCiiggAIKrKKAAfwqnrVl1tl9K6CAAgoooIACCiiggAIKLEXAAH4p7Ju7U49cAQUUUEABBRRQQAEFFFBgOgED+OncXGs5Au5VAQUUUEABBRRQQAEFFNhYAQP4jT31m3jgHrMCCiiggAIKKKCAAgoosLoCBvCre+6s+aIF3J8CCiiggAIKKKCAAgoosEQBA/gl4rvrzRLwaBVQQAEFFFBAAQUUUECB7QgYwG9Hz3UVWJyAe1JAAQUUUEABBRRQQIENFzCA3/ALwMPfFAGPUwEFFFBAAQUUUEABBVZdwAB+1c+g9VdgEQLuQwEFFFBAAQUUUEABBZYuYAC/9FNgBRRYfwGPUAEFFFBAAQUUUEABBbYvYAC/fUO3oIAC8xVw6woooIACCiiggAIKKBABA/ggmBRQYJ0FPDYFFFBAAQUUUEABBdZDwAB+Pc6jR6GAAvMScLsKKKCAAgoooIACCrREwAC+JSfCaiigwHoKeFQKKKCAAgoooIACCsxKwAB+VpJuRwEFFJi9gFtUQAEFFFBAAQUUUKArYADfpXBEAQUUWDcBj0cBBRRQQAEFFFBgnQQM4NfpbHosCiigwCwF3JYCCiiggAIKKKBAqwQM4Ft1OqyMAgoosD4CHokCCiiggAIKKKDAbAUM4Gfr6dYUUEABBWYj4FYUUEABBRRQQAEFGgIG8A0QJxVQQAEF1kHAY1BAAQUUUEABBdZPwAB+/c6pR6SAAgoosF0B11dAAQUUUEABBVooYADfwpNilRRQQAEFVlvA2iuggAIKKKCAAvMQMICfh6rbVEABBRRQYHoB11RAAQUUUEABBfoKGMD3ZXGmAgoooIACqypgvRVQQAEFFFBgXQUM4Nf1zHpcCiiggAIKTCPgOgoooIACCijQWgED+NaeGiumgAIKKKDA6glYYwUUUEABBRSYn4AB/Pxs3bICCiiggAIKTCZgaQUUUEABBRQYImAAPwTHRQoooIACCiiwSgLWVQEFFFBAgfUWMIBf7/Pr0SmggAIKKKDAuAKWU0ABBRRQoOUCBvAtP0FWTwEFFFBAAQVWQ8BaKqCAAgooMG8BA/h5C7t9BRRQQAEFFFBgtIAlFFBAAQUUGClgAD+SyAIKKKCAAgoooEDbBayfAgoooMAmCBjAb8JZ9hgVUEABBRRQQIFhAi5TQAEFFFgJAQP4lThNVlIBBRRQQAEFFGivgDVTQAEFFFiMgAH8YpzdiwIKKKCAAgoooEB/AecqoIACCowpYAA/JpTFFFBAAQUUUEABBdooYJ0UUECBzREwgN+cc+2RKqCAAgoooIACCjQFnFZAAQVWSMAAfoVOllVVQAEFFFBAAQUUaJeAtVFAAQUWKWAAv0ht96WAAgoooIACCiigwGkCjimggAITCRjAT8RlYQUUUEABBRRQQAEF2iJgPRRQYNMEDOA37Yx7vAoooIACCiiggAIKIGBWQIGVEzCAX7lTZoUVUEABBRRQQAEFFFi+gDVQQIHFCxjAL97cPSqggAIKKKCAAgoosOkCHr8CCkwhYAA/BZqrKKCAAgoooIACCiigwDIF3LcCmylgAL+Z592jVkABBRRQQAEFFFBgcwU8cgVWVMAAfkVPnNVWQAEFFFBAAQUUUECB5Qi4VwWWJWAAvyx596uAAgoooIACCiiggAKbKOAxKzC1gAH81HSuqIACCiiggAIKKKCAAgosWsD9bbKAAfwmn32PXQEFFFBAAQUUUEABBTZLwKNdaQED+JU+fVZeAQUUUEABBRRQQAEFFFicgHtaroAB/HL93bsCCiiggAIKKKCAAgoosCkCHuc2BQzgtwno6goooIACCiiggAIKKKCAAosQcB8G8F4DCiiggAIKKKCAAgoooIAC6y+wBkdoAL8GJ9FDUEABBRRQQAEFFFBAAQUUmK9AG7ZuAN+Gs2AdFFBAAQUUUEABBRRQQAEF1llgJsdmAD8TRjeigAIKKKCAAgoooIACCiigwLwETt2uAfypDv5VQAEFFFBAAQUUUEABBRRQoNUCUwfwrT4qK9cmgTOnMndJPjb598l/2ZH/lOEPkl+cvFuySQEFFFBAAQUUUEABBRRQYIjAsgL4IVVy0RoJXDLH8pnkVyZfLfkMyXXi2rtgJvZK/kOySQEFFFBAAQUUUEABBRRQYIgAQdSQxW1dZL1WQOA8qePrk/dJHpa+k4W/TjYpoIACCiiggAIKKKCAAgoMEdjMAH4IiItmJrBftnTp5GYiWP9+ZpIZ/3LGTQoooIACCiiggAIKKKCAAiMEDOBHAPVb7LyxBK7ZKHVypm+SfNbkPXfkXTP892STAgoooIACCiiggAIKKKDACAED+BFAc1i8CZskMOfd9vJY/zMT706mE7sMTAoooIACCiiggAIKKKCAApMIGMBPotWKsitbiU+vbM2tuAIKKKCAAgoooIACCijQAgED+BachIVWYXk7s6f55dm7ZwUUUEABBRRQQAEFFFgDAQP4NTiJizwE96WAAgoooIACCiiggAIKKLAcAQP45biPu1d+N/1GKXxE8neTeX+8zj/O9BuSb5FMuQyGpkOytF6XIetlViedLX8fkvz55D8ls5z8w4y/IPlSyVvJw1K5/V+l4N8nl+mtVVWxzTrTA/2VygKOK6CAAgoooIACCiiggAIKDBYwgB9ss8wlp8/O75xMAE3HbwdknJ7bM+imc2fstskExpS7ecZHBdkp0pMoz3r8pNthWXLZ5PKauECm75P8peSPJ/9N8hKTu1ZAAQUUUEABBRRQQAEFNlegDNY2V6FdR36OVOcdya9KJkjPYGSi3NtS6rHJ4zyNT7GK4P0OGXlLMk/gMxiarpKln02+WfJqJmutgAIKKKCAAgoooIACCqywgAF8u07e2VOd1yXTbD6DnkSTc4LtF2YuZWhCn9GeRAD/gJ45gyeulUUvSS6vgR9l+mXJ7ONTGTbTWTLjFclXTW4mmt+zHpkm/z9tFHhvpllW5xdl+mfJK5OsqAIKKKCAAgoooIACCiiwTIEyeFtmPdx3Vf1VEJ6SfP3kMh2fCQJ6gvtbZ/zeyXdMpnn7fhn+MrlMD8/EpZNHpYNTgIA8g4p9sN89MkFzffbBE/dzZZqAPoNu2i1jRyZTNoNuemfGWI98/4zT7D6DbnpuxlhW5wdm+jvJm5I8TgUUUEABBRRQQAEFFFBgWwKn29barjxLAQLmezQ2+MFM87Sbp9d0LpfJbmL6qEzdMPnk5DoRdP+/TNBEPoOR6SMpce3kDyTTwVwG3cQTcup0aHfOqSP7ZHDPZNPCBNyRAgoooIACCiiggAIKbLqAAXw7rgCC7bumKmdMrtO3MkLwfFKGw9InspAn9xl0E0/q9+5ODR5hH/tn8YnJgxI3CujgjmbxZRlaAZy3nOF4iwWsmgIKKKCAAgoooIACCqy8gAF8O04hzeHpDb6szeGZGLeJOe/E0xN9VumkC+YvT8kzGJqemaXj7OMPKfe85N8k14ntX62ecLjeAh6dAgoooIACCiiggAIKLF/AAH7554AaXDJ/yp+Jo0n82zNv3MTPwH0shQk+8K8AABAASURBVE9IpqO7x2U4KjAn4J9kH7zTfnS2W6YblBOOKzBAwNkKKKCAAgoooIACCigwAwED+BkgzmATl8s2aEafQSd9MX+/mzxu+mMK0qSdJ/k0n6c3+q9k3rB0bBYS+GcwVvpdSnGTIINuulTGdkk2KTBHATetgAIKKKCAAgoooIACCBjAo7D8fPlGFb6X6VOS55k+k40T+GcwdvpCo+TFM322ZJMC7RWwZgoooIACCiiggAIKrImAAXzviTwkk/TEPklmnaw2deLJOz8hV27gt5mgDhnMLX11ii3/POuUQT+d7p0580wKrK2AB6aAAgoooIACCiigQFsEDOCXfyZogk6nc2VNvlFOzGmcjukm3TQ3Fn5frMTT992LaUcVUKBXwCkFFFBAAQUUUEABBWYmYAA/M0o3pIACCsxawO0poIACCiiggAIKKHCagAH8aRbLGqNzuJ82ds675Y1ZrZjkaXvZZJ56/6gVNbMSCiiws4BzFFBAAQUUUEABBdZKwAC+93Q+NZO8kz5JZp2sNnXinfJfN9YmSKYOjdkznZzmJgFN5st60dHeNE3xZ3ogbkwBBeYj4FYVUEABBRRQQAEF2iVgAN+O8/G1RjX2zPSuyZOkW6QwATWd0x2Z8XskNzvHy6xu2rs7Nv7IlRpFv5Np9pmBSQEFFOgRcEIBBRRQQAEFFFBgxgIG8DMGnXJzn22sd6lM75E8Sbp6CtMh3iUy3D/5psnD0lWz8OzJ4yZuKFyrUfjDmeYVgAxMCiigwCwF3JYCCiiggAIKKKBAU8AAvimynGmemv+w2PU5Mn795HETgXiz/HuzMs3zM+ibrpi53CjIYKx02ZS6RnKd6I2eAL6edqiAAgq0R8CaKKCAAgoooIACayhgAN+Ok/r9VOMjyWV6UCbGbeZO8M4T9azSSSfn78eSh6UzZuGhybxvn8HQRBnKsk5d8IMZOS7ZpIACCqydgAekgAIKKKCAAgq0UcAAvh1nhSflz0lVeKqdQSddJH9flMzT9QwGpotlyVOSy87l3phpnupnMDTdPEsPST5D8qDEssdnIWUz6KS/5O/hyb9NNimggAIK9Ao4pYACCiiggAIKzEXAAH4urFNt9Nis9fzkMvFk/ejMuFxyGaBnsjp9/twk+Zjkskd5ftrtmZnHTYEMRqbHpsRrk/u9c8+8N2TZQ5LLxLy3lTMcV0ABBRSYlYDbUUABBRRQQAEF+gsYwPd3WcZcnmoTTL+/sfMrZPpzyScmE2jz5PuojP8i+Z3J50qu058zct/kLyWPSuyvLrNfRmjG/8UMX7wj8wSfebfMdJm+kYmHJfvzcUEwKaCAAq0TsEIKKKCAAgoosLYCBvDtOrUE5bdNlXjCnUFPOk+m7pB8r+RbJdPjfAbdRPB+UKbelDxOel0KvSC5TJfOBD8/R6Y3+0z2pE9l6nrJ3002KaCAAgqsoYCHpIACCiiggALtFTCAb9+5IYi/U6p1l+RfJo+TPplC9BJ/RIblk/VMDkz/lyX3S35g8qin6SznXfnrpOwPkk0KKKCAAgr0E3CeAgoooIACCsxRwAB+jrjb2PSfsu6rk2keTxN2OqX7SabL9KNMHJl8rWR+3u3LGU6a2A+d5+2VFZ+YXD5ZJ2j/eObdM5l6PC1DO60LgkkBBRRQYF4CblcBBRRQQAEFhgkYwA/TWf4ygmg6i7tdqkITejqyq/MFM+/A5P9JJhDPYOp0QtZ8VDI/W1dvn5+Mu3rm8U78uC0BUryTTsnffZPrbTHkODLLpIACCiigwJwE3KwCCiiggAJrLmAAv+Yn2MNTQAEFFFBAgfEELKWAAgoooEDbBQzg236GrJ8CCiiggAIKrIKAdVRAAQUUUGDuAgbwcyd2BwoooIACCiigwCgBlyuggAIKKDBawAB+tJElFFBAAQUUUECBdgtYOwUUUECBjRAwgN+I0+xBKqCAAgoooIACgwVcooACCiiwGgIG8KtxnqylAgoooIACCijQVgHrpYACCiiwIAED+AVBuxsFFFBAAQUUUECBfgLOU0ABBRQYV8AAflwpyymggAIKKKCAAgq0T8AaKaCAAhskYAC/QSfbQ1VAAQUUUEABBRToFXBKAQUUWCUBA/hVOlvbq+tTs/pWkQ/IuEkBBRRQQAEFFFBgegHXVEABBRYqYAC/UG53poACCiiggAIKKKBALeBQAQUUmEzAAH4yL0sroIACCiiggAIKKNAOAWuhgAIbJ2AAv3Gn3ANWQAEFFFBAAQUUUKCqNFBAgdUTMIBfvXNmjRVQQAEFFFBAAQUUWLaA+1dAgSUIGMAvAd1dKqCAAgoooIACCiiw2QIevQIKTCNgAD+NmusooIACCiiggAIKKKDA8gTcswIbKmAAv6En3sNWQAEFFFBAAQUUUGBTBTxuBVZVwAB+Vc+c9VZAAQUUUEABBRRQQIFlCLhPBZYmYAC/NHp3rIACCiiggAIKKKCAApsn4BErML2AAfz0dq6pgAIKKKCAAgoooIACCixWwL1ttIAB/Eaffg9eAQUUUEABBRRQQAEFNknAY11tAQP41T5/1l4BBRRQQAEFFFBAAQUUWJSA+1mygAH8kk+Au1dAAQUUUEABBRRQQAEFNkPAo9yugAH8dgVdXwEFFFBAAQUUUEABBRRQYP4C7qEygPciUEABBRRQQAEFFFBAAQUUWHuBdThAA/h1OIsegwIKKKCAAgoooIACCiigwDwFWrFtA/hWnAYroYACCiiggAIKKKCAAgoosL4CszkyA/jZOLoVBRRQQAEFFFBAAQUUUEABBeYjsGOrBvA7IBwooIACCiiggAIKKKCAAgoo0GaBaQP4Nh+TdVNAAQUUUEABBRRQQAEFFFBg7QSWFMCvnaMHpIACCiiggAIKKKCAAgoooMBcBVYzgJ8riRtXQAEFFFBAAQUUUEABBRRQoH0CGxnAt+80WCMFFFBAAQUUUEABBRRQQAEFhgsYwA/36bfUeQoooIACCiiggAIKKKCAAgosXMAAfuHk7lABBRRQQAEFFFBAAQUUUECByQUM4Cc3W+4a7l0BBRRQQAEFFFBAAQUUUGAjBQzgN+y0e7gKKKCAAgoooIACCiiggAKrKWAAv5rnbVm1dr8KKKCAAgoooIACCiiggAJLEjCAXxL8Zu7Wo1ZAAQUUUEABBRRQQAEFFJhWwAB+WjnXW7yAe1RAAQUUUEABBRRQQAEFNljAAH6DT/6mHbrHq4ACCiiggAIKKKCAAgqssoAB/CqfPeu+SAH3pYACCiiggAIKKKCAAgosVcAAfqn87nxzBDxSBRRQQAEFFFBAAQUUUGB7Agbw2/NzbQUWI+BeFFBAAQUUUEABBRRQYOMFDOA3/hIQYBMEPEYFFFBAAQUUUEABBRRYfQED+NU/hx6BAvMWcPsKKKCAAgoooIACCijQAgED+BacBKugwHoLeHQKKKCAAgoooIACCigwCwED+Fkoug0FFJifgFtWQAEFFFBAAQUUUECBjoABfIfBPwoosK4CHpcCCiiggAIKKKCAAusiYAC/LmfS41BAgXkIuE0FFFBAAQUUUEABBVojYADfmlNhRRRQYP0EPCIFFFBAAQUUUEABBWYnYAA/O0u3pIACCsxWwK0poIACCiiggAIKKFAIGMAXGI4qoIAC6yTgsSiggAIKKKCAAgqsl4AB/HqdT49GAQUUmJWA21FAAQUUUEABBRRomYABfMtOiNVRQAEF1kPAo1BAAQUUUEABBRSYtYAB/KxF3Z4CCiigwPYF3IICCiiggAIKKKDATgIG8DuROEMBBRRQYNUFrL8CCiiggAIKKLCOAgbw63hWPSYFFFBAge0IuK4CCiiggAIKKNBKAQP4Vp4WK6WAAgoosLoC1lwBBRRQQAEFFJiPgAH8fFzdqgIKKKCAAtMJuJYCCiiggAIKKDBAwAB+AIyzFVBAAQUUWEUB66yAAgoooIAC6ytgAL++59YjU0ABBRRQYFIByyuggAIKKKBAiwUM4Ft8cqyaAgoooIACqyVgbRVQQAEFFFBgngIG8PPUddsKKKCAAgooML6AJRVQQAEFFFBgqIAB/FAeFyqggAIKKKDAqghYTwUUUEABBdZdwAB+3c+wx6eAAgoooIAC4whYRgEFFFBAgdYLGMC3/hRZQQUUUEABBRRov4A1VEABBRRQYP4CBvDzN3YPCiiggAIKKKDAcAGXKqCAAgooMIaAAfwYSBaZSOD8Kf3d5L8U+RYZX9V0SCpeHss8x4/MvjY9jbp+zhSgtyeX5+Hnmb5M8qzTnbLBcj9/zvRNkk07CzQ/J17LOxs5R4G5CrhxBRRQQIHNEDCA34zz7FEqMEhgjyx4VvLlk1ch/S6VfHlymXbLxM2SZ5n+Khu7VXKZPpGJY5JNCiigwLoJeDwKKKCAAisiYAC/IifKaiowY4GzZXuPSf5W8r2SCVgzWIn0kdSSVh4ZdNN+GTt78qzSntnQvsllelcmfpFsUkABBRToEXBCAQUUUGBRAgbwi5J2Pwq0R+A8qcqnkv8t+QzJq5Z+lAr/d3KZrpiJSyXPKt00Gzpfcp1Ozsgbkk0KKKCAArMWcHsKKKCAAmMLGMCPTWXBDRV4ao57a8x85ZT7TXKZbpmJcdc/IGUXkU6fnfx18qom3kt/TSr/x+Q6nTEjN06eRTpzNnLz5DK9PxNfTTYpoIACCrRMwOoooIACmyRgAL9JZ9tjVWB9BL6QQ/l0cpl4D373csaU4zzJ/7vGujx9L28YNBY7qYACCiiwogJWWwEFFFgpAQP4lTpdVlYBBXYI8C76K3aM14MrZOTSydtN/GrCWYqN8OT9g8W0owoooIACCuwQcKCAAgosVsAAfrHe7k0BBWYnQLP2k4rN0RHfHYrpaUZ5gs+T/HLd92bif5NNCiiggAIKzFbArSmggAITChjATwhmcQUUaI3AN1KT9ySX6YaZOG/ytOlKWZGcQSf9Pn9fnWxSQAEFFFCgdQJWSAEFNk/AAH6555yfvTo2VaBTrjo/MdOTJp488o5uvQ2GzxmxETpW2ztlHpL8vuQfJ7NemZnHsoOy7JzJi0oXyo4OTj4umQCqrtOfMk3Q9uwML5tMZ2wZjJVoFl1vh+EhO9aiw7L7Z/yHycwnfzPjT0imHhksLdFD/I2ydzps41xQtzrz5Jlzc7cs5zrKYGgiKP11SrA+vbjzM2mZ7CSai9MrPcvqjFdn4ZA/BMpcG0elDNus162H1JHrm2tsHpa8k94Mri+RutAjfQYTJz4Tt85aDDPoJJrOcx12Job82SXLbp/MT81x3LUBQ37y7ogsu2byJNfs+VOeddkG+ehM75pcJ0y5TvlM8NmgDJlrhWtm0v3V262HbJ/P4eczo9z+FzPNOeWnCDO67YT3Iv4t4nPC54XPTfMcYcZ8rudF/lu3bTw3oIACCmxDwFUVUGAFBQzgl3vSeI+XL/xlLQjYaMZbzhs1TjB2raIQQW8zsKkX82X5Opn4TPK3kw8DI88lAAAQAElEQVRLvn7yuZObiXkse1EW/DT5ucmz+tKeTe2U6DyMJ6rfyxJ6f798hgSxGXQS1+vFMvaAZIIKAonrZZxjymDitEfW+HAyNzsukGGdLpqRRyZzbs6V4aJTfVMB83dn53dM5lxk0E1cI5ybl2cOwQjHMM9zk910U32eTswcro1bZUiwmUFPoo5XyxyuMc7pmzKOeQYzSx/PlnhHPYNO4lqgB3mGnRkT/OEaYN1yFX6u7rfljMY454og9+eZ/7pkesLnuDPaTXw++YWBj2XO15K3c81m9YqbBZxvTLlO+Uzw2WAZmWuFa6be31WYOUHmOuKzzvb5HHKzrNw+/QxwTr+fbeI1jXVWrVhvEf8W4fWs7JDPCZ8XPjfNc4QZ87me+dxx/DhkNZMCCiigQH8B5yqgwDIEyi9ly9i/+6wqnpyfXEBM0xEXzYbPV2zjsxn/cnIzEQw/PTM/lMx+Mpgo3S+l/yd5r+RZJr7I758N8qSTY8noWGmflOI9aIIYji2TYye+wPNUlJ9+G7TS67OAL/MZLCxxHt+WvRGgjRtA8DmmFQHB7CWz7rwS54lrgB7gJzlPdX32ywjX5jDzFJko8W46NwbKlQgqCcbLeeOM0/N8eW3TKuPtQ1bkqTE3gAhyx73+uDnENcvncNx1yipwA4Qn8Zzvcv6gcfZHIH+bQQUa87l+uI44z41FO01yfb4lc++QzLWRwdiJY8dg3v8WnSM14vP0wAz5nGQwVuL4uVbxGGsFCymggAIKTChgcQUUmEpgki80U+3AlUYKHJ8SfGHOoJNoDs8X4s7EGH/OlDK3TC7TmzPB0/0Muokv2A/KFE1fM+hJNK2mDi/MXPLLMqReGeyUePr26MylnhlsO1Gvh2UrRybzpT6DnvSlTL0kmXp9IsM/JzfT4zODgLff+lnUN/EFnSdu9UKakLMPApI/ZCY3Vbi5ktGFJYJHAsKyXvXOOUfUjTrypJcmv/WyesgNDdbvFyD/LIV4usj6r8o4rTQy6CSaXdMMnmV15ulqZ2HxhyCQ1xea/27g9bmUq88TQ4L8fueKFg08vS2bgmfVbSWekpfHgyPB+CQb5XqmJUG5Dp3XfaecUYyzD1qL9LPmdQLOEZYM+50rPof/ke1Ncs1iR8/75T6x54YA++JzS5P7bLYnsQ9uMtAkvmdBY4Jj4hrjOmosqmg5wHkl85msl3MtMI8n6fW8UUM+84v4t4jjfkoqc93kMnFdcn1S72FuF8lK/5VM0/sMTAoooIACbRKwLgpsqgBfvjb12Nty3DTPJeAu60MAx5f1ct6g8QtnwdWT60Tg2e+p4d+mwGOTy0SQRpN9vqCyjXtnIZnmvjTLZT5f/DO7J902U/2+5Gf2xIl3rZ/cZy32y/4vk2W8l0q9aI5N4Mf76wQuWdRN980YTeszGCvRrJaCGFw1IzQzZh+8A82ya2de2TQ7k3NNHBfBxMUbe6EOvB5x1synbtSR5tG8f87NlE9mfpm4bmgmzJPacj6BKE8hWf+hWUDz9ww6iWuQd6lZVmdaQ3QW7vhD8EcwVP6b8Zssu3syXrToqM8Tw8tlPsf0zxk2zxXBHr5ZNJNEXXlXvdwYwThBeTlv2DjN3PctCnBT47WZZphBT+K6fHHmNM8Vn2OCvgtmGecIS4a0quB1EOqZRd10r4xNcs1yvunLIKtVv8wf3ufG/gYZZ198bmkVwL64bjK7m/g8Y9Kd0Rgh2OWJePOYuDnAMfF557yS+UxynT1/xzboQ+EfdoyPM1jUv0V8bqhvWSeuc1oOcH2yrHTjODnesjw3giY5tnJdxxVQQAEF2itgzRRYWYHyy/jKHsQaVJwneTTXrQ+FZpsERPX0sCHBPs1E6zI8SW8+PeeJ1z+mAF+0M+ikE/KXd3F5ykgHVZncKREkPCJzWTeDbtotYwQJGWwrnSdrPym5vA4JCmkC/fDMZ/8Z9CSCzadlDkE3wXdGu4l1CHK6M0aMsC86HmsGwQScPGWkk7QRm5jZYoKxZrN0WgBwY4XXFvoFkrwmQZDyjEYtCLYI0jnvjUVTTxL8EQTWG+CJ900ywRNhvDK6U+Jc/WfmUo7yGe0k6kVg1JmYwR/2w1P4clNsn5sO5bxh4zfNQgLtDDqJ1h7HdMZ2/sPNIj535ZJDM8G1RL8SGe1JnDv6bOCmBV7lQp7El67lskHjdFpHIP/KFOhnz74wp1yKdNPtMsZNlQx2Sty84MZcuYCbFNxg63dMtOjg5gw308p1Ro1z7vn3ZBH/FtFipPy3hRYPj0kFac2SwU6J48TgI40l3KSipVNjtpMKKKCAApsr4JErsDyB8svN8mrhnglEyy+NfMltNovvp0QHWgS75TKevhLQlPPoVbnZjJTAmd7Wy3L9xgk+aFZLE/NyOc1ty+lpxrmB0Ay475MN9WtBkNk9iaeZd82cMjDkqSBPNfHLopHprSnx6eRlJ57oHtioBDcVCBSbr0I0ilUEcNxk4X39chk2dDZXzpt2nOCl+RSS1gIfHXODNOvnPeSyOE+Kxz1P5XqDxrlmyptgPAWnF/ZB5cv5/T5HdGDYz56WD81zhQWvBQy6EVbvi8DxXzLBuc2gk+j8j5s3nYkx/tD8m8B51GeXpvS8VlJukhsF3Hwr5zFOS4V7ZKT8/wF1JDhv/luSYt3Evw3PzBR9SWQwVlrUv0W0TGhe/3QISZ2HVZRzzr+NZTlaDEzTp8Kw/bhMAQUUUGCTBTx2BbYhUH5h28ZmXHWbAjzpbfYazxM+AtJhm6aDKpqV12UIYHhaW0/XQ770s30Cccrw5f4d9cIxhvSwzdPesig/11VOTzpOUMiTrXI9vmC/sZwxYpwAkuCpLEYz83G/bPPUFvty/WWM03yfFgX1vgkeeFLIU8563rAhQfzjUoDXJzLoJK6d5s2dzoIp/hBovzPr8T73tzLkeuBnyqhnJkcmjAkIy4IE2ARZ5bztjPOKAK1Jym3cJRNcZxkMTQR6PLGvC+FI64d6uhxyI4wWDvU8WrLQIoRzUM8bNuSc/nujAE/uOV+N2X0nudE3qGVAcwVucmFfz6fjRm5A1NP1sPn6APOpI3VlfFjmuGkBgtmwcvWyRf1bxDXLjYl6vwxpOs9wVObXLbjO+beSfzNpifCrUSu5XAEFFFBAgUUJuJ/NFjCAb8/5p+l7+d4qzejLzqr61fRmmVk+UePLPU/zM7sn8fNJvPtJcMu70Tz95AtqT6EFTxBk82Sr3G2/1gPl8uY4ASSBZBmkEIxg1yzbnObJ4tebM5c0TVBIwFHvnlYBXA/19DhDrp3m+7u8az5OADtq+1g9L4V4n5ubRryywc2TzGpN4lpovrPO6wf0ETGqkjQTL5t044hncz3OET8TV87nplPzlZVyeb9xmueXfRD8TQqVNwUyOTDRo/wpA5f2LqAzvXF+RYF32svXB6gbdezd2uAprDAbXOK0JYv6t4jWDgTgp+25qrjJNc6/DT/ISrRW4N9K/s18VKZ/kmxSQAEFFFBgHQQ8hhUXMIBvzwnk57DKJ4gECzxBZdivlrzL2mzWzFP2Mpjtt15b5vEEvwwa+GL/mSkqR/BQBuJ48X7wqE3xhZwv6qPKzXs5T6HLVhTsjyesPOVmfNzMeS+vH9YjMOOpK+ObkLnpwc2P+li50UBLlnq63xAfboSVy3j6jmc5j3FulmHKeJ3pzZybB/X0OEOuvbIJPE+Km6+SDNpOeXyDytTzufFSvmJSz28Om9cfn0OC/2a5QdNY9Wv5M6j8IuZzTpqvbdBJHU/XudFDHwGzuLm1iGNxHwoooIACCrRIwKosW8AAftlnoHf/NFHmy3A9l+CDjt7q6XJIAEzT63oegSwBTD293SGBME/JeT+Xp4wMt7vNcn2elJfTPPUjsCnnjTNO092vNArSJLoxa6dJftrrdzvNXfwM3r/mPehyz3SgV06PO8565fVDs2zO4bjrz7oc7zvzdJtWEvzU36y339weNz14F76cz00wjMt55Tg3e8j1PD5HzR7t62UE+zyVracZEggenpFJMu+mN5+4Nz8P2WTfRFDed8GUM/mc0yKnXJ3XAib9bDQ/g+X2tjtOHbmO+Tdokn+LuKHVfHWD/+fxM528EoIlAT0dEPJk/vTbrajrK6CAAgoooMAIARdvW4AvM9veyBptgE6beHIzSWadWRHwNK98wkaQfsUBGycwKpv98mWVp/gDig+czZN8fjqKpqIHpxRPp3hHnndVaYJKs3Z+am7W1wpPM7O7biJ4nzRoYGUCVprLMj5JZh3e351knXmU5ee7OAfltid5+lmuR0AyzhPXcp3tjvMUkw4NuR7/KRs7Mpnez+nQjebbdBRI03uOM4vmnnh6zk2dekc8XabZfz1dDgkMue4Z1vOHfY4I4JvvUfPLAXScOEmmEzxurtT7ZNi8McC8ZuZXE7jx1Jy/nWlagNAfQbkNzl85Pc449aJ+45QdVIbPwSz/LeIdfq5JrsNB+6TlwxOzkD4++Pxws4l/7xZ1vWbXJgUUUEABBRQYV8ByVTXroEzT7QnQA/Kbi01sZZwniAwz2k30Ws6Tv3oGQSxP7+vpYUO2xRPql6YQ79LSORNN0NnvUzOPp1PjPg1M8VYmAkqCgVZWboGV4gYPTy5nvUt+no2Oy7hhRNBDB3IE6vxM1/7ZGe8PL+vfFt5HL1uicKOo2UQ+VewkbPh8dSbyh5sfvIaSUdMCBBbxbxG/nsFNUP59G3VIBO3cbOIpPzcTuZ6brWNGbcPlCiiggAIKKNBegbWo2bK+ZK8F3pwOgibA5RPEfs3oCcD5UlpXgaf2PL2vpwcNecpHL+80teYpIE/fBpUt51OfX5YzWj7OEze+gLe8mnOvHjd2aFY+qx3x9Pm52dj3kh+cPOj1jizqSbR0oFl2z8w5TXBDofmzZvtlX9z0yqAn0fM8N3vqmTSdp+f2etrh/AQW+W8RfV3cJofCjUl61+ffs0wOTfy/kaf3n08pfu4yA5MCCiiggAIKbLZAO46eLyntqIm1qAWaTxB5V5ZmwPVyhjw1PCMjO/K7MuTpfQYD0xWyhI6mCGYyOjAR8PEE8+kpcdNkmvrSdPiojK9Konk8weuq1Hde9eSJMgHtLLZPwEVP4/cbsTHsP5cy/5lMaw6aZ/91xp+dvKjE9cvrH/X+uNnFTa96miEdx92KkSLzs4KTeNFknF+K4EnydvMBRT3WfXRZ/xbxCx0PCS6dG/LrBPfNOL3t87pQRvsm/v3jpifXUN8CzlRAAQUUUEABBcYSmFEhA/heSJqQT/pFnHV6t7K9KQII3jsvt0LQTb2YRzDNO5qMk3maxHu/jA/KPH2k4yyaPpdleO/8aZlx3WS+qHI98OWWn9/ifXg6euI90iyeeaLe5UbPnQnep85gosQ61L1ciSe+5XSbx6krrzKUdaRpdzk97jjXRtlhG++hz+JGBk2L6YSOYLWsC9fqf2UGN3qoM0Exry4QoP1z5r8+mff5+iGH1AAAEABJREFU6VMiowtLNOkvbzhxs6v582+8a11+jgj4af0yrJJYYlqX4RWFcVsh1Ou0bci1R58XZb2aNzvKZYPGue5wHrS8nt+Gf4u4HrlGuHa5Ocq/Ify6AP8Wcr3Wda2HvIZxUCbqf4MzalJAAQUUUEABBRYrUO+NgK0ed9geAZ6UE1DUNSLAJkBimh6zyYyTedrIU3vGB2V+bo7mwuVyvrzSfJhO+I7OAgJ1vthmdCGJOpf74+YCT2sn3TkBAa0UyvXokKqcbvM4ARTBRFnH8tcFyvmjxi+XAmWQwQ0aevfP7G0lAve7NLbwnkzzVJ6nmNzooYl8Gdxm8dIS1xWdkRFw15XgPXhucNTTvJrCzap6ms7rmuehXlYPscS0nmaIOcNVzl9rVJ5/F7gR05g9dJJ1uIEztFAWtvHfIm6i8VoR/xZyTdO/SPMGI/Ve9Zs14TcpoIACCiigwKoLTBnAr/pht77+NPX8SFFLvhzXQfstM78M0uiciSehmd038aX6do0l/LTSIzNv2HpZ3E1nzdhFkmeZvpWN0QlaBp3EPngK1pmY4A9PUnm3tV6F4I33Vuvptg95V7/53vXlU+ky2MzkyMR5vmajFD+JNurVisYqfSebr2wQrPOE/aS+pXeeyfW66ECXPiHoG6KuDa0C6HGcaZ4Wc0yMk7lm+PUFhkwPylhiWi7n5hrbK+eNGj9vCvDzZTztfV/GaR3DOc/oUtJnG3u9bKa5oZbBWInze4MxSnKNLurfIn4WjlZEtMTAmfPL/kdVk2uATuwe1Ch4vkwT3GdgUkABBRRQQAEFliewnAB+ece7KnvmySE/x8WXybrOfEEmqLtGPSNDngjy5DCjAxOBMTcAygLHZoIn7hmMlVh/muB62Mb5Uv2ZRgF+imuSJ398IaczPob1puhg7Sv1xIoM6TytPNfcrCEwnKT6BIA8JSzX+XAmuEGQwdQJW37OsNwAAR8dg5Xzho3z5PJvhxWYwzKC7VcU2+U4ah+aiJctUngP+pii7KBRLGltUC7nPNFCoZw3apyfnuNmAj2c0xKAfgV4hWTUevNazg2vshk9LRO4UTju/vZOQY4pg6Fpkf8WcWOP15vo5wBnmspz42RoBYuF3ACij4NilqMKKKCAAgoooMDyBVYygF8+20JqQJBUNm0lcCfo4EliXQGavhOw1tP9hqfPTN7VzaCbmtPdBX1GeP/5MZnPe6AZzCwRDDXf9f/7bP3WyeMmTO7eKExHZNwcaMxu9SQtIggi60ryRPPhmThn8jiJc0Tz3/K80gR41Dvd42ybwLf5hJlO6biuxlmfYyFAbb7mMM662y3D5wOHeju8885NMG6GlVbjdAJZb4ObLfzKQT3Ne9+PzQSvcmQwMvEUl9YvZUGCRT7v5bxFjvN54XNT7vOBmeDnADMYmji/90iJcV5/4Zop3bNa1Zxm3qDMdT7uv0W0cOAGZ70tbkJys6WeHjXkeMq60bln2WJo1PouV0ABBRRQQAEF5iKwiQH8XCDnsFG+LJZP13lid+/sh4Aqg056df7ytD6DgYlm8jR5LgvwRZanZuW8fuMEbvxs2O37LKQefHnvs2jsWR9ISd49zaCbXpIxfvIpg6GJGxmvTAkCqAw6iWDtxRkrn2ZnsvWJp8XNnz7jPXieII8KDAlqnpwjbJ4j3gFvNvdOsb4JQ851v4XcaGleP9w4GadFBgHbw7LRRyU3E8u2e/00t9mc5vgJzuv5XDM8Lb9OPSNDrplRnUCmWDfRvwLXXXdGRniK/rwMR/0sI8b/mnLNmxnPz7xJWsSk+EwTnxfqUN6Y4Kk1n0Wajg/aGeePXxo4dFCBxvxF/lvEjU1u4JRV4N+yq5YzBozzmXtoYxmtlsobAo3FTiqggAIKKKCAAosRMICf2HmhKxCg81Ng7JQv/3TExTiZ4IQO7BgflvlZr482CvA+O+/O05S4sagzSVDIk3CeDN6nM2fnPzyhGhWw7LxW75wfZ5Iv/+XPOLFvfraJL9tny/JmwuGfMpMn1s33dAlkm++Tp+hKJIL18oYNlaYzLd7jvl4mCJYy6Ek0becdan4aq1zwjUw8JXnQzR067aLzvBTpJG7G8CoCtp0ZjT/so5zFk0l6mB9UL4Jz3senWTrNmMt163H6LZjkdYl6vUmGHP9bihU4zn/MNL+ykEEn0WHkNztj4/0h2D0sRfn8ZdBNd8sYnzOaavc7V3zWPpQy9GaeQTfx03x8zrszljTCjQl+OrLcPS1+OKZ+55nPPk/DuVE07v9HFvlvEeeenzKs//3kuGhFxGfsrpng35kMdkqcJwJ/jr1eyL9PdPrJNut5DhVQQAEFFFBAgaUIjPvFaymVW8udTnZQfKke1LSWL/4EwONskeCw+RSVp5E8/aa3ezp4Ojwb4uk178Py1JUA/6KZVyeCHIKXepogrV+gUi8fd/i2FHxEcjPR7Jon0zSFpV7UjxsWBJ7/kcLNL+AvzLxnJpd1zOTKJI6LPgAIvstKcw4417/KTDrkwoHzRQsNgsjyaXKKVDxRJpgs32muGv+xr2aP6wSWePPkkly+mkDQQzP/cjPcPKFePDmu60XdeFLJk9aPpTCtCDLoJOpTBlNcP+TOwjn+ock7TvUu7pwR3vHOoJN4jYPrvTMx5h/e/z8gZbHOoJv4THH85bmiLws+Y3zWSg9WorNKOkvDnellZj43fH74HJX1qK8/nj5z3XGO+Rz+MoVoTZDBRGmR/xZx84GWBWUFuSlIHbiZwLnieMhcw3TKyHniPJbr8O8PQX05z3EFFFBAAQUUUGApAgbwS2Efe6d8sSeQ7q6wY4Qv23zhZLhj1tABwTcBMU9emwX5eTqawRI88i4rPVCX1wXr8D7sHbMigV8GnXTh/KWpaQbbShwDT/7o1Zx9NTfGqwPUi/rR/LWsW132aRkZtH4WrUwiyOVpJ0+um5XmiScdcuHA+aJjuGYZfpqP1yNondBcVk4TsHLjpJzHODdFCMzJZTNvgnRaPZRNrClP5p3yul7UjSfQbIdldeaJ9b6ZIPDNoJMIommm3ZmY4x9udHADot8uCOwJ8PstGzUPY6wJwptly3O1fxbyGcugJ7EeHcXRyqVnwRIn+PxxQ4EAt1kNrjeuO85x83PIenyGx+n0bZH/FvFvC/0N9DserlGuVY6HzDXMtdw8bl5twYRjbC5zWgEFFFBAAQUUWLhAv2Bo4ZVwh0MF6Iis+aSP4KH5RHToRrLwTVVV0VM0QV4mx0p8eaW5PT9zxVNZgo56RZrQz6pncb5o09yVJ188Fav3MWqIAU816cBtXb5gE+TyTjU/gcWT7FEGLOfYH50ReqIf9xUCnjz3C2yymU6ieT5NzjsT+fOp5GslY57BWInAmRswvAfPE1wC5npFmutzs6KenueQJurl0/96X7QgGLcVS71OOcSavgB43YNm1uWyYeO8L896rD+s3DKW8WSa1ynukp3zlD2DoYl/T7gueDo/tGCxcJH/FtXHc//sf9zPU4pWP8kfDO6ZIdvIwKSAAgoooIACCixfwAB++edgVA14YsV7umU5Oubi6Xw5b5xx3sHl95F58sd75nxJLdejp2WCGr60nisLeF+YgDKj1c+qqmo+raSpNk+yWD6LzCsDvDtN8PikbPBzyQSnGXQS48xjGWV4gkZg2Vm4Rn8INHiiyU+L8dSz37ni3DGf5Tw5fEKOf5JAg7IEarfLejSJxjaj3USv3fzsV3dGRr6eTAd2BGw0DeemTmZ1E9tkW3QAxjvu9PrOOaUAT/2bP8F22ywYt6f9FJ06ESg3r10Cejqj4+bR1BvOigS5D8iQFgW8dsDnh3OTWd3E5wqX+nNFMMl63QItG/lT6sNND1oOcEzUnXOb2Z3E+Lszxr8j/HsyyU2drNZJi/y3iOPhpgkthm6cvXPt8gpJedOFceax7Nopww1KDFg3kyYFFFBAAQUUUKAdAgbw7TgPw2pB4EPndbxvXudp3j2t90GgRvNpAjeaxdbbZEgQwk9s8c4nzabrdRgS6NAMn3J1JnhkeyyvM+/aE/zVZRiyv6qqSwwfsh8CRZq+8kSeHtLZBplx5rGMMpQdvrXTllIHtlFnmnSXrwScVnL6MTqco/l0vQ+G7HfaLRIo0Vlcv3PFuWM+yyk3zT4ITrgJQKdu2FLfOtOygcCzuV3W4YYSwX/zPNMpHdt6RlYqW2tkspMIourtM6QpdvM62+7109lR4w83ROgQkH3WmZ/C6/eqQmPVsSe5oUaLBj4/nJt6Pwz5XOHS73M1bAdNC64trrFh65TLtrs+1xXHRN05txwLmXE8ubbrzz/1on4sJ9NHQFmXfuOsyza4jvuZYdnPjM/9OP8WNffJ/t6TmVy7vAJEHwzUlcw481hG/w2UTVGTAgoooIACCijQLgED+HadD2szRMBFCiiggAIKKKCAAgoooMAmCxjAb/LZ36xj92gVUEABBRRQQAEFFFBAgZUWMIBf6dNn5Rcn4J4UUEABBRRQQAEFFFBAgeUKGMAv19+9b4qAx6mAAgoooIACCiiggAIKbFPAAH6bgK6uwCIE3IcCCiiggAIKKKCAAgooYADvNaDA+gt4hAoooIACCiiggAIKKLAGAgbwa3ASPQQF5ivg1hVQQAEFFFBAAQUUUKANAgbwbTgL1kGBdRbw2BRQQAEFFFBAAQUUUGAmAgbwM2F0IwooMC8Bt6uAAgoooIACCiiggAKnChjAn+rgXwUUWE8Bj0oBBRRQQAEFFFBAgbURMIBfm1PpgSigwOwF3KICCiiggAIKKKCAAu0RMIBvz7mwJgoosG4CHo8CCiiggAIKKKCAAjMUMICfIaabUkABBWYp4LYUUEABBRRQQAEFFCgFDOBLDccVUECB9RHwSBRQQAEFFFBAAQXWTMAAfs1OqIejgAIKzEbArSiggAIKKKCAAgq0TcAAvm1nxPoooIAC6yDgMSiggAIKKKCAAgrMXMAAfuakblABBRRQYLsCrq+AAgoooIACCiiws4AB/M4mzlFAAQUUWG0Ba6+AAgoooIACCqylgAH8Wp5WD0oBBRRQYHoB11RAAQUUUEABBdopYADfzvNirRRQQAEFVlXAeiuggAIKKKCAAnMSMICfE6ybVUABBRRQYBoB11FAAQUUUEABBQYJGMAPknG+AgoooIACqydgjRVQQAEFFFBgjQUM4Nf45HpoCiiggAIKTCZgaQUUUEABBRRos4ABfJvPjnVTQAEFFFBglQSsqwIKKKCAAgrMVcAAfq68blwBBRRQQAEFxhWwnAIKKKCAAgoMFzCAH+7jUgUUUEABBRRYDQFrqYACCiigwNoLGMCv/Sn2ABVQQAEFFFBgtIAlFFBAAQUUaL+AAXz7z5E1VEABBRRQQIG2C1g/BRRQQAEFFiBgAL8AZHehgAIKKKCAAgoME3CZAgoooIAC4wgYwI+jZBkFFFBAAQUUUKC9AtZMAQUUUGBDBAzgN+REe5gKKKCAArW59BMAABAASURBVAoooEB/AecqoIACCqyKgAH8qpwp66mAAgoooIACCrRRwDopoIACCixMwAB+YdTuSAEFFFBAAQUUUKAp4LQCCiigwPgCBvDjW1lSAQUUUEABBRRQoF0C1kYBBRTYKAED+I063R6sAgoooIACCiigwGkCjimggAKrJWAAv1rny9oqoIACCiiggAIKtEXAeiiggAILFjCAXzC4u1NAAQUUUEABBRRQAAGzAgooMKmAAfykYpZXQAEFFFBAAQUUUGD5AtZAAQU2UMAAfgNPuoesgAIKKKCAAgoosOkCHr8CCqyigAH8Kp4166yAAgoooIACCiigwDIF3LcCCixFwAB+KezuVAEFFFBAAQUUUECBzRXwyBVQYDoBA/jp3FxLAQUUUEABBRRQQAEFliPgXhXYWAED+I099R64AgoooIACCiiggAKbKOAxK7C6Agbwq3vurLkCCiiggAIKKKCAAgosWsD9KbBEAQP4JeK7awUUUEABBRRQQAEFFNgsAY9Wge0IGMBvR891FVBAAQUUUEABBRRQQIHFCbinDRcwgN/wC8DDV0ABBRRQQAEFFFBAgU0R8DhXXcAAftXPoPVXQAEFFFBAAQUUUEABBRYh4D6WLmAAv/RTYAUUUEABBRRQQAEFFFBAgfUX8Ai3L2AAv31Dt6CAAgoooIACCiiggAIKKDBfAbceAQP4IJgUUEABBRRQQAEFFFBAAQXWWWA9js0Afj3Oo0ehgAIKKKCAAgoooIACCigwL4GWbNcAviUnwmoooIACCiiggAIKKKCAAgqsp8CsjsoAflaSbkcBBRRQQAEFFFBAAQUUUECB2Qt0t2gA36VwRAEFFFBAAQUUUEABBRRQQIH2CkwXwLf3eKyZAgoooIACCiiggAIKKKCAAmspsJQAfi0lPSgFFFBAAQUUUEABBRRQQAEF5iiwigH8HDnctAIKKKCAAgoooIACCiiggALtFNjAAL6dJ8JaKaCAAgoooIACCiiggAIKKDBMwAB+mE6/Zc5TQAEFFFBAAQUUUEABBRRQYAkCBvALRnd3CiiggAIKKKCAAgoooIACCkwjYAA/jdry1nHPCiiggAIKKKCAAgoooIACGypgAL9RJ96DVUABBRRQQAEFFFBAAQUUWFUBA/hVPXPLqLf7VEABBRRQQAEFFFBAAQUUWJqAAfzS6Ddvxx6xAgoooIACCiiggAIKKKDA9AIG8NPbueZiBdybAgoooIACCiiggAIKKLDRAgbwG336N+ngPVYFFFBAAQUUUEABBRRQYLUFDOBX+/xZ+0UJuB8FFFBAAQUUUEABBRRQYMkCBvBLPgHufjMEPMqlCFwpe/118l92ZMaZl8mp0zmz5t2S35D8g+Q/JdfbZ/ijTB+VfFDyeZNN0wucP6t+NxlX8izOXzZnUkABBRRQQAEFVlfAAH51z5013xyB7RzpHln5WcmXTzZNJ3D6rHa95E8k/zT55cm3Tb5gcvPfUILOW2X+i5JPTH5P8qWSTQoooIACCiiggAIKbFug+eVz2xt0Awoo0AqBs6UWj0n+VlVV98rwr5JNkwsQfB+T1d6ffJXkSdMNs8KXkp+efOZkkwIKKKCAAgoooIACUwsYwE9N54oKtFbgPKnZp5L/LfkMydtLm7n2Vg57/+TjkocF7j/P8u/vyIxntG96aObStP4cGZoUUEABBRRQQAEFFJhKwAB+KjZXUqDVAjT5/uu21HAF60Hw/rDU+8jk5g2Q32bes5N5Mk+rBgLyPTNNZpyn7NfJ9LHJzXSjzHhd8tmTTQoooIACCiiggAIKTCxgAD8xmSsooMACBZaxq9tkp09ObqbnZ8b5kv8l+SvJdGCXQU/6XaY+knzNZN6F/02GZbp+JmgZwU2CjJqGCJyQZXslY0XeJeOfTjYpoIACCiiggAIbK2AAv7Gn3gNXYBMEJj7GK2YNOqAr/238c+b9Y/I/J/8yeZxEr+lvTcHrJp+cXKb/l4lrJ5sUUEABBRRQQAEFFJhIoPySOtGKFlZAAQXWTIDm74/LMe2WfGo69e/9M6A5PUF5RidK9FzP+uVKZ8zEwcnsLwOTAgoooIACCiiggALjCRjAj+dkKQUUWH+Bv88h3iy5TEdk4oXJ0wTvVdYj0XndhxgpMu/DX6GYdlQBBRRQQAEFFFBAgZECBvAjiRZW4JDsiSChzrfIdJ34SbCHZOLzybx3W5f5YaZfkEyHWrwjmtGpE++X3j5rvyv5pOR6Hwy/m2kCGd7rpYO0TI6V+E1s1mUb5KOz1q7J1JWOvvh5LuaT2edrsmycfVwo5fCgo7BTMs765N9nnF7DeceYMpmcKp0zax2U3Nw+9t/I/LoTM44jk2Mlzid1rDPnu14RU46b4/9xZtZl6v09IfNGHc+VUubXyaz7owzpVC2DTjpL/tIrPcvqTH0yu5uoT72MYX2uugVGjGxnfTqKu3q2/+/JnL/ynFIXHL6dZVyDBL6Uz+RMEx3SHZAtlueUpu/PyLw/JG8ncTx8Tstt8BT+xuWMPuPlLI6ZY29eI/jw2XlfCt8teZIO8gZ9PrOZTrpE/lJv/p1hP2TOBf8O8fnjc5IiO6XyeqZurEfGgf4BuPY4np1WbMxo1o/rm+u8UWynSfZ/2czlc8rnlTqzfzL/Rnx1x7KrZUjZDCZKrDPP7deVOW9G+HeIG0B8pql/mbHl3yjOxah/H7KpoYnzMevra+gOXaiAAgoooIAC0wkYwE/ntqi1CCZunp3xM1WHZciXxvKcXSDz7pPM70x/PMO/SZ400YyX5rz8BBY9ZBNU7N7YCMEgwc3HMv9ryddLpm4ZTJzoHZ3fxOaJJEFbvQH2ecdMfDSZ94Yz2CntkTnU8XsZ4sEXcG48ZLKT+BJ6+Yw9Jpkyr86QnsEzGCtxo+S5KfnTZN6Dbm4f+4tl2QOSa3NunmRy6sQ540YGthz/uYst1ft7ZOZxPBz7JMeT1VqduPZoXo43Bg9KbTl/5TnNrAqHvTPCNfjuDCl/5wwJpDKYSbp4tkIAk0E38dvvBHvdGdsY+WDW5SYK27xvxrmOHp/hqFQacezNa4T1+ezQOd7LM0FQ95wMz1ZV+Ttd4hrjWuPY+feFf2fqLXEu+HeIzx+dzPFTe+W/BZwngvT6eqZu9bqcV979p28AbgJcsl4wwyGtKL6Y7bF9Pqc4U+fM6iT+jeDGBMsIfif992ze26eS/JvynoycmMy/Q3SGyM2MTPYkbPk3inPBvw9vylL+jcxg7LSM62vsyllQAQUUUEABBXYWKL/Y7LzUOcsU4EvxHVKBtyQTWGYwNPFb1Z9NiWYT4MwamPiy/eEsfWoyX2wzGJkumhIEIQTh466TVTqJ640gjSdGnRl9/vDO8Ccb87GgdcC3Mp9hBmOlO6UU2xonUMCPL/73yzrjJtb5QgqzDnXM6ESJc8U5YzvjrMixc77omXuc8m0uQ6DBsfx/9t4D3rWmrr+OL3YBC6Jix4aogIIovXcQ6UqXjkpVkA5KlfIXEFCKVBGko4AU6SAo0kU6KIgNQQUBK/p+V547eebM2Ul2clJ2knU/M2d6WzM7d/+m7WWETZ6HZ6Rxj45edAwmSac6b3wRXGNM1Ati+5/oVah/TCb082ViPi76I9GsDMeYqrjx/kUJXYQRzxiTIkzo9Rn3yf6IKr8JjLUjAR0O2D85/tzaH2P04/nD83bBmPPUDybCq6OXqWOSHVM8f0xukCd5H4swxaP8nt0n4bQnRqdad/4UShn8lvCbclk8FtRXT3x+T+iHWOeqbYyvuZUyggQkIAEJSEACswnwsjc7hqHbInDhFPyk6LqP2Eb5tPhxJpfVvFiPKLZKPz0+PxE9TyEEssrT9bJHOazAUQ4m27rb/BDCHxPPWS+9CT6iWHG/e+VDObQHjZ0g6v8ZLJVGQGDrcFdZrITDiboi/HNjeJV09D1xzFuZghcsurahImhRP/JnMoVtvMlyougfVu35bjgv4JOAOZaLJpy20mexjhWc4T2tLCL9cP7cK5ot3zEm6tOxsVpHWoRbtgrHa6zYdss2XMKKZlfHOHALf9jmzXb4rrH3T6kPnEs9sbM7JN7H1K1GoxHbsY8FLOHR7vr4t+TBhE6MrSieTyY4WFlvK8AYhAuMGC+MmzYOQizpuxi3cYv7G2OhXxhjsY4Vxwgog7KYuGuPEzD+fz0xGc+MO/KIc6xY3ebZRGMfe1Z/ECDZLdOO5SpKbyuTI2z3pz51IsZOYTWtDcSnHvzOYO/S686fMimfbf9tG2D+rkSAI23ARMhvf+sSZQR/VuQ5qoR7mt7G+JpWF/0lIAEJSEACEliAQPuisEBSo66ZANvai3CHEMmLPKuWbCO+ZcrmhZKXNYTLOCeKG7S5MZu4E8/GggD1xPixbTjGRLHiiMD7bfFhNYtyMHnRZmsz55MTNFG3iI2tqDF6KQRwhFxePPmWdtmaT5uoL6thCAF1Zl2f9SKc1Vfa/yNxcE6UurKdlK2mz4lfrRBm7hQPyo5xRPEiiyANtzqg5M8WXOpH/ldLBNix1boVgPlu+CLCJKvvpUxWLeELZ3jXZdE2XuBT9ERdMzbaFGOi/jq220eTlray/TbOsfr3/OUcPWFFt32ZKBtTbCFnPNcFsq2asfdN8YRzqSd2VsZpLwJpgieK/iQe24AnngtZTouMsEM/n+Y67S/9y9nv01yb/Ut9ENTa55Mt7UzsnSnVgQttZ7xwVhqhm3GUoIni+WBbPc/WxHOGhTzKGXPazzgnD8qgLHYP4G6fUdhxJKbUl75kMow+Y/yisTPG2UVTV+EKcRAWY2n1lUl5t+jyPMU6ohx+OzinX1iVNrCV/+aJVD9XjCV2B/F8J+iIWnf+FAYvJkLq/5O/kIAbRlNfLjyEI23APHf8GSd82rBuR7xH3C/CUQXsXZp02xhfXXXRTwISkIAEJCCBBQnULwsLJjX6hghwnpSXMbaGspJaF8uq603jUa9qxznihZgXVOxdukuAIg+2zXJZWJuGcjlTSj0QdutwVuJ5ga/95tnvmQhsC663EFMGL92c4U3wWLEyx0RG/WKO8M/WeCYOaP84YvWH1cjrx80LaoyJQghHQJl4xEL+rGYXwSNeo3n5U+c/TkRW7embWMeKZ4l2ITCMPXr+YSKFc7XwhUGdjLJYbeO8N/UqYfBgAqC4d8lE2Py5psJMuFwrfl1jL95jxQouwt7zxq7T/yAUMmlzus/iNgTiszfJmBDh0rXG+6hzTS4uo2u3UD83ZbGD5U0x23ESr9F78wfhnkv3Yp0ofguY0EFAnXjOsXDxGyvqjHPGYB39s3H8UjSTCTEmquTPc0dffmIScrqFMX69OBFMY4wVY5l6jx1L/qHvEFpLcnYNcG6cSaouVgi8PHcIx3U4zzQToyWfYq47f8qhvvXvKDtoGO/83lJf4rSaibnfiifxiB/rWNEX9N/Y0fFn2+Oro0p6SUACEpCABCTQlwBCR9+4xts8AQRaLoljKV/PAAAQAElEQVSqV1PbWvCCzZZJtr7WYayaISzVftjxawUoXrrJg7yIM02zdZeV83qlD+GJF8JpaVp/VjXZDl+/OLdxihvhg5fT4sZESGZL76z0vPByQdiHSXBKIyggWJxyjg3yZzV77Dj1h5W8efkTlT5h8oSLvHCjeflvBS/8p2m2/zNxwov4tDj4/1H+IEzFmChW4HhRn3jsiIUL0LhErFQXYYtvr9NnxW+aCadHJLA+l86K6aKTJsliruKivP+YG+tkEbpS0572+eR5Y9KtPVrSpoch45cJkTqMCS0uRqv9ptl5rpgc4+sR0+Jwnp9jKW0445nnk3q0YcXNVnC+cFDcmO3EGn6LaM7ts0ujpKEMJmCKe5rJTgGOzpRwnqf2KAVh686fFf4rUlCl+U3mQs/Ka6qVnSnclVBHoM60p/bDvu3xRR3UEpCABCQgAQmcgIAC/AngbSDpw1NGnxdRXpjZ8l2vbCGcsqU8WRxRvKASVjwRQB8SB3nEmKtY9eZzX3VEVu7ZWlv7TbNz8zPbc6eF1/6sMiN4Fz8EclakEDKK3zSTMn6vCWQHAdtRizcCfZ0/ghIrc33yJw/q83gslWZVjxfyymuqle3N7BiYGuFUAILr207Zi8Exh7otxX/oJmfcGatcsoadiYl2NXdWGzhOUu5LIB7b5zl6gH1ZzS3r7fjt+zwsW+a0dEwCsRJcwhmLnM/muSt+p8xOg3ozIcLESIlA2/iaRXHPMrlHgi8CzIpDGM8xZq37jGcmRejDOh1CZe1e1M5OmjoNzwXHdWq/LjvPFcIv5+QR+tnt0tWudeePoP3SVJCJQyZtqU/fSc4kGzGhxW8X9qKn/T5se3yV+mlKQAISkIAEJLAkAQX4JcFtIBkr1S9ZoBxWv9qVLc6s1lnwoshn4mo/Pk3VvlDX4V12XvJZgS5hfAqtnhQo/l3m2+PJC2eMmQohuN4WS2Tq2rU1l7AuzbexqScv5wjaXPJWtqJzDvQSTSK2Z/cVlEpSyqjbw23mCIQlfJpJGj61NS289WeLdOu3i276ghVetoNz3p0vLcBiaG1hG/k26sQEG89pKZuJGyY7iruPyYQIF87VcXmWeKZO9+u28WzPW+knJUJm3W/Y+45nftvIY1WaZxxhvOTHxX3cB9FHiH9gErF6X86YtyvZCR6tO3/qzqQWu6a4B4T69F19p36L6G2Pr0XqalwJSEACEpCABDoIKMB3QBmIFytBrCL3rQ4rW+0LNNtmWY0qebDazKVvxY3Jbcas8mHvq1k5ZfW5xGeFqu82WMor6WaZrMq1kwJd9wDMyoOXYLb483LO96xZ1eJlmTQIj/VWbvw4o4u5iGaHBFuKSxqOKHAZW3FPM0lD2mnhrT9nj1s/3ashwM4Vnp86N56d2r0JO89qu2uG1XCE5UXKR5hmZ0Odhuee74bXfl32vpMF/57E9blrxueik1/JYiXqg8mlfXb5LNz74s8dGtO2kye4l1p3/r0qsYJIQxhfK2iGWUhAAhKQgAQOm4AC/HD7v+9Kdd2CVjjmcja+mV3i8ALf3kjNGXNWpxfRXEDXCtfcKF/KmWYiWPQVRqhnvTUawXuRCY1pdSj+rJKztbi4mcTghudFOBD3wcngrNFFsXqKEF/c08z/TADbnWOo5hBgJZUJIu4LeE3i9hlridZbsd18WxfW1ZXkOAATTrUfO2tqd1876XjeSnzGOmO+uKeZCOLTwmb5ww+Os+LUYau0s2OAFew2T1azeT65HJHPAjKBx5cimBxs485yrzv/WWXPCuPuB9pDu7jzY1ZcwoYwvqiHWgISkIAEJCCBExBQgD8K7y5xIsgtokmTZCtXbINdNFOE4/ql/cuTAS9tMcYKAb4W6PHk0jU+B7eI5pItBALSF43AXezTTFbsEMSnhdf+jE2E4eJHu0hf3Cc1YcHOgZIPZfG5qUU4EJdbteFc8sHsw4LJCC4FJL56NII/Agnnv/nKAPcycDyBrxLQ73yT/QGj0ajdNRGvEytW39u7CKadIT5xYTMyYKKCox11lPq8f+0/z85zBrd58epwnjF+Q2q/gdqPVetZ8Xls9DTF6jNb1Lm4jokGfl9ZnefzbdPS1P7rzr8uq7Zz7OG74oGg/gsxnxrN8Q4uHOWiRdpDuxg7CZqpiLPN8TWzcgZKQAISkIAEJNCPAEJSv5jG2jSBZVZn25d2hHUE1U3XfRXlsfpeTz4gWLRC1irKMY/tEUCgQDDhqAPCIwIJW7ifmSrdOfrS0ZsYv6zOtreusxJej79UZafVV6f281bgEfj5DUnUnVP8Xt4mtWZCbf4ugtMmglid/3jSsNWez7idIfZpat351+UyqcDnADlmQ39w1AZB/TGJxFdJ+Nzc0P7v7jO+Un2VBCQgAQlIQAInJTC0l4CTtsf0EpDA8Amw2n6pVBPBCcGE74D3/S1iRbpcRJgsVqKYPPhAkxNCFKvwjffOOmkjk2A724AeFWdVmskfdgddNfG5RyTGXMVxoBcmFpdcslIfa6ea5J/QdeTPhOujkjeTCr8Uk3s6YsxVTC7wNZG5EdcY4RDG1xrxmbUEJCABCUigP4G+L839czTmNgmwWlmvGrKiicAzrU5c3sWNzQhUJ9U3nlbIkv4IG7wUluS0re8LbUmziMlLMyuUJ+VAelb2Fin7kOLC5xfTYC5Z44xyrFMVQskfJJRjKlzuxthmvC7yJYIk76U4W8/RmRL5TLFw8VuMlanrJie2bnMUgKMCbI+O10bULq+uLwoIgZbb5C+YhIwZjgk9LvZ5O3g4GvSwxKuP1sR5TJ00/678OXbDlwPYRXCswMqDYzd8yeG34scXHJhk+orYHxm9TXVI42ubnC1bAhKQgAQkMFKAPzoIELwQMBbRpDmay2pcXEC3aE6s4FD3ko6LpXjZLG4EYlaRipttj+sUiks5y5hsHeWlsKTlpbc9a17CljFhUadb9wRBXdYh2xFceWba3553BgqC/bliIjwzjplQ4V4CzsPzeTPOqid4LYrdAEzi1JlfPQ7GXYwTK/Jh1ZYz/FzGx1EBBMrzVDnzrPLMVl4jGNTuvnbGM8Jric9z3475ErbPJmOGuxRunUZyuSSr8wi+r4i7aycH9y+wIp/gXmoV+XOUhEvomJyqC+U3kImHK8WTccAYOuNoNOKrGjwrzxmNRkzQ1hNP8ZqqHF9T0RggAQlIQAIS2B0C7Uv07tR8/2vKp48WbeX5mgScnawFAr5nzCfg6mjnrh0DsnP+k1X4UiWEEbY1F3cfkwubeHnnJReT2/PLJ97w4+xzyQehkcuiivvQTC72Okmb+0w4IYDcIYUwcRRjrBAqEKjOGxerilxWV4/ZeG9EMR5e3JR0xbhrATvOpRVCIV98qDN4bxw8ozHGinbXbjzPz58lNM81kyAlKc89z39xH6rJp+4QfC8fAExyPCNmrfjU5uVqjwXty+SP4M7Z/booJhhYlWfi4aUJYDcKkzCxLq1OG19Hkzu+jvLQJQEJSEACEhg8AQX44XYRK5WLfO4IYZWzxHWLXh8HK0QxxorPIbGFd+w49eeSMRGOY/RWrGQhaCH0FMF4VYJOqQTCe1vXS5TAnia7C/j8GBeScSHazycdK1kxRn+bP9wEH2OieHGvhZ5JwAwL26x5uWZbN+doWS1e9WfOZhS/siD6ss6MC736suDccJ8JJ7i0fchq/HNTcN9VRISa+rN9SboSRfm/l5zqXR9MNLB9nxXSBC2t4HjzpEY4jDFRT4+NZzLGWPGsshNh7Dj1h+cKQfOUs5fBRMmFmpg8S3VZTfDOOvntYqcEF7zBjmfxIj1bw2V3t0vcd0TXCubFve78Kecq+VPvLqINrLDzBYYEzVWMLyZs5kVcyfhKIYc0vtJclQQkIAEJSGBYBBTgh9UfdW1+LI4fiu6r2HrMmc8SH0EEAb64MXmBYzUHe9EI8KwAFXcfkzOltWDMuc1VC1Wc9eR28ro+lMvkQe03y84kCLfZlzgfjAVBJsaIlTLOPWMv+hqxzDuXnSgTxYszn3CiDM6icpP1zRKKQBtjp9XZU/u+E0gI5ozXJJmpmDxhC3OJhND8ujgwY/RS5Sx8r8gLRnpr4nPmPsZEXTs2+jjG0opxddsm9YfjbsuK14gxWfNgVw3PKGF9NQIouwfq+PwW8PzXfvtgZ6Lp9mkIn1ij3TyL7URmgqcqfgf+YmroaLTu/BGGOVZRV4EJBSYEa79ZdiYq2cEyK04J2/b4KvXQlIAEJCABCUhgSQIK8EuC20AyVmQ4K8sK0LziiENc0pS4vKixIlXcxcSfy+2KmzT3iaOvsMYK6D0Sv1a8APPSWfutwv7yZMJERIyxYhvyTWP7kuh5ih0JbD+t49F2XtjxQ0hCgKrPwbJSz7eh+664chaVyQvyKxpB6a+KY4dMdjzUZ6QRttldMK8J9AXbf79hXsSEc2kbAlGsY0XavqxJwOezGOfY16HZzv+gZNweJ+Db2wjx1DfBCykmkbjdvP2t5TNh7Q4QMv7z/OG8f4yxosy7xnaW6D4KnuwaYPdAiU97XlIce2ayLfxPmjZdM+6+vPidaI/O1F8kWHf+CPD8fqfKE8WldPVzMgnosDA++A3it7Ej+JjXjo+vY+3RQwISkIAEJHBwBNqXyoMDMPAGs7WSl3FeyqdVlTAuQCJuiYNw+vg4uAQpxhHFuVu2CteebC9/dDzmrRzzovmride+LP52/IpgHOvKFC+bz29yu3/crGjGmKp4+WXF8+JVDG7cf3LcsIkxVqzw/9HYdvqfW8TKBAVcY52qEFgRwupt0UwGcI57aCudTNLQd1MbkwAmHThWEOtYIRjcKbZZEzvE4fx6X6Gac9gIRMl2okg/jzWREd45osAkC+5a90lfx59lZ9ILIb6Ow+/k78eDOxS4KDLWuYoxyGQTY6weIyTkBn62z2NvNdvcn9J4ck6Z+LP6giRwoO7sGsBdNHUvO0+K3z6Z3F1QT/TBCw7wmNfOKyfCxaKLYhKLSbjixlxn/vxWsGWecopmJ1WfyTPG2J2T6J7RrSKM57P1P+zx1dLQLQEJSEACEthBAryY7mC1D6rKrI4/Ky1m5TvGEYUf54d/+YjvaIQfn1FqvMdOBFg+ldS+0N8goQgbbFHuevFjOz/bndkinqgTxaePnjlxrdbCyzQCe71jgDH77BRzt+iuCQdW3p6UsAdG1+oJcbw9ulZMcNw7HqxQxpgomCMstltbiQCbS8XCKmm7tfmJ8X9t9LYVK8m1oMwqH5/ImiXEcwaeHQp13ZnYeVo8GGcxjig4I9AiHNInRwKnOLigjQmkOph68QmsaYIx5dBHpOPYRp222PtcoFfizjN5Ph6eSIyXGEcUK51cBPeI+J4zGiEpxhFFfWkTq7iMh1aI/FBiM0lU90+8jiiEdYT82pML8N4WD8YeYzDWI4qxyn0U7W8B5f16YvIsxdhL1XX0Acb8bnIUpKvRPAvsbOASu5rnyxIZzjEmHzEfYwAAEABJREFUat3502+TwmJh9wQX7U3ra8Yddxy8OXG5QyLGMcWxFnYXHAuIh+MrEJZRppGABCQgAQkMgUDfF+8h1PXQ6oAgUdrMJU1st+XiOIQCNAI4fnyaqsTD5IWdVRmEONxdmvOVN05AK7iyJfxP48/t7AiwrOKzfZiV2b+MPytbMSaK8u8YF6s6MdaiKJet8KxulwIYtwjoXELF57ioJ0zgg7B/oxLxlMkkA0J5zfRU0Iit/1wwVudPGJ9ugjG34SMIUAYmF0uRX3tWHoGeMmZxJ99NaIRDhOW6LCZe6Cc+lYa+YR0YO2zYhcFOhTgnivFFP7MbAgY1ZwTaEpG0jJPi7jIpn3htGJcLsoX/3Qkgf8qBNfnRn78W/yIIw/djcdcKgaZ2n9ROGZyr5hNebV4IfoQxoYBQzMQHPNGsAlNfdnq044N8GMuMq7b+hNWa/kMA5Vmu/cmTsVc/n3BijDJW65Vk0vF8MzE3rzzi7rKmvxgjsK/bwe/mR+PBOIIT44rxxTiDMav0/JYkyljBi91MTOyNPU79WXf+TNbwfJ0qbmzwxQ36mp1N5beY+vP7TP04NlD/HtPHjL9x4vzhmUDHekzRdsfXMSxr97AACUhAAhKQwEoI1C8vK8nQTFZGgFXmxza5sQLJtlw0K25N8IiVIlZteJlrw1o3AicryAhnbRgr21zIxksewjDnods4pEO44/x7G7Zq9/OSIWW1wiXjlzPG1BMm8EnUI+oNcSHEIDzG2qmm5U9kLoi6TiyUgdluh07QmDvnbtutsIRtQ7Mtt2sHBkIwggG6PQZBPdmhwJGNdjKDMC46hEEXZ4QndnX0+cwVglQ7rsmfvuQiRvKnHFi34+4jicgFZaz8xzpR9Hu9ijoJOIEFIYmbwJn4QICblhVb+uGJhu+0eOxkYNWUy+umxan9eYZ5llllrf2x188nnBij+NcaVjzfPOe1/77amRy5bhqHEB7jiGIcwYlxxfhinDHe6kgI/zzD03itM3+EdC7how51nbDzBYLyW0z92SHVjjOePb7uwMQsadAc8WFsYu/Sjq8uKoP2s3ISkIAEJCCB0wi0LzGn+fp3CAT+M5VghZPVvlkCRKKNCEfwYgWufokjbJbmvC9nLR+VSF1CW7w7FauopCN9Z4Q1eHIJF5MWL+iZd2Fy+cRn23OMmarkz9bVmRGrwFLGotyrLNZm/d3kzFbZGJ0KlmytrwNZhedzXNz2jwBYh3XZ2QHxswlAgK9X/+I1VcGMT3dxWSD2qRGrAMohDYIXK5WsoFLXEgWhHiGtuFdlMiHBcQwEIT4PiFC/aN6smF4gidhWTzti7a14ljnGAKu+ZcP0XimBG9k3+XymyK0rtqLzNQQm7RapDM886V49J9E682fylXHM+J5TjUkwK/dMXrHjit84dmGUQHaKMAFU3F2m46uLyr762S4JSEACEtgbAgrww+5KBAhWG7kl+QGpKqsmMcaKF3W2j7P9m09zLStgIFQgHLFiw7Zqtm1y2di4kFN/2N5cl8UFcaQ7FbwxgxdOLrDjfOd9U+q7ouEQY6ywU887xLWM0EX+rNTxKSryIC/anuwmCjbcjk88VseW5T7JcE0WPsOH0Hit5E87YBPrRDGmzjRxnW5BMEaQ4Yw3ux5oa82AfMmPsYLQzIo6aU7PYb6Nujw00eijwpl84zVRbEnn+AYTMIxvJpmKEMuuD86Yl8i0hdXm4l61yQopE2RcIscFY5yRZ+wxFtqy2IXB1w14LhlHxIfXooxKvrQZVnymkTHHbpG2XNz4E86Y5N6IlmfJb99Njo4wocZvBJcwwr4ev7QfN/6MPfoIbjz7hM3T68yfz1wyXhDkGfs8A3V96FPqTbto3+USyFGOGCN23bSfCGVHAXcyED5NO76mkdH/CAEdEpCABCQwHAIK8MPpi1k1QSjgpuHvTiS2CqO5WZyVPc50rkKYZos5K7aXSRlsyaWMohHuS1kIM4nSS1FvhKuSD1t/2wuiemXURGL7PufNObMPh5I/durJpWiL1LPJfsSZYvIgL9pe8seEDReKsWrHC3WbdpqbLe2kL5otr5xFnRa/9V8mPRNACHa0AzalbEzOzyLItOUUN0I2ZdLWmgEXY5EfY6Vuf9vXfdpHHxXO5Eu9imbcMAHxilSIusSYKPqHCYYSF5P6TCKcsjDWGHOEo7Hjdyp4YYN6sKL+S0nJ2GMskG+tmdS4WsJ5LqlnrCtRsGbMMSHTlosbf8KJ17fAts8W4QNH4pe201/k16dsLl4r6TC5j6MrHfmRL3HQlEe5XXFbP34j+EoEY7Uev+SDG3/G3rJ9tK78eWbflMYw9uu2U2+eEepNuyg/0Y4odkYRr2iOF/GMHYk0xcG4YfwwjhhPJQ9M3PgTTrwpWegtgakEDJCABCQggRUSUIBfIUyzkoAEJCABCUhAAhJYJQHzkoAEJCCBmoACfE1DuwQkIAEJSEACEpDA/hCwJRKQgAT2jIAC/J51qM2RgAQkIAEJSEACElgNAXORgAQkMDQCCvBD6xHrIwEJSEACEpCABCSwDwRsgwQkIIGVE1CAXzlSM5SABCQgAQlIQAISkMBJCZheAhKQwHECCvDHmegjAQlIQAISkIAEJCCB3SZg7SUggb0koAC/l91qoyQgAQlIQAISkIAEJLA8AVNKQALDJKAAP8x+sVYSkIAEJCABCUhAAhLYVQLWWwISWBMBBfg1gTVbCUhAAhKQgAQkIAEJSGAZAqaRgASmEVCAn0Zm8/4PTpFfUukbx66SgAQkIAEJSEACEpCABBYhYFwJ7DEBBfg97lybJgEJSEACEpCABCQgAQksRsDYEhgyAQX4IfeOdZOABCQgAQlIQAISkIAEdomAdZXAWgkowK8Vr5lLQAISkIAEJCABCUhAAhLoS8B4EphNQAF+Nh9DJSABCUhAAhKQgAQkIAEJ7AYBa7n3BBTg976LbaAEJCABCUhAAhKQgAQkIIH5BIwxfAIK8MPvI2soAQlIQAISkIAEJCABCUhg6ASs3wYIKMBvALJFSEACEpCABCQgAQlIQAISkMAsAob1IaAA34eScSQgAQlIQAISkIAEJCABCUhguAQOpGYK8AfS0TZTAhKQgAQkIAEJSEACEpCABLoJ7IqvAvyu9JT1lIAEJCABCUhAAhKQgAQkIIEhEthYnRTgN4bagiQgAQlIQAISkIAEJCABCUhAAi2B/m4F+P6sjCkBCUhAAhKQgAQkIAEJSEACEtgagU4Bfmu1sWAJSEACEpCABCQgAQlIQAISkIAEOgmsQ4DvLEhPCUhAAhKQgAQkIAEJSEACEpCABJYnMEABfvnGmFICEpCABCQgAQlIQAISkIAEJLCvBPZPgN/XnrJdEpCABCQgAQlIQAISkIAEJHDQBBTgm+7XKQEJSEACEpCABCQgAQlIQAISGCIBBfjV9oq5SUACEpCABCQgAQlIQAISkIAE1kJAAX4tWJfN1HQSkIAEJCABCUhAAhKQgAQkIIFuAgrw3Vx209daS0ACEpCABCQgAQlIQAISkMDeElCA39uuXbxhppCABCQgAQlIQAISkIAEJCCB4RJQgB9u3+xazayvBCQgAQlIQAISkIAEJCABCayRgAL8GuGa9SIEjCsBCUhAAhKQgAQkIAEJSEACswgowM+iY9juELCmEpCABCQgAQlIQAISkIAE9pyAAvyed7DN60fAWBKQgAQkIAEJSEACEpCABIZOQAF+6D1k/XaBgHWUgAQkIAEJSEACEpCABCSwdgIK8GtHbAESmEfAcAlIQAISkIAEJCABCUhAAvMJKMDPZ2QMCQybgLWTgAQkIAEJSEACEpCABA6CgAL8QXSzjZTAdAKGSEACEpCABCQgAQlIQAK7QUABfjf6yVpKYKgErJcEJCABCUhAAhKQgAQksCECCvAbAm0xEpBAFwH9JCABCUhAAhKQgAQkIIG+BBTg+5IyngQkMDwC1kgCEpCABCQgAQlIQAIHREAB/oA626ZKQAJHCeiSgAQkIAEJSEACEpDALhFQgN+l3rKuEpDAkAhYFwlIQAISkIAEJCABCWyUgAL8RnFbmAQkIIFCQFMCEpCABCQgAQlIQAKLEVCAX4yXsSUgAQkMg4C1kIAEJCABCUhAAhI4OAIK8AfX5TZYAhKQwGgkAwlIQAISkIAEJCCB3SOgAL97fWaNJSABCWybgOVLQAISkIAEJCABCWyBgAL8FqBbpAQkIIHDJmDrJSABCUhAAhKQgASWIaAAvww100hAAhKQwPYIWLIEJCABCUhAAhI4UAIK8Afa8TZbAhKQwKESsN0SkIAEJCABCUhgVwkowO9qz1lvCUhAAhLYBgHLlIAEJCABCUhAAlsjoAC/NfQWLAEJSEACh0fAFktAAhKQgAQkIIHlCSjAL8/OlBKQgAQkIIHNErA0CUhAAhKQgAQOmoAC/EF3v42XgAQkIIFDImBbJSABCUhAAhLYbQIK8Lvdf9ZeAhKQgAQksCkCliMBCUhAAhKQwJYJKMBvuQMsXgISkIAEJHAYBGylBCQgAQlIQAInJaAAf1KCppeABCQgAQlIYP0ELEECEpCABCQggZECvINAAhKQgAQkIIG9J2ADJSABCUhAAvtAQAF+H3rRNkhAAhKQgAQksE4C5i0BCUhAAhIYBAEF+EF0g5WQgAQkIAEJSGB/CdgyCUhAAhKQwGoIKMCvhqO5SEACEpCABCQggfUQMFcJSEACEpDAKQIK8KdAaEhAAhKQgAQkIIF9JGCbJCABCUhgfwgowO9PX9oSCUhAAhKQgAQksGoC5icBCUhAAgMioAA/oM6wKhKQgAQkIAEJSGC/CNgaCUhAAhJYJQEF+FXSNC8JSEACEpCABCQggdURMCcJSEACEjhCQAH+CA4dEpCABCQgAQlIQAL7QsB2SEACEtg3Agrw+9ajtkcCEpCABCQgAQlIYBUEzEMCEpDA4AgowA+uS3a+QmdLCz4W/X+V/qnY91l9Rxp3q+hXRn8yum479r+LH2G/EvOc0WeIHqra1/5jDNIXRb82HXDG6G2rp6YCpU6Lmp9L2vdHPzL6AtFfFq2SgAQkIIHBELAiEpCABFZPQAF+9UzN8TAIfEmaebHod0R/PPqx0ZeOPmt0qxCKCXtwAt4b/ffRN43+qmiVBJYl8DVJeI7o20W/OfpT0deNHvIEUap3YkX7rpNc7hetkoAEJLC/BGyZBCQggQ4CCvAdUPSSwBwC35DwZ0W/LvpHoxdVCPlPTKK3R587WiWBVRA4czJ5RvRTohHuY+yVYtLsJ9MiJit4/r4zdpUEJCABCUwhoLcEJLCfBBTg97NfbdX6CHxLsn5h9LWjT6p+MBkwCXChmCoJrIrADZLRw6P3bUv9bdOmP40+f7RKAhKQgATWS8DcJSCBgRJQgB9ox1itQRJAILpvanbR6Fa9LB5Xjf726C+PZrUQ/aWxf2s0YcSJ9Yj6urh+N/q7o1USYELnTMHA2IexYVIAABAASURBVJmlOX7B3QuMqz9O/FbdPB6c+4+xN4o2701jbIgEJCCB/SZg6yQggXURUIBfF1nz3UcCl0ijbhZdq4/GcZ7oK0a/KPpvo/87uqgvxsKZd8KIc/a43xpdq++J457RCPsxVGsgAP9aIKYvuQRuDUVtJMv/SCmfiKZdl4/5s9H/G10UbeXSxK8tHpoSkIAEJCCBnSFgRSUggakEFOCnojFAAkcIIFxz8Vz9zCCYIzy9+0jM2Y6/TvCVolsh/prxY0t9DJUEFiLA7fXPTopHRdfqfHGcK1olAQlIQAISOCgCNlYC+0ygFkb2uZ22TQInJXCWZPAT0bV6YBwfjl5U/VMS3D26XjFlK/2V46eSwDIEEOI5ivGFKjGTTu2YrYK1SkACEpCABCTQQUAvCQyagAL8oLvHyg2IAGfbucCuVOl/Ynln9LLqLUn459G14kZ6tj7Xftol0JfAxxKRHR4xJuqHJjYtEpCABCQgAQlsgIBFSGC9BBTg18t3Xu6cT+VWZVbPin7AvEQd4ay0PTf+JQ/M34x7lkJQ5OK0X06kV0Z/Mpp0tcaPMM59swKdKBtRXM7F+V0E5P9KiaVOnCf/UNyPjGZr8Bli9lVc6FXywbzLqYRcjMXt1pxdxx/Nqvr9E049YnQqzrn/Z2dIP8/PJBpCPKvwlP03cZPnV8Tsq745EekbbsX/u9ipe63/OX6ML/p4VlsSbWXqK5PTFaIfF/3+6Lr/qBtu/OlDPgnWtw9P2n9t+tembmeM7qsY/7CGJ2fnaUvRCM58uu3CyYyLDmNsRXEunt0ddeGz6nO2RKTupR2FCb8NF0sYn2srYYyl348fX0wofcYW/c/Hr8TBjl+8einikmZW+qcmpxL+67HX6kZxlDDMUv94z1Q8C6v+fZlZoIESkIAEJCCB3gSMKIE5BBTg5wBaczBCXHsz+eVS5tdHL6K+M5ERHmKMFULSM8e243/Ky/nbE/RX0Q+LvnT0WaNbhR9hv5OAT0VzxvbMMdelWC18RTL/ePSDo7kcrhZAGK/fF//bRXPu/D0xLxVNm2IsrFhVf31SMdnBTfGxjtX35u89oumbb4yJYsWdCQTsaAR/BFDsy2ragTBEPejDn0tGCGExZqrC6R8Si7756ZgIYzGOKMYRdaSPYfr8hFJWjJUrxsVDk+tno18afcvoc0TX/RfnCDf+tB1h+APxXLYPaUvf/ksxSynKeHJSMv5hDc+vibtW9N2N4/HGaCZjrhuTfo2xUQXbtm7vXbAGTCDRj9yGf4EqLWPpZ+KmjZeMuYuqPDc8C5v4fdlFRtZZAhKQgAR2nIDV338CCET738pht5CV83+tqvijsf9w9CLqsolcb+9+R9xdL+684JeXc8pJtIXUbRL7TdHfFb1KhQDOahor7rSlb95c+vaqREbYpm2x9lYIJKya/viMFM9JGIJbjBEv/Qib2ItGCF01i5J3lwkn+uAvErgIp0Qfq6vnL2NjVpsTZWHFWGIy5U5JuWg/MFlCH/5S0tK+GL3Uov3XK9MmEhML8GJipQma6mTS6xkJRdhvhel4r1V9W3JngivGWLEq/baxrd8f/j+4Y6KyYyNGp2LXSHv0ozPigDwZV5v+fRlQ862KBCQgAQlIoDcBI+4AAV7YdqCae13Fj6R1fxZdFNvhr1McPUy2LF+1ifeCuFndjzFRvMROezlnGyt1eEJio58Wk3rFOKaYXLhXfKlnjBMr6nXn5MJW2S7h7y8T9qRo6oXwwJbzOI+o+8XFKnpX+gR1KgRhdheUQG6Fp4w/iAdb2ZlUYXIlzrH6l/x9SXStvj8OhE+E6U2suF4j5bH1vH1uqe+7ElY4YSLkd7FiRwEr8otsH0/WUxUTGNyAzrbkNhKTHoTBFQ0rxlobD/d98+e80X3Vov3XN98Sj68C/HEc8IpxRLHtnGektAn+RyLEgdDP+OGYTJxrVzxHrJBzGWIpjOdlEWGbFXcuVyzpOZZBO9HY8X96/rS/LfFam2KHBZzR7WQE5/3xL5rnk50ydWXgso3fl7oO2iUgAQlIQAIHQsBmboJAKwhsokzLOErg3+NE4I4xUQiWXYLDJEJlOXvsvHjHGCsET15kx47qD8LRfSo3Vs5ds2UfIYM82PaMZjswK3n4s9WUuLVGuGH1u/Zb1s7Z5Ad1JKZcyv+RhHH2mHqxfRnBk/PrrdB068RjRTxGL1VWR2HATd3nTyrKuFpMwi4Sk7PaMSaKFfuPTlynWVhBZts/n5SjzueM9zqEeQRkzgDXzyw3jt8w5VFfVsELJ0wuxIPVLya8ZcX5ZtqXoBMpJnGYzGEio87ot+Ng/CLcI1TCFX2Z+J8pmuMeLduvjv9NohG4YsxVtJlIi/Qf8fvoH0skVtBr1vEacSyFoxbcHcEzUtrEcYrrJQLHB2JMFHcB0GdwmniuwQIz6lML36y+PzxlLSJsMwFGXkz83CFpy9EA8uYoAWOd3QUJ2ph6YkqCM5odMXFOFMI9/kWzu6g9grKt35dJJbVIQAISkIAEJNCTgNF6EWhfUHslMtLKCSAAcna2ZIwQiEBW3LNMhP1vqCKwkt6unvNSjnCEkFSiInCyRZhVxvpsdwnHRCC5WyykjTFRrPJxPn3isaTlm5KOT7HV4xCh9Crxv2s05cc4opjweEh8ELoR3mKdKNKwQ2DiMcdCWddOnHaVEoGXlf92NY8VP1bzCE+yI4qt01yMxdEF7iCgH3BTHwSjI5GXcHDOnUmVkpQyEBBZEe2qD/Fg9VuxEI/4sY4V4+GiY9vJ/jCJw2ROnQuX/zFp8Onas7IjWHIMg0kEdj1UQSMmaBhbtd8s+6L9NyuvEoYwzm6Auh4ItFx0eP1E4rmJcUTx/CDc09dtmxAu13FmnDHFlnnGL2ONc/r1c8QEBHceHKloT8c9E48dLbQr1rGi35i84jK7sccO/Nn278sOILKKEpCABCQggf0hcCgtqV/4DqXNQ2wngugbqoohYLXb4qvgiRVhA2F34hHL70YjuMWYKG7QboUIBGduW59EmmLhxZ1t5a1gwurqlCS9vZlAQOipE9wqjq4dBPE+ojgvj0BVC6as+t4iseAXY676w8Rot+XGa6ZCKEIgLmfjuyLzXDHBwIo8Z8OpIyZfGGByZtEVeo5JXLEpiG3DXCjWeHc6Wal8URPCKnJfTk3SiZOV9FrQZVX90QllzMSYqbgt/RFNDC7iKyvrTVCnc5n+68yo8mTijF0pldeIZ+Ux8ZjXrk8kDhfY1UI+Y4GdITyrCZ6rLp4Y/xZNWbM0Y4ryOKLA7pEkmSh2RTCJMm1iZxKxw8JEIrfNU3ZH8E55bfv3ZadgWVkJSEACEpDAgRPYmebzcrkzld3jirLSywpe3URW1hFIa7/WzpZWVi2LPy/frG4WdzFZQSR/BHHicIb3j0pgD5Pz36ws11G5Sbx2L2pHKGX7d53u5XE8L7qvQoBFkK3jswWebc613zT7ixMA+xgLqVcnNuy5lR+2cc5VTFSwxRmOCGj/LykQWGPMVQja3OyOsMYqKP2xiJBFG9tdBqzeLiIsd1WSrxg8PgGcv6dOTG78Y9x9FQI/q+glPhfT8Wm84p5nLtt/s/JFAP/yKgJ17DspQTImxRD4sReNIMkN6MW9LpP7BZj4YxfEMsI79eLLAEwoYt9lPYTfl13mZ90lIAEJSEACEliIwOYiK8BvjvW8ktgGi7BQ4rFSO++28Csncr0Cyip+18s32155qUe45Swrq68Igkm+NYWQzbn8ugJduwfq8NbOKiGCLAJqCePcLuyKe5rJLoUPTgvs4c/2flZW2abL+fv2hvpZWbAay63rXAzGVuV5gjR1RYjkPDkTBxyZYPJiVhmbCOPoBzsmWLWmTnwNYBPlUgZMTtJ/5NFqJhAu2HguOilBcibH+MQfdjRHV+Y9y8Q7qWYcsSuBfll2woDPS9bP00nrtK302/592Va7LVcCEpCABCQggV0ksECdFeAXgLXmqKxcch69FMOqK9vjMYtfbXJBWbutmlX2XXn5ZgW//vQdkwwID3Ub+9iZ9KgFOXidr0dCtnCzBblH1JlROOv9uMTgPDgXtNEn3Kj/yfj1UZytZvKmPt/eJ92hx1lV/9UcmfxhXBY/JoheUxwLmEzMtGP5QgukP2lUvorAVwi4qZ/nYZH8SLdI/KHGpR+3+fsyVC7WSwISkIAEJCCBHSfQJcDveJN2uvpska4FcLbRs8Lb1SheUOuzrwiyCIJdcZfx48WfVawbJDFb2zFjXZlCWKozY8USoaz262Pn1v33NRH7rD4iYLc3VjfZLOz8XFK8LJpPiLEVHIEeYQoBn/IS1KnYXs+q7SruFagL4O4DbuFmlwKf2qvDtmVna3O5H4DVYlanl6kLPFfdf1xEyMRYqQ/HAjhyUtx9TerFHQ11fPq2zrsOq+2vi4Nxw/M3T7Nj4AcSn/Pu7cWV/LbzycH2mEqiT1X89tDmqRF2KGDbvy87hMqqSkACEpCABCSwSwR4yVtxfXc6Oz5PxqrbIpo0q2o0q1/1pWoI6XzSqit/BLNa+GH1nlX8rriz/BAq+AwY2+u5Nf1ZicwZec52I7ywrZ1LvVY9Vuqt/ylyhPCO4IN9EY3QwdnfRdIQlzTLnhMmfR+NQP/KRGSLPQI9K4KMF9oa7yOKPvjV+HC7eIzeCoEY4ZDx8AtJxer/h2JygzgX7SEks/V+0XyTxdKKS/qYeLpEcuCiQY4JcLYaHmx9Z6KJscYEUaIspdbRfxxtQGguFaK+TBAV9yImRywWib9MXOpGX/OlAX4r+PQbz23Ji2eWuxaYICp+s0wuxqN/ZsXZlbBt/77sCifrKQEJSEACEpDAjhHgBW9YVT7s2nwmzX9BdFEIE13b6L82EbgJPcZYIcSyej92zPlDnqxQ89kpBBQuVGMLOuVya/p1kr5dvYrXTikEWiYmhlZpJlj4BB71u09H5a4Xvz5npb8j8RDMyA+Bi8/bIahzU/qNEsZ2/E0/25y/ZucBt+0zHqkb28/5zB3HBLhskTip3kGqs6fVrKzHWItiwoaJEj77WBfARZg/Hw+e+xiqFRDg+R3i78sKmmYWEpCABCQgAQkMncCmX/LXzmMPCuATaqyslaZ0baNHAK9X5lm1Z/W+pJlmcoEdt7z/ZSIgbPUVqKjPJlYUU62VKFael1nNX0nhPTJB6GZLO6vxdXRuP2fCpvar7WeOg5vvPx6TS/BY5Y51rmKnQf1ps7kJFojAajs3t3Pum0mhvqu9FEEadrtg33e9ji3/LTNYPjGe7RcHuJeh71hJctUcAkP/fZlTfYMlIAEJSEACEthlAgrwR3tvCC7OsrLFuNSFy9FYvSxuTIQ8hD3saM5ds3qPfZrmpnA+MXf1aRFO+XMGlvIfGveVolnB46ztC2PfFcX2alaBV1VfBCC2gCM4c9ket/2fdDUVYYuz8bCu60k/sS2+9sPO5MurYuFishhTFW3ns25sq2Y3BZ+L+4qGwMJZAAAQAElEQVTE5jx0jJUqtuWza+MZyZXJhRidim3d7BJglwjntX8ksRi/fPKMyYw4917RL0ykrLuhXKrIcZq6HI5uMH5qP+3LE6AvV/n7snxNTCkBCUhAAhKQwMERUIA/2uUII2w1XUST5lQuKzEQaDh3XmeG0E2d8EOY5kw6djSr48/FMkOz5Z7ttWy9rqNxFpst3ZeMJ4I644HPgV0gbs4ovzQmAkGMlSvqXWfKBWJdgmsdp8tOGupeh61aUOJIAZMo8IM/W9Spb13mMnYmXd7SJGRXxJc2fgjKrNi32+sZK0wCMNHCeXLSsbWXSQAE5eckn3Wucl8j+bMTIMYRxbl/dnhwwRrnylmlZws5Z/GZWGAHyKr76EgFlnTAk4mVkhyW7VnqEjbPZOKkjoPAV+ddh63a3u6W4a4Mxseqyxlyfrv0+zJkjtZNAhKQgAQkIIGBEUBgG1iVDrg6pzedlXIukCs+CNjlBZxPpKFLGCu4rNoXd5fJCvJFmwAEP85yso37tQlDUN+UgJHiRtS5Lg/huBV6iDdPMznBLoU63ntrxwrsbV1Z0WQVeQVZj7h9f14+CO6cj6/jvSIOVlW5II+JFrbIcw463htRcL9jSioTS7GO2FrM59K4eb9cpjfkowzUudY8c+xAKX5MZn13cSxgMgnDMZc6CTsQWLmt/Xbd/oU04CT9y7Z+JheSzcpV+8wO+fdl5Y03QwlIQAISkIAE9peAAvww+/ZvUi22accYKwTtIrSz7bgWmrh8jpXD0Tjm8T+syl6r8eaM7D3iNytdgieK7eLfM3GtxvLRZMNFZzHGijKWEYq5vZ0V8nEm+cOkwLtjrlIhDLCSXed5izhYXY6xtKJvztukRohsBb32yATCOivsbOdvknc6GS/n7gxZ3vNcSVrGZKxjhUD/5rGt3x/G9boEuH41OBqLyRTGZe17kdrR084XB9q7AHjmeiY/cbT2OAOCdjt+T1xIMmCVm4swYx0rxtki/6ecc5xqPX/ox135fVkPAXOVgAQkIAEJSGAvCSzysrWXAAbaKLbbsoKJMFqqeJlY2L59wZhFIXC0511LWDERjBGUihuT89ysuGMvepZJ+mWE61l5IlC8vYmAUMy25cZ7qhMBmK3amCUS59TfVxwrMtsJFbK9cv4wmRJjacWnvy7epH593HW/0zbixXui3hHbJ6L7KlY624mCvmmnxWNMULcSzmQClykW9zwTYe9S8yJtOJzV93YCgnsEWL1dpCrXTmR2acQYKwTot45t6//DzgguvqxL4qgMvxW13zrsTGj1ZcXRl7aeq6zTLv2+rLLd5iUBCUhAAhKQwJ4TUIAfbgcjpH2gqh6CO9vgOd9cvNn6jsBa3F0m54/bVc7W3ZWu+HH++t5xzDkLnBiLKbbetmf9EWavtkA2MLlhE//FcfPyHmNligkVzm7/V5UjAuiT4kaIxx7rQgpBi4vl6vP7rL6zNb7OCCEZwaj241I6+rX2m2anblx81x4zmBa/r3870cI44WK6vulZ2WbCpm/8TcV7Zgqq+5n7Dm4ZPzjGmKuIf/smFrtpVn2soyli4uSLANzXMPGIhUmJejU6XitRPMPcrl9nxqRMH1bnTyImJWOsRVG3Xfl9WQsAM5WABCQgAQlIYD8JKMAPt1954a5X19mSiyCBQFdqjbCBcFncXSbb5NlyXYdxpr7P2V4ERz5bxopinR479ejzok7cafrVCeBCs9EollMKoZjL0U45pxpMZPxeQmuhkS29fEarXsFOlJUohCDqVmfGRMgfxAPh/mwx+yrORzP50q5A8hk2zkrX+SCItP3HxEWfHREI+XdOZveMbhVhJ+m/duKInR5cptcnT+r//FSo7rs4R6Td9m/SO1ORdhIFflzWR/0SPFVxJwHPZD0WuIGf8cFzODXhCgKoG88pl1XW2VE+43be70Sdpq+d5+09TeTrx41wHmOqYpKD57Tt/6kJpgRw1wC/Q1OCR7v0+zKtDfpLQAISkIAEJCCBIwS2/bJ8pDI6jhFAGCirgQjTbNsukd4fCxfYxZipOE/9xiYG59k5O48g2QSNnaymshLOt+VvNfY5/ocL53iBPh7S34fVu7snOkJGjLGibL5Vz8RBe5aXCHD4hVi4vX2yXTdu1IPyBwEsxsoVAtB9kis7I2IcUVwkx6o/Ey43SAhn8mlHrGPFdmG2nN8sLtIzacEERJwTxSfiHhZX1+QDt7onaKKYOOCG+WmrnQjnXCbHpMO0ryRQx3YVfVJADwvjjx0DddT7x8GliPRRrMcU/fXb8eWSxnrnQbzGinT11vOx54b/IGiz4wThtC6avmFcIqTX/tjhzaQTfcuFg/gVjaDKJYPFvUqTcpksQHDnt4DP9NXjjrKoM5NF2FetGav8jtT5slOHr2J0jU3qhoDPUQvurqjT9bG3fcIE2E/MSLhLvy8zmmGQBCQgAQlIQAISOJ2AAvzpLIZoY9stQkFX3RD4eEHtCmv9nh6PdhUXARJBEiHsWQl/fDTCBhfAserLi/n3xq+oD8fCC3uMsUJ4YNVv7DjBnxcl7d2iW8W2bz6zxgof9aJ+CClcmvWYREYYiDFRT4jt4dF1HePspfpGgjef9INbVxq2BLNt92MJZOKFuqARCllZ/534wz3GEUV+CPe090jAKQcTA+0laAjDjAHuMnhh4sEHzf0GlPcn8atXQkud4j1W9B967FjiD+1hx0CdlN8TJlFoB/WgPmjqxxl5Vu2Z7Chp+NxZeza77dcSd5Mmz9zNU2A9sRTniL7nPgTazh0VtI3JFXgjKLeTEvQPOyAW+WQex0j+LYUxbuZpJpWYOEJwr/s6ycfqQ/m7aPlJspBilft1TYoyNrmnoebEZCK/RWViDj4vadLOcnKZJExKHCYLGOc8l4wtnpOzlMBT5i79vpyqsoYEJCABCUhAAhKYToAX7umhhmybAIIQgnRbD15iEYow27AuN8I3AnGXIMHn6bioi/PIN01ibhevxwVpONPLN7wRnhNlrPiuN+e4x44T/KEND016blWnrFiPKI4OUC/qx2pbXbcSkW/ZT0tf4qzKRBBmdftpp2d4Ihv9i+BPvtMyQkhn1wGfaWvjcLHhT8cTPmjOP7dCMKvHl0gcBKoYY8Un0li9HTuW+EO/ke/LOtJSPvWgPmjqRz3rqOwOOE88WgFu1Wf1U8RSCoGc2/+ZZGgzYDfFjeJJ21gFpr1xHlFMil0zPjzDMTau2CEB91njahWV4jfhDsmIiY0YRxS/LdM4cS8Au1UY20cSzXAwucikZhvlrPFg0oBjJe1vEuN0l35f0hSVBCQgAQlIQAISmE6gSxiaHtuQbRBAwGm3jrJ9vF2RnVc3zhzzfW5WsebFLeFPiYXt9pyrZYWrfklnC/2qbjbnJZtzwqxOs3KbYnspGLDyyLbtLuG/VyZLREKo4/Z7BNAuAbZPltSd1dZrjkajdhW6Kz23mF84AaSL0UuxIskECKuwlIFQVxKyXZ1tzsW9jIlwyicKOe7QNz3jiMkgLmRkJbttz+WS0Um29if5yhRb3+HHcYW+mfJ8IfhzmRx8+qZbVTzG5u2SGc/mqr/GkGw7FcdWmNRiMqozQuPJeLli/BiTMXorVtqZLGh/D0sG7IBg0qC4i7lrvy+l3poSkIAEJCABCUjgGAEF+GNIBufB6jlnhuuKITQuIxyw1ZVvL3NzOiuMfF6qzpfPaLGtle3DvAzfJIFl1ZaVstfEXStW0LpWH+s4i9hZXUMQ4LNpD0zCd0XXgjl2/AgjDqu8CLaJtnGFUMCKIIIIW3lhyiQE9YNjWyFYw5Yt5Jw/ZzdB+8m4Nk3r/mA8uAAOQZ6tyQjDo/gVxRZljhncKR6UgTAM0zhHHItAIMVeNCvE7ZbjEtbXpEwERsq7bxLRfvop1rFiGzpjmEmgC8SHCSG2fH8xdhRboGuBjPb9GAED0Yx/dqjQPrjClzaX6rXtY1wy6cb4KHHWaXI0hjrBnvP37KxAQGZb/zrLbfOGE+OJCY/HJbAem4XRA+IPR8ZLzTDevRVHFtglxLPG8YE6IRfasTui9qvtPAu78vtS11u7BCQgAQlIQAISmBBQgJ+gGKwFwYvL6zhvXvSvnqC2CFecC2XllO+DlzwxeflnOzdnzhHY62IQSNiGT7yiEWzIr46HQMFLdImDSXl1nFl2ykFQvUcisSLPTdXkgcaOH2HEIW6i9VLUgTyKZks52397JZ4TickU8mcbP/WDYymnmLCGLcJNvZNhTtbHghF8mdBhB0DLmZVrhOT/l1RdZTw6/qU+mEwitP28bP9RHpf80X76ifzRnLPnwjKOYSBoUv9UY6K444Dt9cRF84k8tldPIpyywJfwohftv5Omp31whS+cSz3mte9U9acaN05IyWsZkxVn6gR7Lodr+Sb7qartay6lJI+pCeYE8DwiJDNJVY/Nwojb/OFYZ1O3v2/5TBbwrLELqGXGlynq/Fs7deS3g9+QdqwybvEjjDjEbdPrloAEJCABCUhAAlsloAC/VfwWLoFdJ2D9JSABCUhAAhKQgAQkIIFNEVCA3xRpy5GABI4T0EcCEpCABCQgAQlIQAIS6E1AAb43KiNKQAJDI2B9JCABCUhAAhKQgAQkcEgEFOAPqbdtqwQkUBPQLgEJSEACEpCABCQggZ0ioAC/U91lZSUggeEQsCYSkIAEJCABCUhAAhLYLAEF+M3ytjQJSEACpxHwrwQkIAEJSEACEpCABBYkoAC/IDCjS0ACEhgCAesgAQlIQAISkIAEJHB4BBTgD6/PbbEEJCABCUhAAhKQgAQkIAEJ7CABBfgd7DSrLAEJSGC7BCxdAhKQgAQkIAEJSGAbBBTgt0HdMiUgAQkcMgHbLgEJSEACEpCABCSwFAEF+KWwmUgCEpCABLZFwHIlIAEJSEACEpDAoRJQgD/UnrfdEpCABA6TgK2WgAQkIAEJSEACO0tAAX5nu86KS0ACEpDA5glYogQkIAEJSEACEtgeAQX47bG3ZAlIQAISODQCtlcCEpCABCQgAQmcgIAC/AngmVQCEpCABCSwSQKWJQEJSEACEpDAYRNQgD/s/rf1EpCABCRwOARsqQQkIAEJSEACO05AAX7HO9DqS0ACEpCABDZDwFIkIAEJSEACEtg2AQX4bfeA5UtAAhKQgAQOgYBtlIAEJCABCUjgxAQU4E+M0AwkIAEJSEACElg3AfOXgAQkIAEJSGA0UoB3FEhAAhKQgAQksO8EbJ8EJCABCUhgLwgowO9FN9oICUhAAhKQgATWR8CcJSABCUhAAsMgoAA/jH6wFhKQgAQkIAEJ7CsB2yUBCUhAAhJYEQEF+BWBNBsJSEACEpCABCSwDgLmKQEJSEACEigEFOALCU0JSEACEpCABCSwfwRskQQkIAEJ7BEBBfg96kybIgEJSEACEpCABFZLwNwkIAEJSGBIBBTgh9Qb1kUCEpCABCQgAQnsEwHbIgEJSEACKyWgAL9SzZscngAAEABJREFUnGYmAQlIQAISkIAEJLAqAuYjAQlIQAJHCSjAH+WhSwISkIAEJCABCUhgPwjYCglIQAJ7R0ABfu+61AZJQAISkIAEJCABCZycgDlIQAISGB4BBfjh9Yk1koAEJCABCUhAAhLYdQLWXwISkMAaCCjArwGqWUpAAhKQgAQkIAEJSOAkBEwrAQlIoIuAAnwXFf0kIAEJSEACEpCABCSwuwSsuQQksKcEFOD3tGNtlgQkIAEJSEACEpCABJYjYCoJSGCoBBTgh9oz1ksCEpCABCQgAQlIQAK7SMA6S0ACayOgAL82tGYsAQlIQAISkIAEJCABCSxKwPgSkMB0Agrw09kYIgEJSEACEpCABCQgAQnsFgFrK4G9JqAAv9fda+MkIAEJSEACEpCABCQggf4EjCmBYRNQgB92/1g7CUhAAhKQgAQkIAEJSGBXCFhPCayZgAL8mgGbvQQkIAEJSEACEpCABCQggT4EjCOBeQQU4OcRMlwCEpCABCQgAQlIQAISkMDwCVjDAyCgAH8AnWwTJSABCUhAAhKQgAQkIAEJzCZg6C4QUIDfhV6yjhKQgAQkIAEJSEACEpCABIZMwLpthIAC/EYwW4gEJCABCUhAAhKQgAQkIAEJTCOgfz8CCvD9OBlLAhKQgAQkIAEJSEACEpCABIZJ4GBqpQB/MF1tQyUgAQlIQAISkIAEJCABCUjgOIHd8VGA352+sqYSkIAEJCABCUhAAhKQgAQkMDQCG6yPAvwGYVuUBCQgAQlIQAISkIAEJCABCUigJrCIXQF+EVrGlYAEJCABCUhAAhKQgAQkIAEJbIlAhwC/pZpYrAQkIAEJSEACEpCABCQgAQlIQAJTCaxegJ9alAESkIAEJCABCUhAAhKQgAQkIAEJLEtgcAL8sg0xnQQkIAEJSEACEpCABCQgAQlIYJ8J7JsAv899ZdskIAEJSEACEpCABCQgAQlI4IAJKMAf6XwdEpCABCQgAQlIQAISkIAEJCCBYRJQgF9lv5iXBCQgAQlIQAISkIAEJCABCUhgTQQU4NcEdplsTSMBCUhAAhKQgAQkIAEJSEACEphGQAF+Gpnd87fGEpCABCQgAQlIQAISkIAEJLDHBBTg97hzF2uasSUgAQlIQAISkIAEJCABCUhgyAQU4IfcO7tUN+sqAQlIQAISkIAEJCABCUhAAmsloAC/Vrxm3peA8SQgAQlIQAISkIAEJCABCUhgNgEF+Nl8DN0NAtZSAhKQgAQkIAEJSEACEpDA3hNQgN/7LraB8wkYQwISkIAEJCABCUhAAhKQwPAJKMAPv4+s4dAJWD8JSEACEpCABCQgAQlIQAIbIKAAvwHIFiGBWQQMk4AEJCABCUhAAhKQgAQk0IeAAnwfSsaRwHAJWDMJSEACEpCABCQgAQlI4EAIKMAfSEfbTAl0E9BXAhKQgAQkIAEJSEACEtgVAgrwu9JT1lMCQyRgnSQgAQlIQAISkIAEJCCBjRFQgN8YaguSgARaArolIAEJSEACEpCABCQggf4EFOD7szKmBCQwLALWRgISkIAEJCABCUhAAgdFQAH+oLp7I409W0r5WPT/VfqnYt911dWuuo3z7H8XAO+Pflz0FaK/Mlq1VQIWLgEJSEACEpCABCQggd0ioAC/W/1lbXeXABMA50j1bxn90ujPRz8x+tujVbtIYBh1Zvw8IlU5T7RKAhKQgAQkIAEJSGDPCSjA73kH27zBEuDZu2lq99HoG0V/SbTqgAicsKlnTvp7RzN+bhHzS6NVEpCABCQgAQlIQAJ7TgAhYs+baPMkMGgCX5baPTX6PtHYY6gkMJPAN41Go7cmxq9FO2YCQSUBCUhAAhKQgAQOhYAC/KH0tO1cB4GnJVNWzufpMyXed0RfNfrZ0f8b3SoE+DvGk7xiqCQwlcAZEvIV0SdQJpWABCQgAQlIQAIS2EUCCvC72GvWedcIfC4V/kT0i6J/Jvq7ol8V3aoHxWMfLvxLM1R7TcDGSUACEpCABCQgAQlshYAC/FawW+iBE0CYR1DnErsaBc/jA+PBFukYKgnsJwFbJQEJSEACEpCABCSwHAEEhuVSmkoCEjgJgX9P4l+Oblfifzh+14lWSUAC3QT0lYAEJCABCUhAAgdLQAH+YLvehg+AwGdShztH/2t0rW4Qx9dGqyQggZUTMEMJSEACEpCABCSwuwQU4Lfbdwhpf5oq/F+lHxD7oopPSD03iep8fjPuWYrL0r47EVgFfmXMT0bX6bHjR9jNEnaW6E0pLnz7lRT2zuj/iqYu6C/G/qHoR0afK5rLvGL0UmxZJ4+i73Iq1VfFvG3030aXsA/Hfv9o6hFjrYo2cgt9XchPxHH+6EXU1yTytaNfFv3P0aUtmB+L+ynRF4pehFmiH1HfHNftoxmznOsn76L/Lv6MQepAXeJcWsGdcdmWw1iAF7evE2fZAki7qfFFHWEO+9+Pg2eqMCvjuc9YO1/Sfj6atLD+ztiL+upYuJWesKIZ7/GeqajXTybGY6MZIyUtJv0Lf/qbfk8U1ZiAfyQgAQlIQAISkMAWCSjAbxF+imYFFoEr1om6XGxfH72I4mX+wlUCBJ1nVu7aiuB+sXi8Pfqvoh8Wfenos0a3Cj/CficBn4p+VDTfn46xFvVDyfUV0R+PfnD0eaLrz2QxXr8vfreLfnf0e6IvFU2bYiysvj0pXh/NZMe3xizqe2O5RzR9840x16kQlp6VAuizGGNFey45ts3/wwQEwui/JCo33F8+Zjt+GB83jv+fRH8gelFm35I05P0PMR8RjdDXCulni/81o4lHXagTdYtXb0V/kJ7+Z1y25TAWGBN8/5w4jPFv6J37aLTp8UXVfiB/3hwNey4wPGvsRZXxzFijPbR9kfaUfBY1Edw5psE35BHSb5UMGCMxJor+hT/9Tb9TN/pnEkHLcgRMJQEJSEACEpCABE5CgBfIk6Q37ckJsGpZb6H+0WTJOegYvdVlExMhK8ZYvSN/3xvdKgSgh8bzddGUE2MhdZvEflM0t6jHWJlCYL1RcmN1lbbE2kv9YGJxhhwBiLbF2Vsh5LIq/eMzUjwnYUxcxFiren9yZ0IixkQxIXPGiavbwg4KJiCY7OjbfiYnYMY46JOGCRPKYGW9uxbHfcmXOr08QfW4jLNT0f/kj0CJ2Rmpw/Nn4/fn0eeMnqXIf9Pji/pcOX94FvvupqDtsF7185VqTBSCORNyTBq1QvskUoeFutEWJn86gvXaEAGLkYAEJCABCUjgwAkowG9/AHwkVfiz6KLYDs/qWHHPM78yEa4aXasXxMHqfoyJQoi5Y1xsTY5xRLE1lzo8Ib7op8WkXjGOKSYX7hVf6hnjxIp6cQ6cbeQIfm2GfxmPJ0VTr7fE/N/oVt0vHqyid6VPUKdiMoLdBSWQLciU8Qfx+O9oJlWYXIl17YoV63c1pSA4f13jVzsR8tit0DUBwRZrVkxpDybbtuu02BkHj4llFjOOeLC9+vsTr1bwqcfLtDIumkR8Gm9WGYkyukb+sL28K968/v+epH1+9LTV4W2NL9r+9NSL7e0xxop+gBX9wjjjuRsHVH+mPV+fThwEb9I+I/Z6xwa7OF4YP8KK/pu4W0V/Uu7PtQFx06dM7JCe558t9fE+otiNwq4U+utIgI5dIWA9JSABCUhAAhLYdQIK8NvvQW4jR+Cua4Jgycty7TfNfvYEXCC6KATPlxRHZZ439vtE14qXfLbs82JPHrdMIJrt1giQ+LOSGu8jiq3SrH4f8VzSwVldhLw2OeVS/o8kgDP41IstvaxKc34dgSNBE3Xr2NhaH6OXYiWSiDAoZ84p42rxJOwiMVkZj7ERxdn+uiB2CEw7ewwXPkHXCtaMIwTab0tGbNemPZisgrP1nB0OCZqoW8Q2i9m1Es5YjDFWTJ6QJ3zq8VLK+LHEapldL35dkwzxHivSIJi2v0WPTijPQNv/bNVnZ0SCJ4qxeKe4ENZjHFHbGl+svpcJGHYJwJ9+gBUMGWf0I2O7Hctdz9dfp1WcRyctbWVbe7zGit8QztETVnTb10y4/Xpi1/0Z54gdJpTHcYfLxIP0PP/s7uCuAMZUvCeKSRbGHv028dRyIARspgQkIAEJSEACWyfQvjRvvUIHWgFWUrlErTSfLcF9t7jzQl6fm2VltF09R7C5STKvVwP/Pm62w/5xTC7TinFMfTY+d4smbYyJQjBBIJl4LGn5pqR7YHQ9Dr8Q91Wi7xpN+TGOKISVh8QHoRvhO9aJIg0rmBOPORbKYmswAlYdFYGKld//qT3XbG+PPNBX9bn8ungmK+j32u/ucdAW7jWI9YhihZYt+kxKsCpcB7ISz2RN7YednR3tSisCJCu08CFOrSkDofGK8WQrfIyx+vL8vW50l0Ko5Kw846mEM0nA1ngmFlh1Lv7FZBX7+nFQjxgThdDZ9v22xxeVQ9i9eCzwh1GsE8Vzx+4S+NDuEgAPJgCKexUmdyognNd5sesEQZwdDNSlDsP+ifxBuOeSx7Z+900YQn8MlQT6ETCWBCQgAQlIQAInJ1ALTifPzRyWJYAg+oYqMQJ3uy2+Cp5YeYFG2J14xPK70Qi5MSaKG+R5gZ94xILgzG3rsc5UCB1su+Vlv47IFu7avYydCYRW6OJCra4dBG3+CIsIcvVWYlZsWVWGXxu/y/2H8Xxb9C4pVuXbLdAIs1z61iWE1W1jy/Yd4lFPWLCizWfr4n1EsTrMynbxZLKDy9iKe5rJSvHDm8ALxs2OghhHFPlf4YjPaHTPuNlmzriLtVMxgcCxiXr8IvSyY6BOsO3xxSQQEyvt81jXEfsf5Q8TaTEm6tyx9R3HiTpTMVFy08Sof++ZwGPiACE9QVMV/cBRC34v6khXioMJoRgqCWyEgIVIQAISkIAEJBAC9QtdnKotEWCllxu16+JZYUUgrf1aOxeSsa28+LOKzyVzxV1MVs/IH0GcOJxvRWgo4fNMzmi3K8TnmJdoTjgrvDds4nDp2fMav1nONyYQ4TXGRLE1edrK9STSKcuLY8I+xtYVjNu6tFvkqSQTMQi+2NEIYuxIQKjFPU+zqv0bTSRW7tuxxm8Dgl+Jyko6E0bFPctkF8g/JQIr8Qjj9Ol/xN0qVpkRvIs/Ajk7BBAai980k0mv32sCESjZ3o/3EMYXk2nsGKA+szQCfjuRxDGI0pZZafuEMY44KlPHRSCHd+03zU5/cKShPh7B+OB4xKomGaaVrb8EVkTAbCQgAQlIQAL7QYCXsP1oye63AqGnfkFmG/2ss8O0uBWAWMVHsCGs1v8cB2dkEW657IvzrQhX8d6aQsjmXH5dAQQehJnab5YdwYLLz2rBl5u1YTcrHWGU80EsA9H/mXq0QjjnjeM9UQhLfCZu4hELkx7tkYl4z1RcBlifoeZTZ/WkAIk/lz982izGWCHMI/RxjnvsMeMPK/xsX2eCiTPfnL2Gd50EAftitUfstGXeinCiTdQrY6MdXAD4+Og8jEwAABAASURBVNg5S89kVayjbY8vxiSfjqMufXQ7QdYnTd84PGf1MRuYLTKBRzn/mD9stY8xURxjYXfPxEOLBPaWgA2TgAQkIAEJDISAAvxAOiLV4AW53kaLsMb2eMwEH1Nc5sZ54zqAVXYEh9pvqHZW8GthkEmGty9RWSY9akEcXufrkQ8rxIsIiz2yPFEUWLQr3FxIWGfKajWXutV+fxEHExkxeivaXq++Ipy3Rxn+LblxK3mMieJmdSZ+uJmeS+zaCYZJxB6Wdos+SV6dP4u0hR0YHAHgvgiOXjCZUyYKtj2+eJ45TpAm9VJd9z30StgjErs26mg8Z3ypoPbrY39NItX9w0TgKo7SJFuVBPabgK2TgAQkIAEJrIqAAvyqSK4mH7Yb1wI42+hZyezKHQHl/FUAgiyr+JXXiawIwqxicj6alVHME2XYJGalvPZiVRDBsvbrY0fIfV8T8Ycad5eTrc1d27q74m7LrxWyOEfODoq6PpwhZ/V5Ec0n99oV97Y/KIPt7GzRx140kwwIy5yHhx9jDjfCHGOmxJtn0g4mLUo8BO+u3SMlfFGzbc+mx1fXjopF27CK+Ox0YJKjzosdG/Rd7dfHzuQNExMl7qyLFkscTQlI4OQEzEECEpCABCQwIaAAP0ExtvB5MlaYFtGkGSdewR9WU+uzsAjp3BLdlTWfx+IFuoSxel+/XBf/eSYr+ZyRZXs9N4I/Kwk4I89WZM7Ls62d87OrHiusJqeoiUJ4X0aoYMKDy9kmGfW0kKbdst4z6VqinbkjV9pWeyPAt/Eumwhc3LeI5hK89sw7AnWyOqJYpb9NfKZxYkywjZoVeW6/ZxcFdu5lOEPSzVKkrQV+2lpfSDgrbZ+wbY8vJiMYY33qus447K5oz9LzXC9TJpMsq+yjZepgGglIYGECJpCABCQggX0iwEv0PrVn19vymTTgBdFFIeB0baNn+zErryUewg+r98U9yyRPVqifnEicc2arNFvQKffB8btOdLt6Ga+dUmzrZWJilypNn9T15dZ3dgnUftuwc+6ZLeqca59XPkIzq/F/moiMK26UbyccEjRWrL6zmj925A+X+A2hvanKXLWL42tuo5aM0I7bJbMxmQQkMFgCVkwCEpCABAZFQAF+UN0xrgyfUGNb+NiRP13b6HlprlfmWbVn9T7RZypWWbkRnM9bsQrbrsxNS0x91nlGd1q5y/p/KgmXWc1Psq0oVknZbVEXzpbvoZzR54I1VtU5J/+UVHLainyCJgrhnE+9scW+z6WCk4Q7YNm18bVOpEMZo+tso3lLQAInIGBSCUhAAhJYLQEF+NXyXEVunE9F6Cl5cVYZ4am4MVmV57Ne2NEvyx9W72NMVayi8om5q0+NcVoAK6GU/9A4rxTNVmu2br8w9l1RbF1mV8Ku1PebU9H2iwPcaTCvT1mlJx27Kk6qb5w6zFIcK0GQv0kiIZwziXSP2JkMijFVMX5ZxWfyqI7EOKv7iDE27b6HOt0Q7Ls2vtbJbJcm9tbJwbwlIIH1EDBXCUhAAhJoCCjAHwXCFvJFBSHSHM3lZC7OmXLuvM4FoZt64Yegw5l07GhWx5+LZYZmyz0Xl31HE4dz5w+JH7dUI6gzHvjcFDeMcx7+pQn7dPQ6FPWu8z1rHFy4FWMhRRrqXifqs0Jcx9+2/VypQHts4fXxa3cRIPB+Mf5FcQfCNoRe6sDFgXxWjlvxEegvnEo9Lrrt13iNEOK5YwF70Yzz+jw1uxDqSakSb1mzrcehji/GDBMONcdvqx0L2Dki0R5NIf8FsjCqBCQggU0SsCwJSEAC+0cAgW3/WrX7LWKlvL5oCgGbG+FpGZ9IQ2NHs1rOqj32aZrPzfEJsDocYYuzvFzC99oEIKizyhrrRhR1rstjcmEZwYLJCQTEutKsFNfuIdsRXFn9LhM01JWV9VdiaTTb6pl0qb3PXTu2ZGeigTF765TPZMrNY3IJYoyJQoCvj2xw4SKr8CUCkwCMgeLuYyJMwonb+jGZpPqeUwkdX6eBoG9gcZrrtL/snqj74jTf+X/50gATfCUm9xzAvrg1JSABCewXAVsjAQlIYIAEFOAH2CmpEjdYvyFmUQjaRWi/ajxrYY/L51jNjHenQkC8VhPChWRsf56Vrk5ypjiKYBTrSlT7SSrKYDV30cy5Qb9evWZS4N2LZrLF+OdJ2fRpjImi77smIdhSz9b6ScRYmNxB+I21t2LL/nsSG+GrCL7UI14TxbGNX4uLcC6X4zx7nHMVq/NPSqyHRdeKfqovtEN4b9tyiTpBDzu7DziXz2fSuCvi55OmTHQ5vgLjlGKS75R1bMCMMTB2LPDnIk1cfqfqicYmWKcEJCCBwyZg6yUgAQmsg4AC/DqonjxPtqU+NdkgjMYYq8vkL9vnLxizKFZk+XxccXeZCMZMANRh3BLOinvtN8tO+mWE61l5Ijy+vYnAp9BYVW28pzqZnOAyPswS6eOxsL07xuAVuwc4gsFW+FJZ+vzxcXRNrrCayrGGBE8UAjzn4CcePSx8eg4hrgi+fCqOLeZ1UoTpe8cDwZgwdnD07Rva8MaknaXY1t3GoV6LCJZ8wo7b7Es5fE2hTAo4vgqV0YjnjE/8FR+YXbs4eprsjuALFXX0t8SxyO9IoqskIAEJSKAnAaNJQAIS6CSgAN+JZRCe70gtPhBdFII7QhSX0RU/tr4jsBZ3l3mGeNYCYpyj1o3fNP1lCUCQ4/xrrCtTCKPtWf+LJ3e2WsfopWBywybmi+NGeIsxaAVXLgpEQK4ryor3K2qPxv6auLkFPcZYcW78PrExGRBjruIyOXZf1BH5ggHjrfb7kziYSIoxVrCuv3ww9pzxh23adTDjlM8W1n4vj6M+B89RiJvGr95hEmenYjKBLft1IGyKQHno46vm8qE42jF1+/h9X3QfRX/cMhHr+EzSPCt+mDFUEpCABCQwLALWRgIS2FcCCvDD7VnOCNer66yY8hJdrzY/M9Wvhaw4jylWcv++8WXVlvOsjfcxJ1uzHxXfrtU66sGLfYKXVq9OyvYWc7ZfXyP+8xQTGb+XSAiwMcaKi8ueGNvQhYqzp46spLPjINaJov73jKsVdOM1UWytp90Tj1iYBHh0zHnnmunPX008BOUYE/XbsRXBN9axQqjn84RjR/7AGbbsxohzpmJsMVbrSFzKx5np2o+jHNxQX/vdP455/c+k1G0TjwmfGGPFvQFPjq3u+0MZX/QNfZvmdyp+I3iu6nsJ2H3BlyXm9SfP+C8m17tH14qJpnYHRR2uXQISkIAEdpmAdZeABAZLQAF+sF0zrhgCelmh5AX9ymPf0/6wVbg923payNG/XVuVOc/O2fl2lbSkZHWYlXCEuFsVz8bkwrl5AmOT5JiTs9UIBrVgQdnPS0wmDuoz0/EaKzj8Qmxs32Vbb6wT9aDY3hk9NMXuBc6Ac1ndm1M5zmcjdMc6UTDg8jfaNfHssCCgcr6c/q+DbxAHAhVn1xG64jyi6OvXxedm0bV6VRyMsxhHFOftmRSoPWkD8dnqjhBdh2Gn3EvFgrDOGIt1rNgx8Iyx7egfBEsEdsJLCL9Jz47jbtFd4+ss8UcY5Qb8WCfqCbGxVTzGRO3r+OIrC/UkD5NpHCXh2Zg0vrGwO4GjGbU3k4LcF3HdeHb1J0I+k0U8i/RLoo1Vn4mmcUT/SEACEpDAYRKw1RKQwPoI1C9l6yvFnJclwGpru7W55IUghYBS3LPMpyewXYVnBZvVby6hYissL/essPJCz/ZjBPzvTbqiPhwLwmOMseKFH4Ft7DjBnxclLcJajCOKc9kIkVy2Rr2oHxMWCC6PSUwE/RgThQD38LjqOsa5VnWj5E558zQXtnE++ymJzyf6YhxRCO9saW5Xo49EqhyfiJ3JAASpWCeKPuV+A1a6WV2FGXcp0Mf09fknMU+zcAnZHWOFc4xjiokUjiTUAYwJtmOThlVYykBjp1zGZTuxwlEBxnKdT7FTL7bCw6D48buEgP7ZeNDn5M8YYCwg7MM9QRNFmRwjoB8mnqcsuzy+TjXhmMEz8NeNLxMz9AlHFdDt0RImS+6aNLCKMVFMkjG5wk4d+hDWjBny5ygKwv0kciz0U5+JpkRVSUACEpCABJYiYCIJSGAGAV6UZwQbtGUCvJAjSLfVQFBBQMNsw7rcCN8IxKzcteHc2s3lVGzn5vzxuRKhHhekQbj8mfgjOMQYK7aB9z13PU4w5Q9tQMBjmy5ltdFYJaRe1I9Ly+q6lbgPiWVa+gQNWiGk/nRqyKQELGLtpVip5ygEQnibgJVr8oQZwi593MYhHbffs8uiDStuhDry4Fb84ldMymAXAeFo7PiV8GLeK5Z5EytMFFAXtsEn+kTR1/Q5+TMGGAuTwFMW6sbuA56VU15HDJju2/higo2JiSMNjYNJLSZP0O0xiQSPYHTNWJiwi3FEkZY+hDVjpmtrPWP1KklFf8VQSUACEpCABIZIwDpJYL8J8IK83y3c/da9JE1oV1oR3jg/nKDeitVdtj5/pHeK0YgVY7ZC/+ZoNGJVD6Ev1rFiC/15x7aT/0HI+q1kU1aQY+2lYMCq8l0Su0v4j/dgFcIxwi3CFqvcMFi0shwX4OsAbHFmZbRverbGk47089LwpYPLJxKTJIuUwRZ/BMIHJG2fvmGcnyNxuyas4n1MkSf9Tt2o47EIlQds9218cQEkO2uqZh6xwpKt9Uc840CIv37M60X/U3Rf9dhEZPcFdzfEqpKABCQgAQnsKQGbJYGBE1CAH3gHpXqsnr8pZq1eFgcv4jEWUpyBPmdSsNrJKlr7As9Wb7bYskX2GxPvJtFs144x4pIzztFiL5qVT1buivukJtusL5RMED7YQv2u2BHUYowVdvwIIw7nvd86Dhn2HwRftrHDFqGT8+h83o/z36xqnqT2pL9dMviGaLZNU0ZXv7IVvfQrF8CRLkl6KSYbqDfbrdmtwdhpj2TQN3w1gcmecydXJgi4RA7hOc5eirHGBXbfmdj3jaavyTfWscJOO+4QF+ezmVSgbnH2Uvs0vrjbgnPv10rLYQKbWCeKFXTG2MSjsnwxdu49YBKOCRC2zDNBF++Jan8Lfj4hHF+IoZKABCQgAQlIYBoB/SWwbgIK8OsmfPL82S7L5XWcNy+am8SXzZkXfbbf8uL/Tcmk5ImJEHiZ+HHeGIE91olCEGMbPvGKRpgjv0mkWBDsEB5KHEzKS1AvRTmcF+dTZ6zIc8M2eaCx40cYcYjbK9NEog7kUfQl4lcfCYhzpupqV8lrnsl9AXy+DbYIne9LSQhRMVammNBhRZYyuvqVs/dd/bpIBRAan5MEjB225dftpm/Yts1xC7bln6R97PTgTDt9Tb6lHOy045GpQzs+49VLMWYYO4yhrvzxI4w4xO2VaSKddHwtkx7GTKbABDaFEyY7UxDCU7WpimeX+wyYCGif2Vm/BVMzNEACEpCABCQggRMRMLEE5hJQgJ+LyAgSkIAEJCDi/aRMAAAQAElEQVQBCUhAAhKQgASGTsD6HQIBBfhD6GXbKAEJSEACEpCABCQgAQlIYBYBw3aCgAL8TnSTlZSABCQgAQlIQAISkIAEJDBcAtZsMwQU4DfD2VIkIAEJSEACEpCABCQgAQlIoJuAvj0JKMD3BGU0CUhAAhKQgAQkIAEJSEACEhgigcOpkwL84fS1LZWABCQgAQlIQAISkIAEJCCBlsAOuRXgd6izrKoEJCABCUhAAhKQgAQkIAEJDIvAJmujAL9J2pYlAQlIQAISkIAEJCABCUhAAhI4ncBCNgX4hXAZWQISkIAEJCABCUhAAhKQgAQksB0CxwX47dTDUiUgAQlIQAISkIAEJCABCUhAAhKYQWDlAvyMsgySgAQkIAEJSEACEpCABCQgAQlIYEkCQxPgl2yGySQgAQlIQAISkIAEJCABCUhAAvtNYM8E+P3uLFsnAQlIQAISkIAEJCABCUhAAodLQAG+7nvtEpCABCQgAQlIQAISkIAEJCCBgRJQgF9hx5iVBCQgAQlIQAISkIAEJCABCUhgXQQU4NdFdvF8TSEBCUhAAhKQgAQkIAEJSEACEphKQAF+KppdC7C+EpCABCQgAQlIQAISkIAEJLDPBBTg97l3F2mbcSUgAQlIQAISkIAEJCABCUhg0AQU4AfdPbtTOWsqAQlIQAISkIAEJCABCUhAAusloAC/Xr7m3o+AsSQgAQlIQAISkIAEJCABCUhgDgEF+DmADN4FAtZRAhKQgAQkIAEJSEACEpDA/hNQgN//PraF8wgYLgEJSEACEpCABCQgAQlIYAcIKMDvQCdZxWETsHYSkIAEJCABCUhAAhKQgAQ2QUABfhOULUMC0wkYIgEJSEACEpCABCQgAQlIoBcBBfhemIwkgaESsF4SkIAEJCABCUhAAhKQwKEQUIA/lJ62nRLoIqCfBCQgAQlIQAISkIAEJLAzBBTgd6arrKgEhkfAGklAAhKQgAQkIAEJSEACmyOgAL851pYkAQkcJaBLAhKQgAQkIAEJSEACEliAgAL8ArCMKgEJDImAdZGABCQgAQlIQAISkMBhEVCAP6z+trUSkEAhoCkBCUhAAhKQgAQkIIEdI6AAv2MdZnUlIIFhELAWEpCABCQgAQlIQAIS2DQBBfhNE7c8CUhAAqORDCQgAQlIQAISkIAEJLAwAQX4hZGZQAISkMC2CVi+BCQgAQlIQAISkMAhElCAP8Ret80SkMBhE7D1EpCABCQgAQlIQAI7SUABfie7zUpLQAIS2B4BS5aABCQgAQlIQAIS2A4BBfjtcLdUCUhAAodKwHZLQAISkIAEJCABCSxJQAF+SXAmk4AEJCCBbRCwTAlIQAISkIAEJHC4BBTgD7fvbbkEJCCBwyNgiyUgAQlIQAISkMAOE1CA3+HOs+oSkIAEJLBZApYmAQlIQAISkIAEtklAAX6b9C1bAhKQgAQOiYBtlYAEJCABCUhAAicioAB/InwmloAEJCABCWyKgOVIQAISkIAEJHDoBBTgD30E2H4JSEACEjgMArZSAhKQgAQkIIGdJ6AAv/NdaAMkIAEJSEAC6ydgCRKQgAQkIAEJbJ+AAvz2+8AaSEACEpCABPadgO2TgAQkIAEJSGAFBBTgVwDRLCQgAQlIQAISWCcB85aABCQgAQlIAAIK8FBQS0ACEpCABCSwvwRsmQQkIAEJSGBPCCjA70lH2gwJSEACEpCABNZDwFwlIAEJSEACQyGgAD+UnrAeEpCABCQgAQnsIwHbJAEJSEACElgZAQX4laE0IwlIQAISkIAEJLBqAuYnAQlIQAISOJ2AAvzpLLRJQAISkIAEJCCB/SJgayQgAQlIYK8IKMDvVXfaGAlIQAISkIAEJLA6AuYkAQlIQALDIqAAP6z+sDYSkIAEJCABCUhgXwjYDglIQAISWDEBBfgVAzU7CUhAAhKQgAQkIIFVEDAPCUhAAhJoCSjAt0R0S0ACEpCABCQgAQnsPgFbIAEJSGAPCSjA72Gn2iQJSEACEpCABCQggZMRMLUEJCCBIRJQgB9ir1gnCUhAAhKQgAQkIIFdJmDdJSABCayFgAL8WrCaqQQkIAEJSEACEpCABJYlYDoJSEAC3QQU4Lu56CsBCUhAAhKQgAQkIIHdJGCtJSCBvSWgAL+3XWvDJCABCUhAAhKQgAQksDgBU0hAAsMloAA/3L6xZhKQgAQkIAEJSEACEtg1AtZXAhJYIwEF+DXCNWsJSEACEpCABCQgAQlIYBECxpWABGYRUICfRccwCUhAAhKQgAQkIAEJSGB3CFhTCew5AQX4Pe9gmycBCUhAAhKQgAQkIAEJ9CNgLAkMnYAC/NB7yPpJQAISkIAEJCABCUhAArtAwDpKYO0EFODXjtgCJCABCUhAAhKQgAQkIAEJzCNguATmE1CAn8/IGBKQgAQkIAEJSEACEpCABIZNwNodBAEF+IPoZhspAQlIQAISkIAEJCABCUhgOgFDdoOAAvxu9JO1lIAEJCABCUhAAhKQgAQkMFQC1mtDBBTgNwS6RzFnTJzXRv9fpZ8a+yrUXZJJne/n4z5ftGr7BNq+qftp1fZVjadNUvupFFZz4BnhWYn3zqqzpeYfi67bRTvjdUy1cX12RyOZHBsmekhAAhKQgAR2nYD170tAAb4vKeNJQAISkIAEJCABCUhAAhKQwPAIHFCNFOAPqLNtqgQkIAEJSEACEpCABCQgAQkcJbBLLgX4Xeot6yoBCUhAAhKQgAQkIAEJSEACQyKw0boowG8Ut4VJ4BiBB8fnS3rqH0+8L0TX6qpx9E1/48RVSUACEpCABCQgAQlIQAKDIbBYRRTgF+NlbAlIQAISkIAEJCABCUhAAhKQwFYIHBPgt1ILC5WABCQgAQlIQAISkIAEJCABCUhgJoFVC/AzCzNQAhKQgAQkIAEJSEACEpCABCQggeUIDEyAX64RppKABCQgAQlIQAISkIAEJCABCew7gf0S4Pe9t7bbvrOk+JtF/2n056L/r9Ifi/0p0ReO/rLovupsiUjaktdr4z5jNJeyXSzmm6NL2D/H/vvRF4o+Q/Q09ZUJuEL046LfH/1f0SUPTNz4PzL+Pxk9K68EdyraSFtpc11/8ofNO5PqAdE/EE1bYgxKwRjW1BdNG+gLKvlD+fOS6C9GE0Z7Xhb7T0XT7hidirALJOQ3omk/6UhfNPn9VcJgdrmYxI9xIkUe10oOjEn6tZT1t/GjnHljJdFmKvruuxPjl6NfGf3J6FJGMfEjjGeDZyRRNqrot19Jie+OhnGpV3leLhP/ZcZ4ko022X76knHBM07dSzsYR/jxrFIf6nVSvYnfCJifKxXld+ZDMeu+Yaye9DcoWaokIAEJSEACEjhEAgrwVa9r7STw7fF9cvSnon8nmhfpr4lZq++MgxvO3xgT4em6MXmBjbGw+oqkeGj066IRCGOM1dfn789EU8YlY7bqzPEg3WdjvjT6ltHniEYwiDFRuPG/XXwQ/D4Q81LRfYQD4lAH2kg9aDNtT/KJgs154rp7NHn/WUyE4hiDVvwW3CY1/IvoK0XjjjGiPZeP5Q+jbxrdqq+Kx22jGR9MuNwxdtpPulgnivwQhmH28vgS/yTj5PzJ433Rz4lmTNKvsY7Vt+Yv5fxJzPdEXzx6EUU/M4H09iRi0uFhMS8dfdboVuFHGM8GbXpUIjAWY6xVwfc3U8LfRfMlA4RFGMc5VuV5+eO4GIfwirWX2mT7KYvnj75kXPB8UfdSUdqJH8/qs+L5DdHLKvpl3b8R1I3xxrhjUoXfme+LZ903jNVlf4OSlUoCEpCABCQggUMmUL9UHDKHVbR9H/PgxfodadjPRfdVCDTPSGQEGl6+Y+2tGI8IgKx4Tkv0lgT8eXStfjQOXpjvFJOX4xi91fcm5quifykaYSJGp2JC4q4JYTWQNsbaSyE4IRTDcFb+vTJbYyRWslktpA+6imHS4hVNAJM7r48fgiTCUay9FfEZJ49OikX77JpJg3BO38U6U/1gQl8dzeREH/7UBSGPCSTGVZIupCjnTUnxXdHrUt+RjNlBwcRJrHMVnOB1jbkxR6NNtp+y7pE68fxRx1hnqmsn9LnRywjx9OW6fyMYX0w2MN4Yd6lqL0XbYXCfxIZJDJUEJCABCUhAAhLoJvD/dXvru3kCgysRIYnVu2/sqBlbrp8W/ydE8+L53zFbhcDKy/bXtgEz3Ky4s3JdorC6SDlo7Pg/PX8+E10UgtKz40CoiXFEfTwuwqgnmrp+Pn5d6r7xPG/0NHW1BNw/ulXUqy6DCYb/bSLxnD0mfj8RPUQFO4RW6kn9/jV/aNOTYrJ6G2P0wtFo9Nej0//Rr2xT//HTvSa2f4rtD6Jhjsb+L3F3qVvFk+35MXopxgiTQ7WgU+pLWa9JLl38mZyYJ8AigE2bQGLcsJuCMtCMyY+krC71w/G8V/SXRq9aseOBZ6DmTnsZd6VePJ9tufCij9kF0YYV9ybbX8q6Xym8Mvk9YczQHkzYl2B237DLAQ7Fb565qd8IJusem8qU5yjWsWLs0w7ag+Z3iDaOA6s/94593hhNFJUEJCABCUhAAodMoH3ROGQWu9321db+x5IdQlI7Pp4Zf7YnIwSwRZlt6pyx5WX6eglj+3qMieIs+q/H1VeQQcjgxR6B5A5Jx/Z0ykGz2stKFau2CRor8kVQ+v6x6/Q/vx0rEw+8uLMiRj3R1PVMCeP8OmdQY52or47tJtGUH+OI4mwzL9c1jzckxvdEf1t0XQbbuVld/tX414r8aRN1rv2HYKfNsKcuD88f+pg2ca6blUT6gckLziUneKxunb9sHY8xUWyzh8k3xYcJD5ijsbNqSl6s2Cd4oiibOIyhiecMC0csCsO/STzqQN7Ul3zYNdLFn75DuEK4TrJOxQQOq6B1IGVwNpsJCyYPKAPNmGRrNP5sYa/TYGcCjPZiX6WGV9nZghB4l2TOnQaMu1Ivnk/ayV0ECZ4o+oaJtYlHY9lk+y+SslvhnfbcPP60jzFDezBhTB/QFwkeIcT33QXDWNnEbwTn6u+Wyn1ddFEfjYXfUn4/aAftQfM7RBtpK21OtLGib5lAor1jD/9IQAISkIAEJCCBlgAvta2f7uEQuFGqgtB0Uo0QnaymqyoEQYrV6PpFFIGa7brXT7y/j24VFzQh3CM0vLUJ5IWVF+7Ge6bzngllWzb5xjpWMOCFmAuuxh75g4CEoBTrRCFo/mJcn47uUuTDFmfOOLd1RQiq213S8xLOGePiRvhnOy/no4tfbbJiCMN6NwHhCCHtZAP+Q9GsqCMQ/ntTIQSnf6j8vjn2VhDkLDrb8KcxSZIRq/lM6jwPR6U5M89lbJXXXCsXg100sdiuTJ/GOlGF/8/Gh7EbY6yY1EFAQqgbe1R/EJ6YwGGipXgz1pkQYCdKPRZLOCaTVghupMVdNOOIdhX3qk12HSAEPyQZt/0Vr9F78wehEU6xTtQlYkPgj3FEbbL9/MZwqbVUIAAAEABJREFU8d6XVzWgPdTtifGrhdo4R7CnD+jvtj2Ez9Kb+o04eyrBb0qMsaI9Px0bkyjt+Iz3iDbS1hvGUYezS4eV/HirJCABCUhAAhKQwHECCvDHmRy6D2dFETRrDg+Mgy3g9YtmvCaqWD4RCxeTIfjEOlaMMS5y4qV97DHnD2etOWc+ryyyYSUdQQk7GsGaM9V90rLN+xEkqjRCJCtjldfYeu78RcCJMVZsV/7HsW36H+rAFnTqVGKxUswqZ3EPyeRm7MenQggWMWYqJjO4hKtEQlhhwqJPWoRNuP9PSRyTFUdWKWPtpSjvBonZtVU83mMFf44BMHbHHqf+MOGDUHfKOTEov51oIu2HJzGmWyiLLdLthBA7QKanWj6E8tgBwTiclQt8mAir47BroH5mStgm29/1G8MEIRNrpT5dJu1B4P1CV+AUv039RrDrgee7VONdsdRHTuLsVOxaqe+W4HemHYedCfWUgAQkIAEJSOAwCSBcHWbLbfU0Agjg9coYAmhfoZg8EXgQfLAXzSrmjJvYS7SxyW3TrPiOHXP+sNqL0MnLMudMn5/48wTrRJko2lYLA9x+zeryJMIpS9lefso5QsjvWsUt4cXkE2NcuMdkAeen2doPnxI+JJMbs+HRp060hzFBm7CzOto3Lflzdpy7A7Cjmdz5Fiw9NefZ5wmvZIWgyyQKk0K40QivrPRirzUr9ewiQRAnPsLiH9UR5tgZf6x619HqSY7a/6R22s6n/frkQx8xaVLiThvjm2z/VVKZ+jeGOr4ofn0UbeerGH3iEmdTvxHt7wG/Ee3vBvVpNX3DsRLGD79jjFd+A9t4uiUgAQlIQAISkMCYgAL8GIN/ThHg5f6Cp+zFWFQoJh2CT73lmm3J9aVbxJmm+XRXvTo7LR7+rFzdajQasaLH6hc3Wo/W8K/dtnv1lMEKMKtlsU5VCJAcg+BMOOenfyExEVZiDE59MDViZTvGXIWgwa4K2kTbrpMUffssUU+kqCOXI/bNhFVQJhjq+AjwrcDF0QyOX7DtnPsWWFHlyEadbih2LkGrL3KcVS92xTDJUuIwZrt+9zfVfrbvsype6oO5SHt4ptih03e8beo3gt87hHHag+b37vax9BHimfDk94vfMe6d6DuZkexVEpCABCQgAQkcGoGuF7lDYzDk9nLTNS/cJ9V8/qxPO7msrF415GWZW737pK3jsLqKIF77Xah2zLDzybUZwasP6pEjn9JjVbZE5blhFZA28sLdtWpf4u6KyQo8/T30+vIpMFbH+9aTNr2yicydBmwZb7x3xvm2E9R00d0OJyiqMykTPif9jWFCjS9MdBawJU8mwHiG6uK5EPF98eC8PxNC/I7HqZKABCQgAQlIQALLE0AQWT61KfeNADc7s0JW2sW2zlpwLf7zzP9IBC5vijFRnAeu854EVBZW1Siz8lq5lduiuSiKm8M5f8rugHmFsIqLwN7GY8WM2/pZfWPrPrecc8M0ZbRxh+5mpXaddWQlkksOudiPSSEmi5Ypj1Xxf1swIQI/Y6skY5x/S3GcwEQg48Z+dmO8PPlgxli76nPXwNorkQKWaT8TJ9x5kORj9bn8rXcIxDlXkYat8XMjLhmB53fR3wh2RHCspC2SL2fwW0N9GbfsHuCziTWDNo1uCUhAAhKQgAQkMJWAAvxRNNzAzYrdIpo0R3PZXRerc7yUlxbwosyW5eJexOR27kXiE5eL1OptqPgto8+QRKz0sVWam/O5yItzpbSH/NnGzqoYwleizlWMh4cl1qxzx5THN83Zrk0ZnH1ndR6BJUmnqcH4L9NfbeUZO7QX4Ycb4LkhndVvtmfTt6yePyCJ6hXYOBdS3GS/UIJEpj8oP9axYny0W+jHAVP+MPHE1wPYXs+4eVbiMSnAuXEmuH43bi5+3MTvKXc2sMMlRW5MrbL9TJzwO1Mqz4Qdd0UUdx+TrwzAvU/caXEYAzyzq/qNoBzGBZN42Ls05+L53CETh/yucm8E4+k7uiLrJwEJSEACEpCABLoIbOKFs6tc/Q6PAJ9Z4hvs62o5L8d82gwhkdVWVsRZ6X16CuSGaz4RR5w4l1KssF0jKZmw6bMCyhlYVuc/lTRvjqZ8BNxYV6i2nxUr66wovjFVgTvtZYKEC+HuHL9LR3O3QoyVKD4ptmhGjAUExb7p6CcuXWTXBZM+rJyyRfoFyYDVVM78L7uDIFkMXu1r+3n+1/kbwe/CbdK714vuMyHGRBbjieMAbLXns3NMLCS5SgISkIAEJCABCXQTUIDv5qLv6gmwysbW+lXnzAsvN+ezKonAxTbtvmWQhtX1vvFZyWVVGYGU7373XQ3msjd2AHDJHgJv3/LWHu8EBSDk8XUBBA9WFLmYrO/vCdxZvT5B8Qsl5cZzxkmfRFxg97xE/MtohD2EvljnKlZU+whtczPacoR9bD99v6nfCCaYmLz6xvTjVaN57mPMVXza8IWJxaRf3zGX6CoJSEACEpCABA6NQN8X7kPjYntXT4Btr6xQrTJnhGFWsJ6RTM8cPU0hLHKOne+C/2Ii/Ug0Qh0v2AjlcS6kaMtTkoKXbj5LRj5sn8U/3lPV/RLC7e0xdlohvMOR4wKc8Z3VmL9PIJ9mY+cCuxDYPs3uhGXP3COMJcuFFBMus8ZHyYw7Dd4UB18ZiDFVsZrPLoOHJsaVohHWKAMBLM6dVfvY/m39RvBbx23yfNWDMX/ZjIrHRTORGWOqYtKI4zqLHPGYmpkBEpCABCQgAQnsHwEF+KN9ijCIcLKIJs3RXHbXhTBbr0hz9hUBdZkWfVuTiO3Vdd5N8FJOtrT/UkdKzl3zIvwDCePlGaGPLfycP/2t+LG6ygt2rCdWbK3nRZ0z3xwRoN03T65vje5ShO36rfWccWfct78fXFyIYH+uNBwWPEfcM8DZcXYu8A3vahdGYi2u2Ha8aCrGABM2JR0r5QjhxY3JpWLcldCeR+aCNep+yURCUKfNfPKLXRWcX35p/D8dvetqU+1n9wXn+AsvmDJGiruPiXDbd5V6CL8RjHl+k26dxvHs02aOYfCJOyYX431E8VvC5OARTx0SkIAEJCABCUgAAryMYqolAAEuhqoFGwQVPn9E2CKal2vOENdpWAGft0Jdx59nR+C4YyIhJMYYK85f87k6VrueGh8+N8XLc6wbUUxQIKA8MaWdPxph8A0xa8WL+Xlrjx2zIzzdIXWub+9nMgSBhHYxQcI9BJwdT7SVKyZIGF+jUf+sOVZBvUsKVv/rcY7/FfPnotG1YsWUryewe+C1CUBQp49j3Tu1qfa39xEwjujTRYAyOUS/zEszxN8I6sw4ek4sl49m5wY7iGKdKCZNuRRx4qFFAhKQgAQkIAEJFAIK8IWEJgT4HBqf6cJe9EWKZQGTVSaEpjoJt7LX7pPaWeU9X5MJAj0XxjXeU50IAQgQUyMkgEmMG8VEKOfW6A/H/j3RfRSCIjfRs4pbxz937dgxO5e3cXN3XW1W458bj77CLees+ZRbkiysGFeMr74JEdzb+jLB8K9VBsS5VuXGynjlzgJ2peCepxEq+46LeXltOnyT7WfihOeobiOfXqzd8+xwbicIu9Js6jeCHR4cu3hMKsEuFI6N9P3dZDcIx2rekbS1Ok/t0C4BCUhAAhKQgAQKAQX4QkITArxctwIwK6usJBPeV187EflcVIyxYsvstC3l4whL/EH4RvAoSflU2duKo4fJyj2XsM2Lysv5fRPpptFs3+bMN2fo4+yleJl/b6+YuxGJ7c5sAS61RWh/XRyYMXqpcha+V+QmEuOKLfyN91QnOx6u0ITyzfa6vgjfjKc6GpePsVJa+9X21k76RcZFm36b7k22n1043J1Qt5fV/0V+Y/jqwbyJN/KnTzbxG8ERndunwF+IRvBmjHKpY5y9FOPsL3rFNJIEJCABCUhAAgdPQAH+4IfAMQDcoFx/M/v7EuOW0Qi8MeYq4vMyW0dkG/mqhVjO59dlcFlVfc65Duuys0J2i66Axo8tv+3kww0Sh/JizFVs422PIbC1f27CgUb4ytQLgSXGWDEu+rIgAePj7lhOoO+ZtHzDO8ZMRb1+OTHYkhxjrFj95fOCY8epP7SnFQhb96monQbl3DshdTlxzlKDCtt0+1+S1nNrf4yxYkz0/Y0pcccJ5/zZ1G8Ex0X+pKnLNeM+S3QfRT2ZbKjj9v3CRZ1GuwQkIAEJSEACB0BAAf4AOnnBJrIFlMuV6mQITFwWh7BW+7d2tkYzAXC2KoBLmjgX3XcrcpV0ppVvJ9cRWEXkRvB5dSQNN0M/P5ZW4Cdt+0xw+R7bwxN9othhwHZ94k88OyyEs/2+fjnnmAKMO6LvhBfHARBY6sqySwMhtvbrsiN8cVN7PT5KvD7pS1y20T8wDnZHxOhUCKV3SgiXGcaYKL4ewKTMxCMWxiY7JWKdKC6taydeJoGVhTo8Km7GRIwjitVfxsARz5U4VpvJptvPJZLcUVG3gkmdG8djFi+Oszw+cbrGT7yPqU39RlDwi/OnnvjkDowHxa/PuL5y4l0suih+c15fHJoSkIAEJCABCUigJtAKK3WY9sMkwMs8q4n1Chkk+LQR38dGSMdda4QlbnvmHCefCKvDODvOTd213yrsrKRy6V6d1/3j4MIxhKpYjym26f52fPlUWL0NPF5jRTq2v44d1R+2/HImuvIace6bW8unrbLx2TLOxCJo1un43Nxf1R47ZucywnY3BULyI9MO2hzjmIIRY4p0CN/HIsTj+6MXUdwtwO3/fF2gTUd5T4pny56dII+Nf6vY1v3GxpNz1i+I37Sz1ghm3K7P1udbJV6X4nK2RS/c68pn5X5NhptuP8cXHp461DtR+L/oyfHjmWrHEUI9n7hjlZuJlUTrpTb5G8EuHT6XWFeMHT48711jlHj83tw1Fi6xo42xjtXL8neR40CJrpKABCQgAQlI4FAI8NJ0KG21nf0JIIjzuTNWz+tUXNT0N/FAiGMFjdUwPo+E0I9w3wrFr0rcO0dzS3mMlSrqwAt/nSnjmVUvPu3GGWbqh2bVlzPyrMjxKaeShgukWBEvbkwEM8xac0aVC81aHrdJJG6+52K7wgMTN3X4+YTXCoEFwQUBpvbfJTvtenRHhWkrdyi8O2FM2sAd4YVJFhj9WvwLW8bDx+KuFZNAtXuanckg7lQg/NL5w6WLCGqlTCZaKI+dDwmeKMYtl4VR/4lnZXl67O0qPEIjq8W0gbbQJsqhjXzdAAGfOxGSdKzo97pvaVMtmI0jDfTPIu1fRfvpf46itBOFPFOMoz8LJ3jDnWeU3yTuM4h3b7XJ3wjGNGOcsVdXkN9MxmjXGGInC79X/G6VNPC4Xxz8psZQSUACEpCABCQggaME6heHoyG6Dp0AAvlVAgEhN8YRxZZwBCRWmBCiimBWR+LFm3Og0wSmOu4ydgQldgWwWtWmpz5clEb90D+dCHyuKcZEcVkfF05xHnfiGcs0IYGJClZ9W4YLBoMAABAASURBVCE+SUYIcYUHJm78a42QST0QXGr/XbTTt10r2fyecPM3F/7Bna31XHpXt/EjcXDBFyutsU4UK/N9hF22FrPLou4HLhcsZbY7QCgA9nyya9bRBYRvhEcEMdLUmjbQFtpEObSRtpY4pOHeh5+JB0JZjLFi5ZU7EMaOgf/ZYPsnJN4SG0cPEFpjnSjYclEhvOHe3nfAM98+t5PElWXTvxFM9lw35bftiddo3hgiDsI/v5lwwa2WgAQkIAEJSEACxwjwonTMUw8JnCLAaieCFd8sPuU110BAQ/DnRXZdwnupBPnz+S/OIBe/eSar8AhafPObFTpWbOs0fH+ZS6VqP+wIA5yfvkAcCIQxeikETerHhML7eqUYfiQEVlazfyVVxR5jrmIiiDQIvzBnFRemJSFCPUJOcU8zScPRBCZDyHNavOLPboG+7LkX4bJJyBiO0UsxJthuz4QEY4uV/pKQLfTnLY4dMLfRfibGGBPsZuiD6GGj0YjjOuyK6RN/k78R1If2/FgsHNeI0VvxG0u6V/dOYUQJSEACEpCABA6SgAL8QXb7Qo3+RGKzCvadMbkUjK2tnJmNc6wQUFm9Q4BBuGU1lNUxBK1xhDX/oS4IhtSPz729K+XVQmVbP4StZyfOF6NRnKutV8y44I4XacK6NMIn56JpJ2esKY861HG56I3jAzeMJxdvUb8+wmai74yC8UNTWy4Uu0PMdlzEa4RAy5ECVr85XsFERtkazNnx+qZtdnX0Pd/M2OLSMO40YEySF/1MmWgE8AfEwpi4bcxF2PNJvHMmzVWj2YVCX8Y6UWzvpm85YkKbbpIQnpEYI4TK9oZ7tomzI4TwXdDbaD/8WHlmsvBxgcS4iTFRdX9yJKeMoUmEORaeT55BxsN9E5dnlvEb61gxdurfsJP+RjAxyKV0lMf45Nlg3IwLO/UHN/48O9y7wW8sHE4Fa0hAAhKQgAQkIIFuAgrw3Vy24cvW20ukYLYRF82tzPE6seLCtZInJhdrLXpJEiuL/y81QUhnhZp80Jzz5QIythDzQloE40SdqzhzjOBGPuhl6lUKoX73iYNzy9wuT37oefV7T9KwvZ646K+Ie97qGQLkBxOPc/GUV/MgD7b8XibhnCtmBTDWlSj6DEaUUTQXuS2aeddYWyYfykVo5QK7dlxQP/qWC+74qkEtMJGOm+ARlIlXNLwIqzX1KuGYjOUSjmDOmDx3POhnwtHcds+XExgTCVpYUVfKZXcHfUmeRTMhQ99yFp6215kzLtiGX+JiIpiRXx2vHffEo7w6TrG3cel/xkEJn2e26WeVVfKivtRnXe0v5dQm7LjkkDsqGDfUs+iu/uS3sYT3ZcJ4OOlvBGX2+Y2gbZTH+OTZYNyQtmjc+PPs8CwQXy0BCUhAAhKQgATmElCAn4vICBKQgAQkIIFVEDAPCUhAAhKQgAQkcDICCvAn42dqCUhAAhKQwGYIWIoEJCABCUhAAgdPQAH+4IeAACQgAQlI4BAI2EYJSEACEpCABHafgAL87vehLZCABCQgAQmsm4D5S0ACEpCABCQwAAIK8APoBKsgAQlIQAIS2G8Ctk4CEpCABCQggVUQUIBfBUXzkIAEJCABCUhgfQTMWQISkIAEJCCBMQEF+DEG/0hAAhKQgAQksK8EbJcEJCABCUhgXwgowO9LT9oOCUhAAhKQgATWQcA8JSABCUhAAoMhoAA/mK6wIhKQgAQkIAEJ7B8BWyQBCUhAAhJYHQEF+NWxNCcJSEACEpCABCSwWgLmJgEJSEACEqgIKMBXMLRKQAISkIAEJCCBfSJgWyQgAQlIYL8IKMDvV3/aGglIQAISkIAEJLAqAuYjAQlIQAIDI6AAP7AOsToSkIAEJCABCUhgPwjYCglIQAISWDUBBfhVEzU/CUhAAhKQgAQkIIGTEzAHCUhAAhI4RkAB/hgSPSQgAQlIQAISkIAEdp2A9ZeABCSwjwQU4PexV22TBCQgAQlIQAISkMBJCJhWAhKQwCAJKMAPsluslAQkIAEJSEACEpDA7hKw5hKQgATWQ0ABfj1czVUCEpCABCQgAQlIQALLETCVBCQggSkEFOCngNFbAhKQgAQkIAEJSEACu0jAOktAAvtLQAF+f/vWlklAAhKQgAQkIAEJSGBRAsaXgAQGTEABfsCdY9UkIAEJSEACEpCABCSwWwSsrQQksE4CCvDrpGveEpCABCQgAQlIQAISkEB/AsaUgARmElCAn4nHQAlIQAISkIAEJCABCUhgVwhYTwnsOwEF+H3vYdsnAQlIQAISkIAEJCABCfQhYBwJDJ6AAvzgu8gKSkACEpCABCQgAQlIQALDJ2ANJbB+Agrw62dsCRKQgAQkIAEJSEACEpCABGYTMFQCPQgowPeAZBQJSEACEpCABCQgAQlIQAJDJmDdDoOAAvxh9LOtlIAEJCABCUhAAhKQgAQkMI2A/jtCQAF+RzrKakpAAhKQgAQkIAEJSEACEhgmAWu1KQIK8JsibTkSkIAEJCABCUhAAhKQgAQkcJyAPr0JKMD3RmVECUhAAhKQgAQkIAEJSEACEhgagUOqjwL8IfW2bZWABCQgAQlIQAISkIAEJCCBmsBO2RXgd6q7rKwEJCABCUhAAhKQgAQkIAEJDIfAZmuiAL9Z3pYmAQlIQAISkIAEJCABCUhAAhI4jcCCfxXgFwRmdAlIQAISkIAEJCABCUhAAhKQwDYItAL8NupgmRKQgAQkIAEJSEACEpCABCQgAQnMIbBiAX5OaQZLQAISkIAEJCABCUhAAhKQgAQksBSBYQnwSzXBRBKQgAQkIAEJSEACEpCABCQggf0nsFcC/P53ly2UgAQkIAEJSEACEpCABCQggUMloAB/es9rk4AEJCABCUhAAhKQgAQkIAEJDJaAAvzKusaMJCABCUhAAhKQgAQkIAEJSEAC6yOgAL8+tovlbGwJSEACEpCABCQgAQlIQAISkMAMAgrwM+DsUpB1lYAEJCABCUhAAhKQgAQkIIH9JqAAv9/927d1xpOABCQgAQlIQAISkIAEJCCBgRNQgB94B+1G9aylBCQgAQlIQAISkIAEJCABCaybgAL8ugmb/3wCxpCABCQgAQlIQAISkIAEJCCBuQQU4OciMsLQCVg/CUhAAhKQgAQkIAEJSEACh0BAAf4Qetk2ziJgmAQkIAEJSEACEpCABCQggZ0goAC/E91kJYdLwJpJQAISkIAEJCABCUhAAhLYDAEF+M1wthQJdBPQVwISkIAEJCABCUhAAhKQQE8CCvA9QRlNAkMkYJ0kIAEJSEACEpCABCQggcMhoAB/OH1tSyXQEtAtAQlIQAISkIAEJCABCewQAQX4HeosqyqBYRGwNhKQgAQkIAEJSEACEpDAJgkowG+StmVJQAKnE9AmAQlIQAISkIAEJCABCSxEQAF+IVxGloAEhkLAekhAAhKQgAQkIAEJSODQCCjAH1qP214JSAACaglIQAISkIAEJCABCewcAQX4nesyKywBCWyfgDWQgAQkIAEJSEACEpDA5gkowG+euSVKQAKHTsD2S0ACEpCABCQgAQlIYAkCCvBLQDOJBCQggW0SsGwJSEACEpCABCQggcMkoAB/mP1uqyUggcMlYMslIAEJSEACEpCABHaUgAL8jnac1ZaABCSwHQKWKgEJSEACEpCABCSwLQIK8Nsib7kSkIAEDpGAbZaABCQgAQlIQAISWJqAAvzS6EwoAQlIQAKbJmB5EpCABCQgAQlI4JAJKMAfcu/bdglIQAKHRcDWSkACEpCABCQggZ0moAC/091n5SUgAQlIYHMELEkCEpCABCQgAQlsl4AC/Hb5W7oEJCABCRwKAdspAQlIQAISkIAETkhAAf6EAE0uAQlIQAIS2AQBy5CABCQgAQlIQAIK8I4BCUhAAhKQwP4TsIUSkIAEJCABCewBAQX4PejEgTXhbKnPx6L/r9I/Ffuuq6521W3sY/9kILw/+nHRMPmamPuozpdGfT66ZkJ743Uidcakfm10nS9u/OOtkoAE1kfAnCUgAQlIQAISGAIBBfgh9IJ1OBQCZ01DzxF9y+g/jP5s9G9GnzlaJQEJSGB/CdgyCUhAAhKQgARWQkABfiUYzUQCSxHg+bttUr4n+kejVRKQgAQk0EFALwlIQAISkIAETiOAAHGazb8SkMC2CHxHCn529HdFqyQgAQlIYLUEzE0CEpCABCSwNwQU4PemK23IFgg8LWV+SU/Ns/aNiXvhaLbPxziivj+uh0Z/WbRKAhKQgAQGQ8CKSEACEpCABIZDAKFiOLWxJhLYXwJcvPbpNO9N0VeL/tno/42u1TXjuES0SgISkIAE9oWA7ZCABCQgAQmskIAC/AphmpUEehJAmGfL/N2a+DyP14sfq/oxVBKQgAQkcOgEbL8EJCABCUigJoDAULu1S0ACmyGAEP/UFMVn5WJM1E/EdpZolQQkIAEJSOCkBEwvAQlIQAJ7RkABfs861ObsFIF/TG3/OLpW3x2Hl9kFgkoCEpCABLZNwPIlIAEJSGBoBBTgt9sjX5vi/zSa1diiHxD3oupLk+C50SUPzN+Me5ZimzbC4i8n0iujPxlNulrjR9jNErbJVWFuZf+VlPnO6P+KLnX6Yuwfin5k9LmizxDdV/1UIpZ8MO8SN+qr8odPuf1tTPzRH479/tHUI8ZaFeXWBXx5HNQpxlxF+38ysR4b/bFo6l705+JmbN0+5jdH91VnTMTXRpd8yPdscaN+KH9eEk0/EE4ZL4sbtrt0+R79ugvji37j2XthGP9dNMxr/c/xo495hmlTnCoJSEACAyJgVSQgAQlIYOUEFOBXjnShDD+T2AhAMSbqcrF9ffQi6jsTmdvNY4wVQu8zx7bjfxDcLxbvt0f/VfTDoi8dfdboVuFH2O8k4FPRj4o+c/S6FALiK5L5x6MfHH2e6FowZLx+X/xuF/3u6PdEXyqaNsVYWH17Urw+msmOb41Z1PfGco9o+oab42PdmGIyZl7/I7hfJzX6aDQC3K1iMgZiTNTXxIZw/4iY/xDNmXvaG+vCCu63Saq/iL5SNO4YI8q4fCzcqn/TmENXuzK+Sj3pN569nw7YMokS60QxTuhjnmGemecnZNk+TlKVBCQggWERsDYSkIAEJHCcQHkRPx6iz6YIsHL+r1VhPxr7D0cvoi6byN8SXdQ7YnlvdKsQhvlU2esSQDkxFlIIcdyivuot3gjgN0pNWHGnLbH2Uj+YWK+KRtimbbH2Vgg/T0nsH4+epp6TACYuYmxMfSElsdoao1MhNCPUPSuhrdAer6nq2glhXDDhEetC6lqJza6Hab8X7CJg4iXRBql2ZXxRT54xJkoWeQ4K9KvHQh/PGtOJopKABCRwEARspAQkIIG9JDDthXwvGzvQRn0k9fqz6KJYgWV1tbjnmV+ZCFeNrtUL4mB1P8ZEIRzcMS6228Y4oj4fF3V4Qkz002JSrxjHFJML94ov9Yz1O0xiAAAQAElEQVRxYkW97pxcuNCtSwj/y4Q9KZp6vSVm++m1eI3ulz+sonelT1CnQlBid0EJfGsslPEHMf87mkkVJldiXZui7UxC1AV8No5/ie5SHLmgfj/XEUidmcygDfQfW9/baOwmYFfBNdqAGW62ZjPpU34r4MJqPn3ygVPp2OL916fsQzNgvCvji37pmiihb98VsDCnfzER8rueBfqYFXmOQiSJSgISkIAEliNgKglIQALDJFBeyodZu8Oo1b+nmQjcMSYKwZIX8YnHDMvZE3aB6KIQsDinXNzFPG8s94mu1d/EwZZ9BEPyuGXc6BvHZKs6/mxlj/OIumZcreAZr6UU56cf1JGScin/RxLGOWDqxXZhBBPOryPUJGiibh0bW+tj9FKsZBMRBtz8fv44KONqMQm7SMz2hvh4rVRxB0G70opQzN0DbUFMmPx6PBkbMSaKHQL0B+fmLxNf2kD/kTfCdzu2mOR4YuL9WHQfhQBMGuI+PH84avAzMekTxgC7ALgvgLPZ8R6c2pXxRV/Rv/VvMrsxbhiijEd2zMCc/sU8d/x5Fn4xZvsscESG8ZsglQQkIAEJbIWAhUpAAhJYE4H6ZXFNRZhtDwJsP2Ybcol6zlh4YY8xVyHQfUMVi5X0dvUcIewmifPV0UX9fSxsp+YWdC4li/OYYjX4bvElbYyJ+rrYOJ8e40Tqm5L6gdH1OERouUr87hpN+TGOKCY8HhIfhG6E71gnijTsEJh4zLFQFlvL/7yJh0DEyv//NP6rdNInXDD3bU2mXCDH5XCN9+iS8UB4izFR7BpAEOfsc1cffiIxEe65pK9eraX/7pswhP4YvRTHDZg4gX+dgD7grHbt12XnnDxC/kn0vyXji0f3Vbs0vjjnzqRZaRv3WFwhjqdHMx5jHFP0xW/Fl3jEj3WsGFsXHdv8IwEJSEACO0nASktAAhKYRqAWnKbF0X/9BBCC3lAVwwt4uy2+Cp5YEcAQdicesfxuNC/2MSaKG+QRACcesSA4c9t6rDMVAhfbthEW64irOAfPBEIrcHMhW9cOgrps7JyXv34steDCroVbxA9+MeYqhMq3zY21+gj0268mWwT4GBPFajrn7icepyysvnNJXP28MgFz3YQjpMeYqui/xySU/o4xUVxG13eVFsaPT8ppgmSCBql2ZXxxDOaKDUG2yr+x8Zvm5CLGFzWB7MDo+xw0SXVKQAISkMCOE7D6EpDAHhOoBYI9bubgm8ZKb3trPCvrCKSzKs9t6WwrL3FYxeeSueIuJquv5I8gThzOR/9RCexhcia7vRTvHD3SzYqC0ML24DrOy+N4XnRfhYCDoFPHZws827xrv2n2FycA9jHWrtjuzHGAe6Yk+N87Zqt+Ix4t53iNvj9/OOoQY6IQyPtMwJAAIf7RsdRHAnj2rxe/PkIeN/7XaZNs8GqXxhd98NIQ5W4BvizA8/b7cdNvMeYqxnC7i4SdHWy9n5vYCBKQgAQkIIGjBHRJQAJDJsBL/JDrd0h1Y+t7LSSxjX7ebdJXDiC2Q8cYK1bxWc0fO6o//xw755QRbvnMFKtzCArx3ppCyOZcfl2Brt0DdXhrR8BB0EGAKWGcyYZdcU8z2aXwwWmBPf25OZ869NFs/+biMS7c4/N8bRFcQMd2aPJqw+BUH5Ngy/oiEzDk94/5w1b7GBPFMQR2Z0w8pljgxN0KU4IH6b1L44uxyAQLdwswKUdfMzk1SLBWSgISkIAEJDCTgIESkMBaCSjArxXvQpkjYHEevSRiVY7t8ZjFrzZZ0W233bLKXguzdfyh2VnBrz99xyTD25eoJJMeCJglKbzOVxwzzH9K2Lzt54myEcUdCHx5oP1yQCm8Pf4Ap1mfmivpWvM18agnCJjI6XMUghX4Ol2yWVhxJIS+OYk+U0rlE4gx5irH11xERpCABCQgAQkMj4A1koAEZhNQgJ/NZ9OhbKGtBXC20XMRV1c9EFC4Ob2EIciyil/cJzURtFjFvEEyYms7ZqwrU6yU15mxqoxQXfv1sbMy/L4m4g817i4nN73/R1fABv1oL9vYOY/OBEZX0WwFP1sTwCWFy9SdXRdMFJXsuNSQPi7uaeZQJjqm1a/L/xDGF7snuGWfXSjs7OjioJ8EJCABCUjgkAjYVgnsPQEF+KNdzC3brDQuoklzNJflXWyxri9VQ0jnlvGuHHlxRwArYaze18JZ8Z9nspLPGWu21/9KIj8rmjPanJvnvDzb2jl/veqxUm/9T5EjhNllhFImPD5PBgtq0mzyUrb/n707gbs3+Of6f/fwL5IWlSytWrSJ0k9RikohRbY2RclSEpEtW0o/hLLLrhKSSItSSYQWRFooyZJKWSISEf0/z/v3nfv3+c73LNc59znnPufc7/sxc89cc83MNfOaueaaz2xn8LRUXp0xyEAwt2pi1QnyIzsOsJv3MiuXcX8X01JtB9LtEobfVb8GwP2c9bXULwM4Vkl439+6gP/F0v+htDrj0EMHMVp6P37qr25FhUAIhEAIhEAIhEAIXCuBQwtl18rpVPmyhLr/brdZ8FXL6P0+up+OGukixJq9H9ebTHESHj+pPPm5MnuzLUH3XL+9bin3PHtZXi9KEXgMTBw70X+pHoDnEv0C5df5A36r3c/gWTVACCvnJepoftSFo0V+pREfu3799OL2Z0sbkDPo8o1lJ6j7NQHnLvi5ubTdBSUqBEIgBEIgBEIgBB4bgXQCz6/E/YSaZeEjZauW0RO6+sy8WXuz9yPMOpMA6ZR3v3H++8rTPLNbTiuV9FzSLKyZyX1m81dm/ioc12fiEpfHr8/Nae4cq379uEr+h5f+T6XfofS67TN16yllJYmfFXzKMRchEAIhEAIhEAIhEALXRyAC/PmVqf3NfS/7L6gk9p+Kq8sbs/I/iuWJ/twyzd6XsVb90rrjJ+Zer8xNyk9Yef4Hlid7s/2U3YuW/bNLX4qyPN6qhEtJ70Omc9HAzEMm8AyffYz6ZXDN9oq32ZJfz/6q8uMXC6yW8XNxL1jXH1o6KgRCIARCIARCIARC4MoJRIB/uoAtIV+yHLr7EebpWO53Zcmsfec9FkK3Z3IjTNuTzk6bHf9rLBu0JfcfVvctzS3jTtl3bjm3U84J6uqDn7B6pfJhP7zfpv6Osh9DSXeP10+r2e/b3ZbYhZH27teMZL++ZLuBCEJbzwOhrV8vtdsXPm8tEP/S8Pv6e4hwl1S/7F93CN1zJlDago8pNwNpDht0HoLyMxj3h8v9M0r7NQJndpQ1KgRCIARCIARCIARC4NoJENiuPY+XmD8z5f2gMgK2Dry8+Ik0mp02W27Wnn2d9nNzv2a6STCwl9eBal9Q9wjqpxQEpLk/z+DCPoKpwQmrFCoLd+qr72yXb7EVAKueE1solm5/6OH8bJwBmuHm/AMC4Lg+U3OvZGF2KfWL4O7XCHpG/bSgWfk/WI4G0iyRP4czEyo5USEQAiEQAiEQAiEQAg9FIAL8Q5Hf/NxvrttfVHoogvYQ2sfvaY97Dp8zUzeuZ9Os3RtOjl9W1+9eelO4un2n/P72z767Ooxl/kkzz3jZPaJ2gn4/dI/Q5nfL94jqbIMYpOmJ+8V18eKld1WvMgVQz/pA0XT7oi+fX7+el41zrl/zlhjCuhn2dT8t+LwcPf+/1Tkv9/zL2EIgBEIgBEIgBEIgBK6VQAT48yxZy5r9XBRhdKTQ6eWWz7/ycCjzv5X283FlrFUEFwMA3cM/qwsz7mUsUsLvI1xvitzM71dMHt6iri0RLmORMjjhMD7mCOAAMCe8j+trMHHqwtxLVKbeqPQuygoHe6Z7mC+ti13qQXm/GHWw+lU5Pmb9EvfPr2d09ZV1scvhgg67e4UKExUCIRACIRACIRACIXDlBCLAn28B68T/+5Y8grtl8Pa/DmdL3wms43qV6efLXni6MV9Pt5+6tD/3vcrF/ukyDqYsDZ/3+r9qxf7bSi9VmPzeyfPfrmvCWxlXo/zutyXVPUNvVxd+TqyMrcoM7VuWr+7f4NCnlxuzjKtT51K/toElwP/oyZND6by3k/PKS2Xr4Lt5G8lKz3EMgRAIgRAIgRAIgRC4bAIR4M+3/PwGdJ9dt2yaEKbDP1L9aWUxW1/GWmWZvCW53YM99fZDd7dVdoKFn7VaNdsrHYSHVeGWun1+efSTdmXcqU8s2+uX3qYMZHxKeeqn8Tu47BPK7dqEUmWMyw9X3oZ6ybL4ZQCrI8q6Vikjy7HfbfLxeXX9xaWvWV1C/TLQML+fBqaerHjZWDyE/HcqH+9RelbuKfvZPdchEAIhEAIhEAIhEAIXTCAC/HkXHgH9B54kkTD92k/sjH9X/+a90eX0jHKC+Syo2c9u77zD0J4JUA5m3c2E/+uyv1XpVcqBc/scpNbj+ta6IFh2wdSzP7PcDRz4XeyyPqVweOtysfzbsvCy3qn3K9u/LH2N6h9Vpj62dFcGdez3/13lSGAr4ylFyDfIgWV/1w10EPr+11O+r+/iUuqXwZRO3woZJ8z/+nJcJYQr619V9/5p6XW/guFciBe5KQ9RIRACIRACIRACIRAC10Ogd+qvJ1fXkxOnqVtKvypHfjOagLLq3uz2l8thnuUzg2322yFmllITDs1eEwjNChLwf06FG+rrytJntgkRq4SL8raT+lvl+4+XnpVlwf+zHP9NaemSPgMWhM6PLDeCfhl36uPK9sGlexrr8mqUWfh3rdwo9zLulEGOT60rKy0Igjg5P+Eby81WAsJ9We+UwZI3rysDIGVcvbqE+mWljYMle2EYnFLWziiw0kK50s6vUNZfUp5fsfRQ31SWMdhX1hvvJ82+t07AEAiBEAiBEAiBEAiB8yIQAf68ymNODQGWID27E1J16pnzvVXXhG8C8Q+uuOnn6Rxu5gC5N6v7v6R0rxfC2G/9O8qd8FzGrXrp+u8n3Mq4l5KHD6wYLPP2rLI+pcwyS5f0/Yq609NWl7fqA+r/uvB162qU+vAGlRsDLmU8pQxo/IZywelNyly1tP67y92J51Y4lPVRqEuoX4R0q0q+fUWJOLjydctdudK/suzKuow79UFle7XS/eA7PxdoBUY5P5jKg0MgBEIgBEIgBEIgBA5MYJUwdOBHJLp7EvicCm/Jcxl3yuzpPGN3d3ON5bPK/TeW9vvYZSxSf6F8WW7/YWU6LM/PjpX1VllCf6iTrwlZH1WxWhVghrGsixQGZiHfpXyvEv7L+eoUIf6NK1d+N/zbylyqPro8WlHhN8XL+qjUJdSvL68S+dWl1ekyFikz9wa47IP3ixS21YyAtppYgj+uL9BMkkMgBEIgBEIgBEIgBGYCEeBnIud3bfb8n0zJ+ty6JsiVsZP6wvL9C0u/TmmzsLMA+J3lbtmuJdY/uey/v/SY1TNLaB92Od2p31O2eTawnPZWtgzY2+tntd63Yvmq0l0wZ+fmHj9mIwk+5e1RqR+q3DofwSDKa5TdknkDLGW9U3NZ/qG6s2qGt5wfiVFiJgAAEABJREFUjTr3+vW1VRIOsCPIrypT51nYRvKO5c8e999UpjyVcWPbyzw4Y7XGT3LzUepkOgRCIARCIARCIASukEAE+PMvVB1zh9fZbz70e98j2YRg+4LfsOLw+9EjTqZlt69e7vacE9jLeqfMYlqGz9/Qlt6L785TWey1t3x7+GF6Xt1apDyHIPPu5duMvFPmxUGzc3OPH37L2yIlDeIY2pLjviVgWySr8vWm2wId+T72fl7u99VzZuabyrK8r1WYYDM4MbFbG2DFjX9Rbg44FHboXeOoKJ5Rq9Imrdyf8bzGQZ1Rd9QhdUmdGmlk5+YeP/yuieYZZ/kb8TB3TdeI0OCMAbtVZfoi5emVSv/Z0n01TF3eqo+o/549tC0n83tcXqKWEIifEAiBEAiBEAiBEDhHAhHgz7FUkqYQCIEQCIFLJpC0h0AIhEAIhEAIhMBRCESAPwrWRBoCIRACIRAC+xJIuBAIgRAIgRAIgRBYTSAC/GoucQ2BEAiBEAiByySQVIdACIRACIRACFwtgQjwV1u0yVgIhEAIhEAI7E4gIUIgBEIgBEIgBM6XQAT48y2bpCwEQiAEQiAELo1A0hsCIRACIRACIXBEAhHgjwg3UYdACIRACIRACOxCIH5DIARCIARCIAQ2EYgAv4lO7oVACIRACIRACFwOgaQ0BEIgBEIgBK6cQAT4Ky/gZC8EQiAEQiAEQmAZgfgKgRAIgRAIgXMnEAH+3Eso6QuBEAiBEAiBELgEAkljCIRACIRACBydQAT4oyPOA0IgBEIgBEIgBEJgG4HcD4EQCIEQCIHtBCLAb2cUHyEQAiEQAiEQAiFw3gSSuhAIgRAIgUdBIAL8oyjmZDIEQiAEQiAEQiAE1hPInRAIgRAIgcsgEAH+MsopqQyBEAiBEAiBEAiBcyWQdIVACIRACJyIQAT4E4HOY0IgBEIgBEIgBEIgBFYRiFsIhEAIhMBSAhHgl5KKvxAIgRAIgRAIgRAIgfMjkBSFQAiEwCMiEAH+ERV2shoCIRACIRACIRACIfA0gVyFQAiEwCURiAB/SaWVtIZACIRACIRACIRACJwTgaQlBEIgBE5KIAL8SXHnYSEQAiEQAiEQAiEQAiEwCMQMgRAIgd0IRIDfjVd8h0AIhEAIhEAIhEAIhMB5EEgqQiAEHh2BCPCPrsiT4RAIgRAIgRAIgRAIgRC4uQmDEAiByyMQAf7yyiwpDoEQCIEQCIEQCIEQCIGHJpDnh0AIPACBCPAPAD2PDIEQCIEQCIEQCIEQCIHHTSC5D4EQ2IdABPh9qCVMCIRACIRACIRACIRACITAwxHIk0PgkRKIAP9ICz7ZDoEQCIEQCIEQCIEQCIHHSiD5DoFLJRAB/lJLLukOgRAIgRAIgRAIgRAIgRB4CAJ5Zgg8GIEI8A+GPg8OgRAIgRAIgRAIgRAIgRB4fASS4xDYn0AE+P3ZJWQIhEAIhEAIhEAIhEAIhEAInJZAnvaoCUSAf9TFn8yHQAiEQAiEQAiEQAiEQAg8JgLJ62UTiAB/2eWX1IdACIRACIRACIRACIRACITAqQjkOQ9MIAL8AxdAHh8CIRACIRACIRACIRACIRACj4NAcnlfAhHg70sw4UMgBEIgBEIgBEIgBEIgBEIgBI5PIE+4iQCfShACIRACIRACIRACIRACIRACIXD1BK4hgxHgr6EUk4cQCIEQCIEQCIEQCIEQCIEQCIFjEjiLuCPAn0UxJBEhEAIhEAIhEAIhEAIhEAIhEALXS+AwOYsAfxiOiSUEQiAEQiAEQiAEQiAEQiAEQiAEjkPgSawR4J+AiBECIRACIRACIRACIRACIRACIRAC50xgXwH+nPOUtIVACIRACIRACIRACIRACIRACITA1RF4IAH+6jgmQyEQAiEQAiEQAiEQAiEQAiEQAiFwVAKXKcAfFUkiD4EQCIEQCIEQCIEQCIEQCIEQCIHzI/AoBfjzK4akKARCIARCIARCIARCIARCIARCIAQ2E4gAv5nPqrtxC4EQCIEQCIEQCIEQCIEQCIEQCIGTE4gAf3LkeWAIhEAIhEAIhEAIhEAIhEAIhEAI7E4gAvzuzB42RJ4eAiEQAiEQAiEQAiEQAiEQAiHwKAlEgH9kxZ7shkAIhEAIhEAIhEAIhEAIhEAIXCaBCPCXWW4Pleo8NwRCIARCIARCIARCIARCIARC4IEIXKIA//+KVfTNzQUySJpTd1MHUgdSB1IHUgdSB1IHUgdSB1IHHrQOFP7LVZcowF8u7aT8fgQSOgRCIARCIARCIARCIARCIAQeMYEI8I+48B9b1pPfEAiBEAiBEAiBEAiBEAiBELhkAhHgL7n0kvZTEsizQiAEQiAEQiAEQiAEQiAEQuBBCVyiAP8jilj0zU0YXBSDlNfNTRjc3ITBzU0Y3NyEwc1NGNzchMHNTRjc3ITBzU0Y3NyEwc3NSRncXPLfJQrwl8w7aQ+B/QgkVAiEQAiEQAiEQAiEQAiEwKMnEAH+0VeBAHgMBJLHEAiBEAiBEAiBEAiBEAiByycQAf7yyzA5CIFjE0j8IRACIRACIRACIRACIRACZ0AgAvwZFEKSEALXTSC5C4EQCIEQCIEQCIEQCIEQOASBCPCHoJg4QiAEjkcgMYdACIRACIRACIRACIRACNwSiAB/iyH/QiAErpVA8hUCIRACIRACIRACIRAC10IgAvy1lGTyEQIhcAwCiTMEQiAEQiAEQiAEQiAEzoZABPizKYokJARC4PoIJEchEAIhEAIhEAIhEAIhcDgCEeAPxzIxhUAIhMBhCSS2EAiBEAiBEAiBEAiBEGgEIsA3GLGGQAiEwDURSF5CIARCIARCIARCIASui0AE+Osqz+QmBEIgBA5FIPGEQAiEQAiEQAiEQAicGYEI8GdWIElOCIRACFwHgeQiBEIgBEIgBEIgBELg0AQiwB+aaOILgRAIgRC4P4HEEAIhEAIhEAIhEAIh8AyBCPDPIIlDCIRACITApRNI+kMgBEIgBEIgBELgGglEgL/GUk2eQiAEQiAE7kMgYUMgBEIgBEIgBELgLAlEgD/LYkmiQiAEQiAELpdAUh4CIRACIRACIRACxyEQAf44XBNrCIRACIRACOxHIKFCIARCIARCIARCYA2BCPBrwMQ5BEIgBEIgBC6RQNIcAiEQAiEQAiFwvQQiwF9v2SZnIRACIRACIbArgfgPgRAIgRAIgRA4YwIR4M+4cJK0EAiBEAiBELgsAkltCIRACIRACITAMQlEgD8m3cQdAiEQAiEQAiGwnEB8hkAIhEAIhEAIbCQQAX4jntwMgRAIgRAIgRC4FAJJZwiEQAiEQAhcO4EI8NdewslfCIRACIRACITAEgLxEwIhEAIhEAJnTyAC/NkXURIYAiEQAiEQAiFw/gSSwhAIgRAIgRA4PoEI8MdnnCeEQAiEQAiEQAiEwGYCuRsCIRACIRACCwhEgF8AKV5CIARCIARCIARC4JwJJG0hEAIhEAKPg0AE+MdRzsllCIRACIRACIRACKwjEPcQCIEQCIELIRAB/kIKKskMgRAIgRAIgRAIgfMkkFSFQAiEQAicikAE+FORznNCIARCIARCIARCIASeJRCXEAiBEAiBxQQiwC9GFY8hEAIhEAIhEAIhEALnRiDpCYEQCIHHRCAC/GMq7eQ1BEIgBEIgBEIgBEKgE4g9BEIgBC6KQAT4iyquJDYEQiAEQiAEQiAEQuB8CCQlIRACIXBaAhHgT8s7TwuBEAiBEAiBEAiBEAiB5xHI/xAIgRDYkUAE+B2BxXsIhEAIhEAIhEAIhEAInAOBpCEEQuDxEYgA//jKPDkOgRAIgRAIgRAIgRAIgRAIgRC4QAIR4C+w0JLkEAiBEAiBEAiBEAiBEHhYAnl6CITAQxCIAP8Q1PPMEAiBEAiBEAiBEAiBEHjMBJL3EAiBvQhEgN8LWwKFQAiEQAiEQAiEQAiEQAg8FIE8NwQeK4EI8I+15JPvEAiBEAiBEAiBEAiBEHicBJLrELhYAhHgL7bokvAQCIEQCIEQCIEQCIEQCIHTE8gTQ+DhCESAfzj2eXIIhEAIhEAIhEAIhEAIhMBjI5D8hsA9CESAvwe8BA2BEAiBEAiBEAiBEAiBEAiBUxLIsx43gQjwj7v8k/sQCIEQCIEQCIEQCIEQCIHHQyA5vXACEeAvvACT/BAIgRAIgRAIgRAIgRAIgRA4DYE85aEJRIB/6BLI80MgBEIgBEIgBEIgBEIgBELgMRBIHu9NIAL8vREmghAIgRAIgRAIgRAIgRAIgRAIgWMTSPw3NxHgUwtCIARCIARCIARCIARCIARCIASuncBV5C8C/FUUYzIRAiEQAiEQAiEQAiEQAiEQAiFwPALnEXME+PMoh6QiBEIgBEIgBEIgBEIgBEIgBELgWgkcKF8R4A8EMtGEQAiEQAiEQAiEQAiEQAiEQAiEwDEIjDgjwA8S12v+yMrac0r/ydL/rPS3lv5/k+bmHj+/vO69QOlrUS9UGfmc0j3P31nXL1v60Op3VoT9OT9c169Z+hTqJesh31S6P/+31vUlqlevRGPX8/IR5fYjSh9S/fiKTL3vz/nccvvRpaN2I/Ai5f0LSneWl1r/KhtRD0DAt+d767mHrkOr6qa6yr0ed9HKO9Z5XUu+Tl0ov6IeqF+A5b8p+08p3ZW68vfLwf0fKvMNSkeFQAiEwIMR2FOAf7D05sHLCbx0ef240jpEX1bme5X+laVfrPSsuLnHz5fXze8p/WdK/6TSl6AMOPz2Suj7lJ7V95fDJ5fu6ifUxWuXPqT6/yqy1y3d1ZfWxT8tHbUbAfUVux7qt9TFS5U+pPpFFdkvK93VX6iL7ysdFQLXTOCnVeY+pPTLl44KgUMTuKT6ZSD3fQuAfkEZN+9f/0xqlHGn/lfZ9C9+oEz95vcr82eWjgqBEAiBByGgITr9g/PEYxL4cRX5h5f++tJvXtoMfBk7KTOQ71whvqX025YmIJdxdsqMrIEHQvKnV+p+RulV6ovK0ex0GXfq9crmw13GQZRnv9oUk9nc/zm55XI7Acz++uRNZ+nXTG73vTQo8KNaJP+l7P+8dFQIXCsB3wcDtb4Pb1GZNPBYRlQIHITApdUvfYi3rpz/htLUF9a/zy69SulnjMmAn1ce3rv0Pv2rChYVAiEQAvcjcJEC/P2yfNWhX7FyZ/nX25S5SX1b3fzmJ5q9rCuVj9OH1p2PLE2oL+Os1B+p1FgCLd9lXav+a93526W7MvNqBra73cf+myvwS5Qe6rvK8tdKR+1HwLYHDHtoKxwOJXC8eEX8+qW70nH7xu4QewhcEQHLgq2wslVK235FWUtWzoDAJdYvS+ff4wk727aeW3az7WU8o/5vuXxw6W8vTb1p/Zu/IeUUFQIhEALHJ/AYBfjjU32YJ1gSbv/bT1/x+P9Ybn+w9E8trcx9aM0Y0+yEop9b93y8vrvMWb1VORDkz63Tt3RQwb61v1J58AEu4+LDL3sAABAASURBVFaZeX2NW9v9/0mH2dwe0z+si39XOmo/Athh2EObgV9Vv7ufpXYDOD+/eVY31BF1pTnHGgJXQ8BKqhe8mtwkI+dG4NLql33tlsW/8BOQn1mmPlQZa9VX152PLk2ZvTcLb7uA6+gQCIEQOBkBwtzJHnYdDzrLXBhF/suVsvEhKuutIrj/prIRVD6mTDPRqwQUh7LwayTaLPIfL79Go8u4U3+gbK9V+lLVv66E/4vSXRn0eNHusKfdTD7hsgc3+04o7G6xLyeAHYY9hAGoX9Ud9rTreP2OCsss41apG+rI7UX+7UzArJUtJJgO/bd2jiUBQiAEdiHgHRvvG9M76F3cJY7H6ve3VcZ/Y2nK3naz6z/oYoPWf/qLdd/2wjJufkH9M8GBfVmjQiAEQuA0BCLAn4bz859yeJuD5pzQPQ5gGU/4rLIQ7P9BmQT0MhYpB3g5xMWhcF2IV1cI+J63KKIz82RftUGOnqxfWhe/uPR9lZOA++CJ2eN/dN9IE/4GQyw7CmcXWDHS3Xa1/6wKMDpuZb1V6oY6cnuRfyEQAiEQAldLwMrDd225019yeGpzWmv9urrzsaWHsrrRIP64jhkCIRACRydAKDv6Q67wAfNPdjkgjdvRs7riAQ6qm/eAW3r8ZuX3f5TeV/mgmYnv4T1nFnz6/XO349KZEAQNVNwn3WbwzeT3OAya/PfuEPteBDDEsgf+dXXhAKEy9lZm8c3mjwjUCXVjXMcMgRAIgRC4XgL2ro/B+zGrbtXX0hxbHTbOaPnJFciBkJmFLxBRIRACpyEQAf40nI/1FD8V5yC3Hr/ThQn1q2YTu79tdh81P6n1byePb1jXBN8yLk79h0rx3y/dlQEJB5p1t13sv7w802XcKkvxPu3Wln+HIIAlpiOun1iWcWJwWXdWL1QhfnfprtQJdaO7xR4CIRACIXB9BMy+94N+/WSpE+Z3yamVYX5lZoR547JkFr4gRIVACJyGQAT403A+1lPM/PaZRM/5wPp3qJO0/RbqOLDl5uamYr65mWcvbx23/LPs3h56J8bbn2dwgLa0n+DkgDwfvyUj2PafCUtb6t8f/SZ1wX1oB9I4qKacb5URdgLh7cWTf84HcKDZk8udDOm1j445Alr2/S/HxQqTX0u4/1jd+7zSGI/0DpObe5hhV96OrhxA5Cf5lLcVJSMtTGWm7N6uUrHrYMe7VBhxDG27QTnd+LmhP1OW7yztnrrwr8qOS8+zfelz58qBgQ4OLO87K4c1qsMjoGerU+rGcFtlKreXqRvSrM5Kr7B059PTXt63qnV8BHRoJF46ilYJeBZtQEMdm1kJs6uWXvVMfevPkD/5XPpues+8b9I3tLSvSo/VSr2OCSf88OudVA/9rN+IS3pW1Y8RhqkOK1uHEfa8KB8/JSk9mPK7jx6svAvi7GnbhVV/9rHL3+Di99YDpdUZKA4urctbZduPU+ndGxqj25sb/mHobBWctVUjLBN3den3VPhD/kxnRffg6qdXCvy8qnfPOyi/tLo5yv+XlB/1sIxFCm9xDK0+CKh9Mzjf3wFLt/903ZSOMm7VHH5+l249rfinbJSRslJm4/lMZcpdu6DOrwh+53SM+uUb49l+FUSdlaaupdc7qP3rLO4StcXy6+v+mH0v680+26d8L3pfwiz8G4ksOgRCIAROQSAC/CkoH+cZ4wPcYzcqPP9+dr+/j93SYvE6BM9s9c+uSHS+y9iqCGl+k97Prnz8zc0NAfHHtFDqH4HqbcvNTP8/L5MgX8bRlGfIz3gAwYxAyBxuS82XKo/ClnGn/FydcwTuHJ5YxP9ry/4Vpb+h9AeVNpP8YmXOipt7H183sMMQy7o8uNLZtI3Ayg2dIgfy9E6+ByozZfchdfHfSv/V0vc5edfZA37uUGd4nN2gLuj84vKXKn4z5WXcEJQsV2QfWlp+zrjY0TToNZ4p6L+vf19ZepNSJ9UbfqVZnZXeEabzOVR5vWpF/jWl/2Zpv5Zgq0ZZbxUB6uXLhpXnGbTT4S+nxUp9+rDyrbOunqlv/RnyJ5/j3fzC8mvgqYyjKasr1C3vp3ro/RoPk55RPxwgZbDOOzXuSxsh/UvKwQGFPS/K51XKHUuDAL+w7LsorLyDWGOl/olzxCFtnZW6os6M+/uYxy7/fdKkjhEqcfh7FQHO2qqy3inc1aVPLheCljqGX11erFKWVun8p8qBATzvnnewLm9VL3/1S9tGSOz189bjwn/a1n9cfrHr74A2793L3YAegbGsOyv1VjuubJSRslJmPSJlyl1dV9bq/inKcHD2jfFsPxtqsK+njV16vYPaP2Viux9m7m3T6vDva54sgzfo0ZwWWx182vtC3geDD4sjiMcQCIEQ2JeAD8++YRPuYQnozBr97qnwIbNvuLvd106I0OF1UItR+e9fGKH98joyfanatqDCmHEV5pnOz7bAC+/jg1P3TgjvHaV+b5PdyfM/s3kwW/I57XpYdfYIWYQgwutwX2ri8U/Kc39WXd5b6czpKH16xTQL7eW0VplpIPTqpK71tOaGASBC2qaZEx3LXs/+TsWlU1fGrSKAE8RvL3b4Z9DLIXg9iLyrE91t2A1uWHWgTqqbw32bqbzU/X3KWr0X/vPrITrsZWxV71g+1Gn5K+tW9crlw69OEMaWfgPUdWX+6hX2GIoATmhRt7bF7336pPJkH2sZN8+pfw6gkq+yblROjcZWm7bR45Obyl1ZKpMnTlsNYdQZYZTn1gDNA//CSeOxyr89brHVr5M48ZxQuVSYU7fUMQMaS3kvTtAJPCoLA0Vm3A1eL32kOmbgm7Ctri4Nxx/h1NY1ddr1Kv0Z5UiwLmMnZYBMGWrTlM3SwOqjd/9YZYizZ3hnduE80q9Nl75NzIZfgwTasnH9VWXZd8Wi1QFW3FUUt0q5O6Pl9iL/QiAEQuCYBHZpxI+ZjsS9O4FfXUH6XnRLuv5uuZ2Dcvq9GYtVQhrBwQzrx1VC/0ZpyzvLuFPqpBH/dyoXH/YynlI6+cLSRsD7TR9i7kMTpnHhp2uz5JZADjeCcf+oD/dNJvZmCLofB65JQ3eTh7cvB8v9ynhKybvO7UgvLvg85enJhSV/71l2zy3j3oqwh3+fjRiR+ikdHVDpkqY+yzD8mAEyEzSEqOG+zXxueRiH0PmVAx0gz2G6NvvKXt7ulFmWeZZEp00e7jwtsOi89e0S/7vC6NCW8YxSbsrMbJU62T3g08vNHkpp737UffnwLnT3bXb78y1b78/EXzngpFw8f47nNcvBIFsZG5X0GBBRfrPHbc8xcEJ46AznOPa5lhZCizo+wpsZM9CzLs/42ELjvf3UCiSOMm6VlRKfWDaavaxPKcLoe5XLtncJq2O1Y/X4lerQ5f8d9RSDdDji1Ns9y5ItU3Zv6G8u/7PSPmp3zcrO97Rh2hHhlZcVHbMfgo3wSwSsOexDXXv/fYNsr1klhFsxpn7J96r3X7rfp/4Z8FgVvm6tVATZztkWB8/A2HvvvZhXJK2MaHKUBu/LLGBqtwjOIy/aGe3AFPzGwKtVeHObe4j65Rsyt3meL78E7JE2prRKs/tde//NyPetOP3+sNtyYOvIuLZixyqvcb2L6f0xqdHD6BNsa1e6/9hDIARCYC8COkF7BUygByWgc/FyUwrM/lqaPTmf/FJnz54ynf3+cD915yNrqemb1o23LG3/uA6B/ZRzx/H96r6PbRlPqU+oK2FpwkRd3imdRO5Dm/XuM7nDoxkVwtW4Zm758PLylDZj/WrNxcfcbC6zOd+8Ql38idJdyas8y/sr1Y2RXlzw4W6pZt16Sr1BXekMl3EvpYOhM9c7iiI0q+MZlhmaaZUuaTI7SiCdt2foFCqPXQQ6s/6epWNqhtEsvucwzex5/jwjbhBGR7qz9UwCubiWaistflTzbMn1V7frbtWpVAe723fXhX2j8tDLzXJOaX+3ut87l94B6V66vLOC31iGOdplvHWc8VcOOCkX9WOuU8IajNm0hFM6pEe6+B963XPMBv7Z4emJKeyfKrs6UsZBFMF9rCYa74a2AouRZ9cE0P5A74pVLWNAyBJ59dQ7Yg8tzW7Jsy0iPawBD/e6W7cfux3rz+p2eT5k+RtQNOOKo5UafSWLrT72VLs3tLaxp4dARIAcjMc9A20GkX9sOWjHhZd29U95WhFRt+6U8rOyRh28czxji2/P/P5LrnbZ+/eydaF+ybf3Hyf71wmddetOGVSzDeXOYYtF28KL98AAktUcnoGxe7aCYM/PLlpZSW8Po+y1W/oS7nmOdkZ7o90xWNj9Gyx7re5Q9vvWL++rb9Go8xXljYHV31sW+bWKaaSNKa1Y/+G6P7O2RQ2furVSCde/2Tx9sX/30MpCekcUVgF5B8Z1zBAIgRA4CoHeaB7lAYn0KAR8iAiQPXIf0vuePN/j28dOMDRL3Dt7BJrfWZHpxBitL+tTygFAZq51VghU46a6eazfnddxNQs/nsXUOdGZYF+if3N5MpNXxq0yCzMftmag5ffX3Re+qX9PlP27hFV5lvcnzk8ZBEU/4Sdsv0F4Iox0t33sZmF01npYAjWh2FLsVen6z+WZcG1JrDKty1slTbsKdIQpS6XV2dtInvwzm7dOoLZEss+mEsTtDX8SdKuhU0Uo7x7N+qoL3Y1dPZg7lQ6pImR+SnmYO47ldCPtOvzSZJaMG01ItJ9bXXC9VBsMwGjVoJw0m90jMPT4PIsw0d263a9T8NPdNj1HnsxCzs+xfcEe7R7PIewYew9XvRveiXeoh+gwl3GnBldCpl/IUE/vbj6x2JdsZrt3tNVbQs0TL08Z59CObSqXfcv/qUwuvDBgNS9rNgNsAMu2nj6oNqL0DmM7D/6oewYRRpkN/5tMgzKecR/9PfWAXeqrU8rft8L4BpVxq9QdA4DvWlfqYhlPKWXyAeXiO0b4LuudEsagxp3DFotneffnQRDtjpl/A5pbonjmtrav5+cjy4dVKN7xsj6jtDva+/5N5olgPc4ncX1fbeDcQNyIxwoRg2smAeR3uHcT648qB/74L+utUq+0H7cXK/5p1209HLcMZvVvynDfxbRaoX/H9MuOtdVgl3TFbwiEwJUT6A36lWf1qrK3SoD3Idl3Kdih4Oig+ej3+AiillbqgHX32e5j6rfrCbjjntmHufM47t3XtLzeqoURz08tixOsy9iqzD7qzHWPlpPPAyhO8CUsd386hk4T7m6r7HhZNkmwvmkezAy2y52thBOc+7uP+e+qmFYJP+V8p6RJx08e7hzLYjBj08xHeXlKmYnrnZ6nbq65MCtvhUO/TZA0S9zd1tkNTjjdfNxX9pbBj+tuzp1KAjlBZkm5WVJpkKPHZyDGrFZ322Q3uGTp/qqBlBFOWZhNnwVaM4PDTzcNYJgh7W4GMCw73fYcnWUz3SOsjrKZOnVpuN3XlB+DfNqxdXGpAwaY5vuEGoN96zr8/FuKO2/DWCdUPXQ7dozyx2CS1BDnAAAQAElEQVRXbabZqo4ejlBpVnlu67ofdmWh7Z9XSV3Cz20ZYJ3rhkE43wx526StYJDHLlhaffAWFch7U8ZWZdBi3h62NdAGD2ay59VKDiH0zm0IdqOMtfXdnxVl+5wXs+o5BgLmGX0DcUtnxa24m7dAaWfXcSZYOwdgpMX3zq+gjOt9TN8G5wSNsJ5tEGdcxwyBEAiBoxDonfijPOACI7V0zgdrk3Z4iZHWkT12bpvCuCfuEeY+JgHSDOR94jhGWDNgZrZG3Dp7lljL+3DbZBKQPnbycOgR/xE9AdJM37hmmqXTqWDfpHWG+ki/j7hZqTmMmWo/NUMQJzASTuw/nv2tu9a5MJvV73chtLtvsvd7VkdYvt/ddNKw727r7MrSdoguOGpHsNN5WRduuJs9IuSO611MnTWzUyOMGXF6XK8zpYvwyhx+7P1VB8b1MAkthPVxzZRfdZl9iZbOPjhgcGhmvikenVizTJv8uGdFC+GVfeh19cPMPMF0+MNRvghaw22daWDQz7r1+zqpBqi6233sq1awrIrPLyXM7gaEVu297v5spZnPl1DW3c+wP3Q7dozyH3nbxTSAqpxHGO++WVv1brhtMtUtq3O0j8MfYXYe/Bz3zsHU/vvm9LQQdj+zO2yxE0CVYfdmCfxSwdcAjnayh7+PXbs3D7ZZOr8kTgc4WjHl++U75ntuRcOSsNv8SJdzewzwe4bvnZ8mVM+2hXUfo7ld1tYasHB/1vO34mvLQ6+bdbmzkoZ5Ft/gj7ztHFkChEAIhMBSAjreS/3G3/kQMOu49AO8LtVm8c1I+Vjuqs38zfGKb95fptOztLM34iPc+SiO60OO+I84mfJsRpfpmrYs9KVZtmgDMf0gHHsFu0A7gvupHvsMdd7s/TQ7oKMy7j+EiWefhbDyYcugwjPJXDUTqqO/RKATdpXg/MxDVjgYzOhLOnWSXmeFv9kJ976SQ/1a11G0nLMvsyToEvZ7PZnjn6/NXKkT3d3z5050vz/sykOneVxvMuVj7jyu82/vfL+HI57dbZOdgE0A9jwHXdliQEDbFGaXe+LHbVsYnXz5Hv7YHUQ1rjeZhJBN99176HbsWOUvb7tqq4e8YyOcWeE+MDXcN5naxfldsFeZoLwp3EPdI2RrI/vzDRAtGVAbYbQV2hd1c7gZ5DcDPK7XmZ5DsFx3fx93y+Tnum9gZUl6zFJrE32/fMesdPm2fRKxIoy8GkQ0uOo8FN8lgx8rvN7bST32HegR+Q4pq+62j31uR5W1dmSfuBImBEIgBBYRiAC/CNPZeSJUmFE6p4TZNzjP/tl7umsafVQJeSOcpb8O1BnXhzR1RnVKR5w6EPPBbuPeMA2eWLo9rplm33tnjdu5ap3ynja/S2/1SHdbYncIYO/86BytXt7/dGxm+ved9dDh05nuMRKM1ZHuNtttjTAzM9yVudOMx3U3zVL3wRkClU5s97PE7hndn85yX53S73U7Prt0kFftx+3xsZuRsmqEfWjLT/Ec19tMA0868vhYPm+G0QDVtnBL73sXl/iV5r48Wf53HSTc9JyHbseOUf6b8rvunjpj1Ua/74wPAyjdbZtduzivdLLNQzu6Laz7BugIX/fRDtrrW0DEu077hvWzTdRxbeQ6/+vcDVx0QVz65xngVWG9+/u0N6viGm7aaauCxjXTN9VAoUFse8nPdUBFWg+h1ef+DRDnodoNdUR8Q0eAHyRihkAIHI1ABPijoT1qxAQgy1qP+pAdIzdzYXnkCKbT4KA0S+J30U75fbERSZk6PtsEtPK2l9IZnfc1Wt5pi8K6CHXC6HFfR40wO67va8ovlpZxW7rJvG+cI7xO2kuOiyemWdV9BoMIdH2ghdAr3U+iXWs46X6n500xOTirzybpcNvfPnm7u5Rny/vvHMrigKR1s72zoGuli9nmXeowv/YJ16PulMEhcd05rLH8n3K39aKMgynPtXWiR6je9uuHthPE90mDdlB7uE/YVWHU4Ydsx45R/qvyuc1NGzi3FfN2jW1xjPvCEeTHNb44j+tzMglfPT0G8AjV3W2JXZ3se6OFmdsWbrO2FeQ+7eMc37g2iDIvN9f/++3lwTJ2A2MEeocnGmx8gXI/V2Wll1VwVjk4zHNJOg3izKvrHJq5JOw2P8rMpMrwZ3DKQOC4jhkCIRACByegAT94pBceoZFqQtQmrfPht6lHVtm5bQrjnrhHmPuYlq7quPY4jC4bZe5up7T7aPUlwvJryZ3De3bRhK15f7/le8fKi9lzna0Rv1kny/nGdTdHnpjDXceoC7LDfZtpiR2hCqN3Ls9mQuyRJ7wRUM002zd9yHdU+cx1xLPq8TsrHb4+E7o0Ass5e2d+abjhzwoNS9rHtbIw6MIcbt00a2wGfriZLZmX9I57zLmuETYc5LVLHebXygDxDU2I9o6M63Wm8sBo3f193HXG6R5W+fXrh7SrDwbTHjIN49nKyHsyrtUr76gy3UXv244do/xHXnYx/USkNqqH2WeljvDq2j5thbCn1vMqGcL7PgK1Or3PeyyM7/uh8222+a0rUgOoZaxU9m4/t+5YEq7MCMi+QepCOZ9UGXi1oougLt227RG4HbgpDw76s/T+IdK2DYS2trch2/znfgiEQAjsTOCQwsHOD0+AvQkQ3gkyPQKzJWZNutsmuzjsWddB3aSNXC9dfrjpeed6zwx0X76rAzcvkR9pN0hDWBzXOqUOqRvXm0yMzcB8UnnC3kFAllj6DW6rDsyEzLM/5fWilPwdO8FWdjjkiTmepUyUzbjuprJUpsPt75dFR7CMJeoq/FjBQjAdmTFbZNZoXD+06T0iMDx0OvL80xBYulrnNKk53VMIpPOgyOmefnPjF02sVvLN2fZcgjEB2SowAxh+fUQfY1u4+9z3M29+etCAuPZAH4eg7tlvUhEbjN23z6pvNE8MVJQHUdpTjA4SWSIJgRAIgSUE9m0Ml8QdP8cj4GPh52r6E5buQe5hYr+50VHwc1qdxevVxaoTqp08rxNWt2+VpfNzOdzemP6Z1XWgn6WkZnPnWfDJ+92llQH7Li2+i+SElkPv3VyXdHtxHXo27isTZTOuh6kMleW4JvSbyTE7NtyOayb2EAiBmYD371xWXMxpO+a1mWPf7mM+Y1vc2ujXL08Gi/9cmb4xZWxU+olmwZ1p4yf2Nnre46bVSR9e4axkfIcyly4/t1LBT6BWkK3KAKbnbPW4hwcMDcrvETRBQiAEQmA/Ahrm/UIm1EMTIDwSSEY6zGq88rg4A9PH2Kyomef7ajPUx8ySGXhLV8czzFLMs8mWxPl98OGHaSbYAAD7Ov1L64Z9212QLKdnlA6tdHxg3fG76pZu63T05eJ166zVqQYb7F//3ImEslFG3VkZKsvh5gT1rxwXC00nrt+3/gpv0GY+2G5rEg7kQd3qZaOtWNpJPlASLjaaS2rHLgXyY11xYXm8wYtzKKdvrkT8sdLO5rA33JkdBkVt4Srnlco3yUB0b1NXetzB0eC2LU1vsyUMdl9Vfj6qtNVqtgy+YNk/tPQSNbeBS8Is9aMt9a1e6j/+QiAEQuDeBCLA3xvhg0XgFG0CSU+AA8/MOna3U9nnjokPmg/bqZ5/n+dYqtcFZUvtXmOK0H51+wGHM4F/PgBv3BumsviwurA0sIw7ZV/lB9SVE+F1iryHOlJ+xs5+eIcK2bNYXg6qlJGOUI9UR6hfL7Vblj4vBxX/0vD39TefXWAGfub8u+ohyrKMW+WcAcszby/W/DOr02/hQ/jubpdiH+k0yERoGtdMS0qZ0U8TmOvwJbVjT+fkflfeg3lW0YDsPrFi2Oubfcwz533iPUYYs6k9Xgeq2o/d3ZbYhdG2d7+Y9utzsJsE8P37mEqM81+k268E+D6tOvNAu/8Hyq9ByTLupSzTdwjdc6ZYtFfSYyBbnTMw61tjMPwPl9/PKC1t0l7WRUqccxu4KOACT9Jn3/sCr/ESAiEQAochQHA4TEyJ5dQECCIEkv5cv8XtJ2G626nsPqj2dY/n2TtvafO4PmdTR8CBPb1Tae+0judIt5+XI2SPa4fX6fiM61Xma5UjwbKMO6Vjgsu7lMsXlCaoe35Zj64s37Tnvz/ILPU+AqotG52HslcHetzHtDtF3czNeAZBux9WZ993P0jOPsUlh0g6wGnEybTvUqeV/VI1QcxMck+/n4Pr1yvszzg5v8He+X9Wd8yE6fCX9aqUOqwuj0xdUjs20nwIU52Z27dX3DPil6twXeAzgOl093I+O6V97O2xQUFty64JNXg7v2Nz27JrnKfwb5DBVi/fJ7Pj+hPzoIbv2iEG5wnuDnvs+XJGiedaEWAg2xJ5Az7dzz52Kwv6932fOJaGkd5TPWtpmuIvBELgyghEgL/sAjUSbV/dyIVOkhFtAuJwO5VpRtqyvP48M9bS1N222Y3++2jbq2dW3EyA/Xrbwt33vhUNfYmz0X6n8orX7JGD0thpHTyDJ0zXq7RR+TecbvgZn3cvN7MBZWxVhAe/17vV4w4eLNPv3uWRsNvdlthfZfKk7NWByflolzpIZuH7A2xTwJ2bZZ5+Yo6d/qL6t6QDbZ9nL1d175dU2F2VJaGEIAMN9t27Vo92jecQ/gmk82qdX10Rm20rY5EymOXdNCNJcP9DFcrgRhlr1GU6q8Pqck/9JbVjPd33sRvsm8/3ePmKUD0oY7HyPvaBNQG9E7bBsJ+b/vpKkMHxMm6VNli9v73Y4Z8VW9qOEUSbom0Z16c0/SyclV2+pwaofLuUy7Y0SLND7N5+8vgSdU3ILuNeyje1r5Dy3TfD7pdClkSsb2FwaIlfK8/m99rg9ZKw2/xYJWBb0vBnub6BznEdMwRCIAQOTiAC/MGRnjRCAomDaPpDdRw+oRzMAJRxMmUm2b78/kCH5az7Sbbub9h9kJ18q4Ng1sO+Zsv19pkhHnEuNXUo/T748K+DY6bBtQ99n0m3V9BBau6t0zp+80CKmUuc1oWZ3YXfp/M4x9Ovv6IuegcJ6zcqt12UWSn7EHsYTHbJWw+7r119IwyM8IRSneZRj5jjnoMKlwycGMjpwq443qwisdyzjEXK7xQ7NVm9NYjAri7pEC+K4AiePm+Kk1C1iwBuNrF3ltUhdWmK9nCXDxSTOqxe9cdfUjvW031fOw69zv7yitC2nzIWK0K/ut8D/OO6MEBQxtkpAu5cr/18oCXcSxPr2+GwUuYIYwXM14yLE5v6BM6R8T11krwBuF0GbbWJVjAdMtnYaBt7nM4nMXDf3TbZrQJ4hU0e2j0CvMG55nSjj9Gv97UT4HvYb6gLg6ZlRIVACITAcQhEgD8O11PFqnNlKWtfSuzZlns7bIZw5npfbcbQ6bM6+9vikJa/UZ4sVSvjVuksGPlfKvyY9TZTeRv4yT+dPR/EJ5dHNSxp78sFzbyZcXr1emofYXeAGoG/nNcqe+J6GB7na27rNGbvVTcPvXzbT6hZplhR36m3K9tSKevzkgAAEABJREFUYY5A+5aTf2VvVodZt06mzHL0uq++O8hRh6oLGjpu88qDdYkUp1mnfv8N6uJ1Si9VOu/zcuPPqsAPKbTIPw6VjFulXjnESj27ddjwT2fbQFqfLbOaZF5ivSGKk9/a94Hq8KW3Y/vmfQ6njA3MDXfv/rvWhQGqMrYqdctS7N7uaV+3nR2yNeIjevCOfvIU/6vW9W8rvVRpg37v5NmBpwYHJueTXP6bekrfsmBguLePdXujIuj2MjTD3FcpbAy85qY2Rf+i33Yone9md1tnVxf1FQwsrvPT3b3XtgZ0N98J6ehu+9gNGvdw2lkDBt0t9hAIgRA4KIEI8PvhtNTLR9BHhGbntl9s9wtFkLSc1dK/HhMh3kyi2cP5Q9n9rbKbOdRh/6a6aeReR6ysW9UXl4+/U7orsxeWjW+Lw35qvwFLsBjhDQYYoNCpGm6bTOm+zwfZbC7hfDzDgIJ9er92OJSpAzov3S7nZ5TZ3rlO6DTZO/6M58lBeflZnVUz4/Knzk1BFl9aev6J5RvbMm6VgRbLK9XjW4c1/zzXEsd3m+6b3VX2k/PRL3XKPqWe0g8nsozekvfeqZK3pcKmOD+u4uxbU7STH19uBnLK2KgMdr3H5EPHccn++ynYQS8NgslDj9RAg+WxyrW7d7t7BjB+f3PE6GPrWh0v4+rUF9/c3DxkO3YqoAZktDXrnufbYuVKv29gykqlbSu8tPfvVwHnNsxZI9rZunW26vMrZd7ZMu6UNtNKjDuHNRbfDG0StsOLb4ZVcd6b4XZK0+y/wen+TN8XZ+Z0t1V25fyO0w0ryfqAwHT77hKDdfXLN33+Phr4WLLijJD/TvWUuZ0tpxv3tFnsszbD391sLej9jX5vqd02JGXe/duK91Bl3dMRewiEwBUT0DG94uw9mqyZVdXJnvd4+d1THQfLQj+kaNjvrGNV1meUD5kDa8yk+skpnX37XWePZmWeOzs+udahN2usw/LE6db4E/WfEDUvmSvnGx9bvy1rpoeAy21oaZ87HuMec36OQYslnRJhV2nCrdm3cY+wTHBxOvxw85NwXzcuNphG4Geh1n72v15hLMkv4xmlbMz0WLL4Vs/cfZ6D2RADFc+72u+/pbEEsB5a3bBH08ntOkH9HjshX8dUx6+3G8pAR8p+b/5OrW0j6R0zAy4OQFKvpEVHSt1jul6idd7ff/Lo/TAzry57r6bbNzqqVpuor/yO+wZKhDGzP9weyjQYJm/9+QboPrIcVs2qqmfeZ0JXL3MzqA6YqmBXqe7fjj2NZVs79rTv4105oKy/p9o3gzjq7rqnEtYd2Nnv+04QUrTb4z3r97XzBvWs8OjuvlPeK+1sdz83u3fVIKV3d6RN22xVm/Zv3ftvtZrvmC1GIxzTQMZ8ngD3U2m8vft9oFMbpVzfuBIhb2U8o3yntGd9+xgmDmIV5xxg1/qljvQ4zPI712ddvfJdMkBq+5p2q4cddgO367Y7mNDoAw/Kyfd0hN3HNMDRVwHgog7sE1fChEAIhMBiAr1TtjhQPJ4lAR0EM8U+bnMCddAsk7aUzkfc/lWj8rRlfYQby+J0yu1tXlUvfJwth7Sc8GvnB7RrwtSb17UPfRl3yk/CmHmx9M4gAQGSKS2WQc975X0ECT6eexfJZJlPDNYp+ZLyowMmbzooqwST8rJWEW6lc3gg0FodMK4trzR7MK43mTq/8yyD0XpClGV28o+DDj7hWbwE/M7CYIHyGc/RiVnVaR73l5g6GZbC4t7965h+ajkQYHSupM0BbGav1RMs6vadUsbKWlndOZ7YYpYQ5/FYqwjs9RzX0mbQaVwvNf38n5n47t978d7l4JneJeWGkRk7gpFO5dwZ/qDy3weF6vLBlPfCihyDLj0RVvBYcdDzZMm9gTz57X4JYZauqiPd/drsp2zHnmF3JAd11Lvco7fSSn3WXtLz0m9hrKJS7j2cNkr7Ya+vATLvgfZM+6799C3q/tW531MOVnWVcfbKipk/viKV6j5e87uCk4Gw+f3XhnxwxdPb8Lo8uTKY/Oenp2rvtZ0Gm82qK0Naefou+075XvVg2jxCfXcbdgx2qV++z3PbTKhWr0w6SIf00NKnzfF9twpkPFN90qcZ176P9Ljupm9YP9/AOTVLZvx7HLPdgIHB7eGub6T+j+uYIRACIXAUAjqkR4k4kT4IAR9Po+V+mkXne10i7Ov2oaT7x2eVfwI0IcRv2joR3kd0lb/uZqbCnuFVB984eMYggU4hk9Ddw7J/ef2zomAWfsv5KUXoNQP7lGNdWDkgbz7ORsjLabHSAdWxWBXAh5mAv+reKjfCtw4fhvN9++/kHwdClWXf/X0UxqCLQ/10jEb4ly7LrnmqIM8onVCMdbrnmzqhVjNImwPYCMWzH/XLKcLKer536msdPh3OVc/VQZXXVfc2ueFvu4BtHav8WbGg3DCycqSX3fAvrNUJBkyG20ObBjSkd16tI109T1ayzHmyTcfgiE4z/9eu1e1TtGOH5rguPgOEBNP5vvdde0n32cThT3mbFV01OGyVhjrhPdCead9HuGEaaFXn1L3hdu4mgfsDK5HaAG1BWZ9S294Vnn0v14V3/5Rafmxl0x7Oz1X+DrZThrTy1EeY/dlOYcvNKh787lq/COlWLRg8FL5rz5cO6aGlTzq7H/2SVyuHfvCdwfZ1fRrpc6ZOBblT4r272MPiED0TJCOo/oF8jeuYIRACIXAUAnMH7SgPSaQnJeA3SD+tnkhAtPxb56kud1bCCe9Dar8ZgW2XSCyztZTSkril4XQMzPKbvekf5XXhzSj+0bppdqeMZ5RBBxyeubHFAb8+qj+8ExQ9c1wvMR1e9hvLI55lLFI6SpbbmwU2K9aFLUv+dBoWRbTFE8HWEkoDPn6beYv3u9sfXTYzcFZslPXBldnB+WA+iVIv1s0Wub9Nq4/qvsEMgzfb/I/7yloYYcUx3M/FtFrH4NZH7JAgfv0030OdpL1DUg/q9RTt2EETvCUyK4hWCXEj2M+/ubmxtH5cD1N7rE7bJrJkEFc4df89y+IkenWurBelCL2WnpuFNgO8NPFmlc0S+5ZhsDTcsf2Zabdl4o/Ug5aWYXm98W3wjbDaShzc1uld65fBer8egtm6OGd3A+wGULSvlsT3tpkwbbBpDjOuvc++C+NandZPGNe7mPa/G+AbYdQXhxUyh1vMEAiBEDgKgQjwR8F6FpH60BIEnS7udG4f379aKTOLNncq+LU/zEE9llDyL5zw7lWwvZROn1kZ8RG0Lcu1VL9HpnNgbzF/BgvMWuzSubDU2+y1jpYlcj1uHdFVs8fdzyq7zqaR9H6PQG8P+D4f5y+siByY42NvVk+ey+lOYWJwQBnpTBg4wY4Ho/lzWixFnWcj+N1HjwEfAwOvURFYMm/QoKx3ak7fWHJ95+GBLWa4pXsuGwcS9s7dPskUpyXyBF4/o2ZQxbvS3yFbCax+sTfUeQkGroQRdp9nniKMATkdefVtvJv9XZcnZzH8qUqMZaL8ClOXj055F7VPx2zHTgVVGRPi3rAeqD3u9bicbrSXlhazz1q7bFbaCic8VrVl33Zzc8P9t1dg7fmfLtMzy7hYZZWXvdfe6/etXHxV6c6NnZt7/JjVJZiWt7NT2nuDcVZxjfZe2+V9H4ll56ZNfZVy9G0wqC1sXW5UynrX+mXZuQPsCPKeOX9/xKmuOkxPW+TXYZSJhJhVnweSrSxbt3XOqjjn2AhLv0z9W7XqpJy3KpMDfTDdCpNVq1S2RhQPIRACIbArgQjwuxK7TP+Whdu7Zjm2mVOnw9pHPbRDX3zE7Ic0O8P/IXMqvg+tCAk3lriN5zItuXQokpl6H+rytrPSwbZUUUdDnF0TuneNUEdVmno8fuLmPh9nnTzLV3Wc5bnHjYkTzpURgb2nlxBoGX73r3Msvu7PdgOd7+7P87qfTXbxmcXW+Zrj2ZS+TXG6Z194T9ObcjyCJqxrz/qz7Nkn3B/icTqvBFrbGrwr/R2y59LWBofn6Wjyu/SZ9+Vz3/Dq23g3tQODnzwZsHAORV8Bsi5ftnlYzjrCM9fVv7muWobtULR1cXd3/vgXP62uiq/7WWe/L6tjtGP3TdM+4dVPQrb2uNdjPM0cG7Bbx5C7dlp7vaot07Zxd58//pfq27Itz9Ix9Lo6VN4Wq1V1U13lvjQS7TBB0zJ0M/KdGzs39/jhd2m88jfyytw1XfuG7+29tsv77vk0OzffAnvO+V2aH/72qV/CEKw90zstHUNrl9RVW5JWtUUGJIZfpu0/2jVpmTWB3yqB4W6Q3/d0XO9iGnQwqDfC6DtZ1TauY4ZACITA0Qjo8B4t8kQcAiEQAiEQAiEQAicikMeEwDYCZuwNtA5/tri9+LhYaFqqb7Xi8O5QWsvzx3XMEAiBEDgqgQjwR8WbyEMgBEIgBEIgBC6DQFL5CAiYJbc9cGTViiqHLI7rJaYVFz3MJ1Ug2w7KiAqBEAiB4xOIAH98xnlCCIRACIRACITAtRNI/i6FgMNl/UzeSK+l+2bVx/Um0zJ9h7/aOsGfLTz27u+ydUK46BAIgRDYm0AE+L3RJWAIhEAIhEAIhEAIHIZAYjkZAb8m8/7taWbTn9OuN1mdI/T6zYOza/zySHOKNQRCIASOSyAC/HH5JvYQCIEQCIEQCIEQODaBxL8bgc8u734hpowbs+l+aWPbr7uYfXcQ60sKVNqvnPj1kcy+F4yoEAiB0xGIAH861nlSCIRACIRACIRACJwhgUeXJL9C8J6V6x8oTb1u/XPafRlrldl3v9YzPDy3LH4Fp4yoEAiBEDgdgQjwp2OdJ4VACIRACIRACITA9RG4zBx9cSX7A0pTZuHfuSzr9sKbfX+buj9m3z+j7J9eOioEQiAETk4gAvzJkeeBIRACIRACIRACIRACg8ADmZa+f0g9+8tKU69d/16r9Cr1K8rxLUpTX1//CPs/WGZUCIRACJycQAT4kyPPA0MgBEIgBEIgBEIgBA5E4D7RfEcFNrP+XWWaZf9TZf6U0l2ZlX+Pcnjh0j9cmvCen40rEFEhEAIPQyAC/MNwz1NDIARCIARCIARCIAQenMDNl1YSXrQ0Af5ly3RKfRl36vvK9ltLu/8CZX5m6agQCIEQeDACEeAfDH0eHAIhEAIhEAIhEAIhcNEEkvgQCIEQODGBCPAnBp7HhUAIhEAIhEAIhEAIhAAC0SEQAiGwK4EI8LsSi/8QCIEQCIEQCIEQCIEQeHgCSUEIhMAjJBAB/hEWerIcAiEQAiEQAiEQAiHw2Akk/yEQApdIIAL8JZZa0hwCIRACIRACIRACIRACD0kgzw6BEHgQAhHgHwR7HhoCIRACIRACIRACIRACj5dAch4CIbAfgQjw+3FLqBAIgRAIgRAIgRAIgRAIgYchkKeGwKMlEAH+0RZ9Mh4CIRACIRACIRACIRACj5FA8hwCl0sgAvzlll1SHgIhEAIhEAIhEAIhECSCsbkAABAASURBVAIhcGoCeV4IPCCBCPAPCD+PDoEQCIEQCIEQCIEQCIEQeFwEktsQuA+BCPD3oZewIRACIRACIRACIRACIRACIXA6AnnSIycQAf6RV4BkPwRCIARCIARCIARCIARC4LEQSD4vnUAE+EsvwaQ/BEIgBEIgBEIgBEIgBEIgBE5BIM94cAIR4B+8CJKAEAiBEAiBEAiBEAiBEAiBELh+Asnh/QlEgL8/w8QQAiEQAiEQAiEQAiEQAiEQAiFwXAKJvQhEgC8IUSEQAiEQAiEQAiEQAiEQAiEQAtdM4DryFgH+OsoxuQiBEAiBEAiBEAiBEAiBEAiBEDgWgTOJNwL8mRREkhECIRACIRACIRACIRACIRACIXCdBA6VqwjwhyKZeEIgBEIgBEIgBEIgBEIgBEIgBELg8ATuYowAf4cilhAIgRAIgRAIgRAIgRAIgRAIgRA4XwL7CfDnm5+kLARCIARCIARCIARCIARCIARCIASuksCDCPBXSTKZCoEQCIEQCIEQCIEQCIEQCIEQCIEjErhEAf6IOBJ1CIRACIRACIRACIRACIRACIRACJwngUcowJ9nQSRVIRACIRACIRACIRACIRACIRACIbCJQAT4TXRW3YtbCIRACIRACIRACIRACIRACIRACDwAgQjwJ4aex4VACIRACIRACIRACIRACIRACITAPgQiwO9D7eHC5MkhEAIhEAIhEAIhEAIhEAIhEAKPlEAE+EdV8MlsCIRACIRACIRACIRACIRACITApRKIAH+pJfcQ6c4zQyAEQiAEQiAEQiAEQiAEQiAEHoxABPgHQ//4Hpwch0AIhEAIhEAIhEAIhEAIhEAI7E8gAvz+7BLytATytBAIgRAIgRAIgRAIgRAIgRB41AQiwD/q4n9MmU9eQyAEQiAEQiAEQiAEQiAEQuCyCUSAv+zyS+pPRSDPCYEQCIEQCIEQCIEQCIEQCIEHJhAB/oELII9/HASSyxAIgRAIgRAIgRAIgRAIgRC4L4EI8PclmPAhcHwCeUIIhEAIhEAIhEAIhEAIhEAI3ESATyUIgasnkAyGQAiEQAiEQAiEQAiEQAhcA4EI8NdQislDCByTQOIOgRAIgRAIgRAIgRAIgRA4CwIR4M+iGJKIELheAslZCIRACIRACIRACIRACITAYQhEgD8Mx8QSAiFwHAKJNQRCIARCIARCIARCIARC4AmBCPBPQMQIgRC4RgLJUwiEQAiEQAiEQAiEQAhcD4EI8NdTlslJCITAoQkkvhAIgRAIgRAIgRAIgRA4IwIR4M+oMJKUEAiB6yKQ3IRACIRACIRACIRACITAIQlEgD8kzcQVAiEQAocjkJhCIARCIARCIARCIARC4CkCEeCfwpGLEAiBELgWAslHCIRACIRACIRACITAtRGIAH9tJZr8hEAIhMAhCCSOEAiBEAiBEAiBEAiBsyMQAf7siiQJCoEQCIHLJ5AchEAIhEAIhEAIhEAIHJ5ABPjDM02MIRACIRAC9yOQ0CEQAiEQAiEQAiEQAisIRIBfASVOIRACIRACl0wgaQ+BEAiBEAiBEAiB6yQQAf46yzW5CoEQCIEQ2JdAwoVACIRACIRACITAmRKIAH+mBZNkhUAIhEAIXCaBpDoEQiAEQiAEQiAEjkUgAvyxyCbeEAiBEAiBENidQEKEQAiEQAiEQAiEwFoCEeDXosmNEAiBEAiBELg0AklvCIRACIRACITANROIAH/NpZu8hUAIhEAIhMAuBOI3BEIgBEIgBELgrAlEgD/r4kniQiAEQiAEQuByCCSlIRACIRACIRACxyUQAf64fBN7CIRACIRACITAMgLxFQIhEAIhEAIhsIVABPgtgHI7BEIgBEIgBELgEggkjSEQAiEQAiFw/QQiwF9/GSeHIRACIRACIRAC2wjkfgiEQAiEQAhcAIEI8BdQSEliCIRACIRACITAeRNI6kIgBEIgBELgFAQiwJ+C8sM+40fW459T+k+W/melv7X0/5s0N/f4+eV17wVKX4t6ocrI55Tuef7Oun7Z0odWv7Mi7M/54bp+zdKnUC9ZD/mm0v35v7WuL1G9eiUau56Xjyi3H1H6kOrHV2TqfX/O55bbjy4dtRuBFynvX1C6s7zU+lfZiDpTAi9d6frPpXs9+z91/cqlL11dSvr1Eb63EjvKgJ1bOV2sutb2612qREY5Mf9iXZ+7eoNK4A+Vlt6/Veb8Pf5p5fY1pd3Xl/sVZY8KgUdHIAL89Ra5js7HVfZ8XL+szPcq/StLv1jpWXFzj58vr5vfU/rPlP5JpS9BGXD47ZXQ9yk9q+8vh08u3dVPqIvXLn1I9f9VZK9buqsvrYt/WjpqNwLqK3Y91G+pi5cqfUj1iyqyX1a6q79QF99XOioErpmATvCHVAZfvvQlKe32T50S/KPq+o1LH3qAr6K8JJW0hsDFE/iZlYP3K002+YEyP6D0/D02gPfccqf05d63LAbjy4gKgcdDwEvyeHL7OHL64yqbH17660u/eWkz8GXspIx4vnOF+JbSb1uagFzG2SkdNgMPhORPr9T9jNKr1BeVo9npMu7U65XtkI2+Z79axdmV2dz/2R1iX0QAs78++fRh/zWT230vDQro/I94/ktZ/nnpqBC4VgK+DwZqfR/eojJp4LGMi1C+S97ZVYn9beX4s0pH7Usg4ULgYQnoq753JeHnlaZMvOjbsc/6s8vhC0tTv6H+vXVp/cEyokLgcRCIAH9d5fyKlZ1/U/ptSm9S31Y3v/mJZi/rSqVB/dC685GldZ7KOCv1Ryo1lkDLd1nXqv9ad/526a7MvJqB7W73sf/mCvwSpYf6rrL8tdJR+xGw7QHDHtoKh0MJHC9eEb9+6a50Cr6xO8QeAldE4KdUXqywslVK216XF6V+aaX215UeyhLaYTcrb3Z+XMc8MYE8LgTuScD3+E2fxPHtZX5w6f9bepX6X+VoFt5Wu7LevEf9y1L6ghD1eAhEgL+estZ5sQf1p6/I0n8stz9YWidHmevImTGm2QlFP7fuaxC/u8xZvVU5EOTPrdO3dFBBR++vVB76x8DM62uU2yGUdMwzQ/+wIv53paP2I4Adhj20GfhV9bv7WWo3gPPzm2d1Qx1RV5pzrCFwNQSspHrBC86NNla7LQve0z9XFmYZt+r31P9Drqqq6KJORCCPedwEbOkx+z5m0T+6cHx16U1Kf/czn3h44TJtoXSWQVmjQuD6CRDmrj+X159DI49/ubKpESvjThHcf1NdEVQ+pkwz0b3DU063yoEh/BrFNIv8x8t1jGyW9Vb9gfr/WqUvVf3rSvi/KN2VQY8X7Q572s3kEy57cLPvhMLuFvtyAthh2EMYgPpV3WFPu07C76iwzDJulbqhjtxe5N/OBMyI2EKC6dAOINo5ogQIgRUE5hUz/738/I3S/6n0UAbltMXjOuajIXDvjKb9ujfCvSPwvTBJ9AuexGAr2yeWfVVftZzv1A+WzXZRe+XLevMb65+tNGVEhcD1E4gAf/ll7KA5J3Q7zKPn5rPqgmD/D8okoJexSDkw5P3Lp0PhuhCvrhDwPa9uX5yyr9ogR0+4JZm/uDvsaXfadh88MXv8j/aMK8GeTwBDLJ/vcnPj7AIrRrrbrnZ7ZX3sezh1Qx3pbrGHQAicBwHCuYHokZp/X5avKq2NKONWmZ3PYXa3KPJvJwLx/JAEDLpZITrS8PFl+YbSS5Q98vq6w++7lsWq0jKiQuC6CRDKrjuHx8nd/JNdDkjjdpynbY7VQXXzHnBLj9+sgv2P0vsqjaKZ+B7ec2bBp98/dzsunQlB0EDFfdJtBt9Mfo/DoIkZou4W++4EMMSyh7QHdhxy0913sZvFN5s/wqgT6sa4jhkCIXA+BLTT9saaqRup+pKy2O41H3ZpBs4AXd2OCoHTEMhT9ibgnXaY5k9+EoNzb+aVd09urTSs1PPTeGO23oSMvfQrPccxBK6JQAT4yy5NPxXnILeeC6cLE+rvO5uoQfSTWv+2R172NyytQ1XGxan/UCn++6W7MiBheWZ328Xu92/pEcZyrk8bFzHvTQBLTEdEP7EsTp0tYy/1QhXqd5fuSp1QN7pb7CEQAudBwFkttmeM1Pg2jZl3W18MoI97BubmAdVxL2YInCOBx5wms+9WzQwGfrlnXnU37q0zzcJ/abvpEOfMwjcgsV4ngQjwl12uOio6LD0XH1gXhzpJ+1srLoeJlHGn5tnLuxsbLJbd20PvxHh7zXTAaEv7CU4OyNOQG43dEM3trTHaKryl/reOT/69SZnch3bIST/UxGgtgbC83SnLMi3PvHPYwSK9ZnyYI5iO5b8cFytMfs0Q/bG693mlMR7pHSY39zDDrrwdXTngyk/yKW8d4pEWpjJTdm9Xqdh1sONdKow4hrbdoJxu/JzVnynLd5Z2T134V2XHpefZvnQf6Lp1pxxm5eDAO4cdLA5rVIdHEM9Wp9SN4bbKVG4vUzekWZ2VXmHpzqenvbxvVev4COjQSLx0aqwS8CzagIY6NrMSZlctveqZ+tafIX/yufTd9J5536RvaGlflR6rlXodE0744dc7qR7aCznikp5V9WOEYarDytZhhD0vysdPSUoPpvzuowcr74I4e9p2YdWffezyN7j4vfVAaXUGCmG4Lm+VbT9OpXdvaIxub274h6GzVXDWVo2wTNzVpUMeKDf/wsfXVNrU/zJu5Gn+hZFDPNtheOKRF3mSt6Hlmbv3Rp2Qjl31seOXHuX0SmVx2B9evc7Ki3fKUmUD9cqT//J+dOUbgp1f/VB+0tI13t4x7dsuh5aue5eWfGu0P9qhno4l78KAZWD4NevCWUMEUG10j8s1d+2p76y2qrzvpTDxM7/awx+6ubkZz/ELRJjJ714RrwikTqgbx3rX36ieOWbf5WPJt7iCPKVMVvWVOGbhf/1TPnIRAldIIAL85Rbq6AD0HPhA9Ias39vXbmmxeH2YzFb/7IpI57uMrcqHxCEjfhLEviYfrh/TQql/BKq3LTcz/f+8TIJ8GUdTniE/4wEEMwIhc7gtNV+qPApbxp3SmXSOwJ3DE4v4f23Zv6K0TtMHlWkm+cXKnBU39zDDDkMsZ3+HuNaRsI3Ayg2dJofJ9E6+ZygzZfchdfHfSv/V0k6NLWMv5ewBnQ2dkHF2g7rwSyo2XP5SmTpEZdzodM5L6qTl57i5hzboNZ4puL20X8myQauT6g2/0qzOSu8I0vkcqrxetSInqPzNMv1agq0aZb1VOlUvXzasPM+g3a4DGurTh1UchBH1TH3rz5A/+Rzvpt/cNfBUQY6mrK5Qt7yf6qH3azxMekb9+JZyNFjnnSrrrZI2Qrql1Q4o7HlRPq9SvrDU6f2FZd9FYeUdxBor9U+cIw5p66zUFXVm3N/HPHb575MmdcyKLxz+XkWAs7aqrHcKd3XJbzgTxNQx/O487GghWFn11YMZJP2OJw46/dpc5hOnG2e/2O41rncxlat2TtrlQV60GY7UAAAQAElEQVTkqcchz9zVBSzUjaV5PHb80tnLyeDn25ej9sKzy3qn1Fvvje0JylNeflfd9U0o4+DKO2G1k28Idn4W1GDe/CC8vWPaN4cU2s637/dml2/NnI4l18pd+2s7x9+tAG9Z2gCkNrqsd8o1d+2p76xvCSGzt2F3ntdYPEtdw8RAsvZQGQ7vBFfM/ESwfsmyuEfop81eh9SNY7zrBnLEO56MybZv8fA7mwbU/ndz/H1ll4cyokLgOgn0l/86c3i9udJ4m13pOfShs2+4u93XTojQ4XXIiEby+xdGqANFSLOcaWGQG2HMuApzn4/Ppufhg1P342PXhYV+b5PdyfM/s3kwY/g57XpYfbx95AlBOhTDfamJxz8pz/1ZdXlvpUOnI/XpFdMstJfTWmXU3IdWB2StpzU3DAAR0swirPFyo+Pc69nfKY86fWXcKgI4Qfz2Yod/Br0cgteDyLs60d2GXUfWqgN1Ut0c7ttM5aXu71PW6r3wn18PWTpI8Y7lV52Wv7JuVa9cPvzqBGFs6TdAXVfmr15hj6EIEv+4Ila3ytiovE+fVD7GXsfnlP3LSstXGRvVL6i72GrTyrpVKXdlqUy2en7iQRh1Rhjl+cR5kcG/cNJ4rPJflJDJk18n8asCuwjk6pY6ZkBjKe/psTe+c71cCepmbpnDr1UEvlPjGsN5ZdS4t8k0gCSP3nlp3+S331Ne3o1teTx2/NJE0PUe7VJOwtEExE8ti0NxvWNlPYhSHhh5J0wC7BqpNhtf7/kuYff51uwSv/Zd26D93ZWXd9vkyDvUA/EpY6NSt7xHOG70WDeVo19oMDC/JO4K8pTa6V1/EtL7suu7bpBGe/wkihsDGwaUx/UuJuHfN2CEcVaO8hnXMUPg6gh46a4uU48kQ7+68tn3olsCbAS4nB9cmQEx0r5KSCM4mGH9uEqlj4zlnWW9U+qkUeZ3KpdVHx+dE2Fp+x/L252ydYD70IRpXO48PLGYsbGk7cnlDcGYgDKul5jYm0Hofh24Jg3dTR7MgFja1t3Z5d1HeaQXF3zcm7XR9fcsR88t496KsIe/keo5Mj/PonMhXdK0asWFZW+Wdg8hao5j3fVz68Y4hM6vHJhN8xyma7Ov7OXtTplxsLzxzqEsOnXyUNbFygxQ3y5hxF6HfVUEyk2ZmY1TJ7sffHq52X8n7d2Pui8f3oXuvs1uf75llv2Z+CsHnJSL58/xWL5pkG12n6+lx4CI8pvvbXuOgZPPqECdYV3eW0mLZbzq+IjMYUYGetblGR9baLy3hA5xjLA6c36GiGYf7sPUQX2vutj2LmF1rHasHr9SHbr8zVQbpMMRp97uEYIJw+4NbfZuTpj2Ubtr1nm+pw3TjgivvFZ1wHXShd9VAPMsM8JOl2entfk0+9BmjuVjXDMJ8AaF2JdoApj6pOPf/XuvCZ7qkjx6D70n3Q87YdEqtXVt0rHjlwbP9h6t4vxt5WGUk3yw275Uzs8oq192WT7+TASTg2/E3Kbxoh3zSwKDLRNrzN3v2vttdtmKjO6+yb7Pt2ZTfP2ed0J91853d3bfK/dwprXZ3hP3Zv2nyuEVSm9SnqW8vEezP+0bbrRVjOO+9pGbVX/DbYnpWd7VY7/r2l7vdk+TCSJtUndbardSz+qr4V+bYeXauI4ZAldHwEt+dZl6BBkiXLzclE+zv5ZmT84nv/QB8JNcOvv94Ub1fYQtNbVkz1IznSydDnus5o7j+1XgVZ2ITyh3YWnCRF3eKR8e7kOb9e4zucOj/YCEq3HNJIz7qLAv0Was54OVzObOHyAf5z8xRSiv8izv9iiO9OKCD3dL5KZgN29QDqs+4uW8k5JPndX5I60j7BmWnplplS5p0hHWUZm3Z+iUKo9dBDqz/hJr1swshFl8z2GaOfD8eUbcIIy9cZ2tZxLIxbVUW2nhwz78W3L91eNiMnU61cHubJmkfbHy0MvNTIK0v1t57p1P74B0mxWrW4uUJYWjXcabYIC/csBJuagfc50SucEYyxLZV2npkB7p6vfXPcdS1j/bPZZdWJ1OdaQuD6II7mM10Xg3tBVYjDy7JoD2B3pXrGoZA0KWyKun3hF7bGl2y4dtEelhDXi41926/djtWH9Wt8vzIcvfgKIZZRzNFPaVLLb6/Ol6uHtDaxvL6U4RmAghg/G4YaDNIPKPLQftuPDSrv4pzz4bVl5ulJ+VNeqg6yVaXPOMrUHZVYLnPCjrbJhdVunIi/rS04WN99q31j159B56H72XBLPu32DSa3WHZj92/B5lAG9u070T0upQr1FO8sFuRYB3wHdT+KH1L/g5xDvuffStGXXaMwyc/t6yaEfNkg62TKzVuT9c9wn4ZdwpwqitMHcOWyzi52WXbw3/27Tvp8H0+Z348xVQPdd2eBcwpLXZ3hN1wHtT3u6Ucyh+f11hXsYzyjdWP2Z+lrqnXJUfbvTLVmjPl46y3oh7XX10f9a4n+pd9273lTXfU4mxmqGMXdRTfg2qdwf9M3nqbrGHwNUQ6I3q1WTqEWREo0SA7FnVUXOYR3c7tX3Vh41A8zsrIfZ+mQ0q61PKQTpmrs12EajGTXXzPepi30OCKuhapeOqw9c96HzpbHS3Tfb5YCWzsPYb9jA+yj7OPqTD3f5dwqo8y/tw7yZB0U/4CdvdCU+Eke62j90sk45FD6uTQyi2FHtVuv5zeSZcWyanTOvyVknTrgIdYcpSaXX2NpIn/8xSrBOoLaE02/DE6w1BfJcRdh0GQvkIzzRbpS6wd60ezJ1Oh5QRMj+lPM4dy3K6kXYCvzSZPeZG62CZ0VIXXC/VBgMwWjUoJ83vUxE5tKmMO+VZBhPuHCaLX6fgpztveo48WQkzP4dgZI92j+cQdoy9h6veDe+E5aZzB3hw1fG0V1o9ndNi37uZbYLDuKfe6lCP626eQzu2qVz2Lf+ex6V2A1azEO1MCgNYtvX0QbURp3cY23nwR90ziDDKbPhfZ6rLwoz7ym/dihnP1EYMv0xpN9jFvk1rG3xzhr+PLItVGt6Bsj6jvJfaw/7N4olgOs7vcD30sePXvhnAG89jGuD2Tkir61Vam2ow6zOnm74zq/anT962XhoYN9A2PFoB4nkG+Ve1o/yp3x9VFv74L+utUm+0D7cXC//t863ZFrU6qey7P4M9Bh1W9XH48554XwxC+NZyG1o91x6N624SQudnGTQ3ubGqXD1fOuY2u8e5zu59OdW7bktA78Oqh1YurEvbEnffD2dXDL+23/iWj+tnzbiEwAUT6B+sC87Go0v6KgHesj7LiB4SxqoPG0HUcjIfsE1pMzP0ZuWBgFvGrbKXdP6g3N44wD8zOVYtjKjM2DjBelxvMs1MmM3tfiwnnwdQDD4Qlru/962Lryu9TeFl2dz8sTe6vy3spvuEE5z7u4+55WyrhJ8elzTp2MpDdzeYscvMiJm4WXjv8a2ym5W3wqHfI0iaJe5u6+wGJxwiNO4r+3nEftybO50Ecp2bJeVmGaBBjhEX00CMWTv2JdrgkqX7qwZSRnhlYTZ9FmjNwgw/3dTBNyvU3QxgWJa67Tk602a6R1gdaTOR6tJwu68pPwb5tGPr4lIHDDDN9y0dNdi3TiDg31LdeRuGmWL3Zv3Q7dgxyn/O45Jrwu8sFJpZN9M7t3VzfMpC20+I7Pf8ZNSSlTPqljaphyUsE9S727BLj5Uk45ppULjP8nFbpc3UzmlycJc6ucr/cPNMbWH3Z8XVfJ7KseOXHsJKb9+0WQZWlYP7mzSBWXtjpdPwp+x9v8b1PqaBjHkG2EDbFy+MzMqAecBGO6r9WRjFzT7fmm1xG5zqArc22ArDXg/WxWErA9b9voESdaS7sXsH5m+1949wrsz4WaWl44Prhva9jEVKeZ/yXfdu9nLU7puFX5TYNZ70IQ3YjNtWmBgoGNcHNxNhCDwkgd6Jf8h0nNOzjWxqADdpP33SRw/ZuW0K4564D5FXAqQZyEPEdcg4jPb3D5uPjdFieV/yHALSx04e181oTN52viRAmunrAc3S6XR0t1V2nb0+E6CzZFZq9mum2s/WEcQJjD5S9h/P/tZdWyo6d1h7J21duE3uluJZvt/96IRi393W2ZWlzopOy/CjHcGuf5DHvdnUSSTkzu5LrnXmzMINv2bE6XG9zpQuwitz+LFnVh0Y18PUkSGsj2um/KrL7Eu0dPbBAYNDM/NN8ejkbuqgjbBmWwiv45q5rn6Y5SGY8kPjKF9LOvgGBv2sm3BD64Ddt4M/4mKuWsHCfdYOOprddNJX7b3u/mylmc+XUNbdz7A/dDt2jPIfedvFNICqnEcY775ZafVuuG0y1S1CpPZx+LPEdx78HPe6uaqdMrCx6b0wKNuf5X33LGaPe7a7T1jq7pbO9+t1dst+CQ3ad+28790siBw7fmkjGHqftTvsvm29jeZnk/Zu6MMMP/oYzooY1/uY8u1cHgP4GPme+Tky9WhJfL4Vc7urLV0l7K6KT/h9vzWr4htuZr71UwwKypNBRYOL4/42U7lof4c/g9AGWMf1MPUrzcCPa6afBFzy/nn3rIDp74Pw6/Qp33XvmoGunha/zqO8utuudu+dPlYP17953f0c7ElDCNyLgI73vSJI4AchoMFf2sFYl0Cz+GakfEx31Wb+5njFN39sLMtb8rHpcfng9oZcQz/PaHT/+9rl2Ywuc8RhWehLj4sNpoGYvizefjQf5TmI5VyW1tlvaO+n2QMdmdnfKa/xNDI9nmnUepdBBeF0VnRa2IfW0V8i0Am7SnAe8WwyDWaYhRt+dBBfZ1xsMHHvKznUr3UdScs9zWaN6HS0CPu9nox760wzc+pEv+/5Oi7dbZVdeRAKVt2b3eTD0sPZfdW1fZjdHUc8u9smOwFbJ9/zHORli4FO4qYwu9wTP27bwugwy/fwx94PLxruq0xC1ir37vbQ7dixyr/ncand6iHv2PDv8DgC4rheYmoX53fBMuJtA6X2cvd2Sls6xzM/3yCkZcrdXdvr/e9us90y+bluGHhYMntn1ZI2Q/vuWVaCEKD7M44dv2cRJq1g8Q2z390J5N4N9x5KG2wxqGDw1HknynPp7Psh0nyfb82m5zvY0rYo+/fl6d03eb7HPaup+iCKtkE7uTTKVe/eurCnfNcNDs0DFrPgvS6dm9zVd9+n7scqq96G9XsXbk/yHzuBCPCXWQMIFWaUzin1Og3z7J+9p7umkXDnwzvCaegd1jKuD2nqjOqUjjh9jHUcx/Uq0+CJpdv9ntl3H4/udq52H+qeNiPffeal39tkdwhgF2p1kpcs79fJXjorMD9fh9Bsa3cnGKsj3W222xph5ma4K3OnHY/rbhqx74MzOk066d3PErtndH+Egb46pd/rdnxmAaDfn+32hs9u87UZK6tGurvlqXh2t012A08EFXwsnzdLTKjaFGaXe97FJf6lue+Llf9dBwk3Peeh27FjlP+m/K67p85YtdHvO+PDAEp322bXSZgA1QAAEABJREFULpoN7v4IJtrR7tbtVkbMq2C0N/a4dn+z3TdxPujQez+313M47ZhVM93dN8dAmkFee7G3DTj0sLP92PHPz8v18wh4l/b91jwvhof9P79/u36rvXvzgNaqHJ36XTdIanVBT8uhviXzt8D7L3/9WbEjEH3xBCLAX2YR+ihZ1npOqTdLbnnkSJNOi4PSLDXbRTt9/cVGJGUaPd0moJW3vZTOqGWXPbAll0aIu1u3W7JNDzej3DqX4/q+pvxiqQNrHybzvnGO8Dqh9tuNa6ZZVR1f9l00ga4PtBB6pXtbHE663+d5I14dkj5bZtDI/vZxfzbl2fL+7u4ApXWzvbOga6WL2eZd6jC/9gn3ZxocEld3W2X/P+Vo60UZB1Oea0lyj1C97dcPbSeI75MG7aD2cJ+wq8Koww/Zjh2j/Fflc5ubNnBuK+btGtviGPeFI0yMa3xxHtez6R2c3+mlg6Rz+yBubahBAfZ12iDDvFxb/8hMtmXgBo4I9A4XNBj3AusiWuN+7PjXPHajsxPOzVDKk2/YLFRtDHzEm1ZyWeVmlZTDOvd91H2/Nfs+d1U43yGr1PRv/DKA7+Uqf8NNP8Cg+LhmOqtm12/n1wi4RZ/6XffuawNGskxIbdsCNfxuM+dBPofYRYDfRm2P+wny8AR8oB4+FeeVAiPxGs9NWgPUT8xk57YpjHviPkRuLV3Vce1xPfRIoxmVvkRYfi0pfItK5C6asDXv77c8saI5itIx7AKAUW/L/VY9bOSJOe7rmHVBdrhvM41CE6oweufybKbHMjLCGwHVTLN904d8R5XP/DHzrHr8zkqHts+ELo3ActLemV8abvizQsOS9nGtLAy6MIdbN80am4Efbkb6Ny3FneuajobDfXapw/xaGTCeySREe0fYN2nlgdEmP7veI2zQPZzy69cPaVcfDKY9ZBrGs5WR92Rcq1feUWW6i963HTtG+Y+87GIS7rRRPcw+K3WEV9d2aSscXte/AZgsXaHhZwhtD/HcoQlO2w6zM3P31hWA0FfGSkXYfW7dsfVEngiY2misynmjOnb86x6u/hKIMfBrMB9QHm1T0w4qE4MS8mQgtG6dTBFordgiqONuWx7hy4GayoCQa+n9ErbrEq0d1basu39od22sFTy2Ejqs8cPqAc7s0FdTX9Rh33p9xbq1UflO69N1T/j06yV2gjEBeZNfjB/qXd+UrkPc05Yfsg91iDQljpubMDgAgVTsA0B8gCh8EAgy/dFmS4ykdrdNdnH40PjAb9I/tiLpJ1DX5VUpM9A+rCNTljmvW3Lpw0tYHH51gBxSN643mRibWfqk8oS9A1e+tuxOTjYqb6bnXGZAKll7KfnbK+AOgazscJgVcwRTJspmXHdTWSrT4Wb/4j4doRH+Ek0rWAimI+06dDp24/qhTe+RDu5DpyPPPw0Bs4/r3ld1dR78IshY8eOd36YNbhNUe060vbZ96Mx399nuFz/M/GuT53vzNaGHgGmVlFlRv87hGzz769fHjn88S9oIxvabE2AJxL5xvlV+FtI2sd4ejHDHNs2GOljNgLf3XR+GoI7dm9TDDbZeWp+UoG2A10AI1vJmNYNVXn6NxIQAP5W9R6lWvev6qX2A7pBg1CttxCHjTFxnRyAJQuDSGktpjr650WH4lxMIy62MaE/OudxCQIM//9zK61WYVUsunTzfGftQz+VQQZ9RZnUd6GcpqY/90g+6lQH7Li1+JhEncNhnr/g+ybIXtx/mo0yUzRyXMlSWw92H3UyPjtZwixkCIXBaAt6/dSsunNHhnIVDp0j7QIDcFq827PXLk8FUJ35rg+tyo9KPMovszJdfv9Hnzc0x4zdQ4fmWTROM/dyZtG1J0u1tqyus/rq9OPA/q48+vOK0UvEdyjRLXcZWZTDGsvGtHh/Ag9l2K0VwMyhvdcbSZAjjW7TU/yX7W/WuGzzaNpi2b561K/p0+4ZPuMdA4EryuLRxv5LsXlU2CI/9I2Ckc9sywVMC8LE2y6JTcV9thvqYaTc7YZnmeIZZmHk22QfndYeHJ6aZ4G0fCyfV2pfZBcknwZ8yfHik4wPL9TeXtnTbh64vFy/ns1anGmywf/1zJxLKRhl1Z2WoLIebE2q/clwsNJ24ft/6K7xBm/lgu4VJuLc3dauXjbZiaSf63g+/8AguqR27FNTrVlx4f73Hx8iHWXyrcZbGbSn+HyvPzq7wyyTOtDBouEnI1WYbqO1tTkWxUh06fm3MH64n2dK1bgtY3b5VhGI/efcudWWG2Izoc8pucKGMgyqD17Ysvc2WWC13d5L+R5U/q9GU1wuW/UNLn5uywkGfxIGJBifWpU9dscrAz+gpG4c3mnn2yynb+g3r4rw091Xvuu8Rwf4YefFd8307RtyJMwRuCZzLvwjw51ISu6fDKdoEkh5yyWE93f8h7XODTPjUmB7yGceKy0e2C8o+sq8xPcx+dfsdhzOBfz4Ab9wbphlg++DmmR+njNuLaLZJp897qKPoJ4DskXNokj2TI55DmcpIR6nHp6PUr5faLUuf982Jf2n4+/qbzy5YNcNmhkRZjmc5Z8ASx3G9yjTr093xIXx3t0uz6yzqSPV067T369ifR2Cuw5fUjj0vB4f57z2w1afHZkC2Xy+1Y9jrm33OM2dxmXl34jv70Norwu6umpA64hjmPt9Hg+S+Dx9TkRB27d0miGm/zaSW81NKu/gHyoVAXcZWdaj47XEnVPqW9IdaIUZ49NOYtsNJl3J0roM8GJSwoq+HOZSdoOsQOoMDPU7tEZ4GqqXFwI1vicFuaf2M8owtNmU9O2WFhpUEc8KcLWCF3cvUDfXdLL3BH1stDExYgee9qttblXfPmTjdowHpfr3ELh39G7gqjDR5Xr+nXPr1UvuSd135z9+jpfFv86cubfOT+yHwkAQO9uy5sT9YxIno6AQIIgSS/iAf8bkD1O8f0+6Da1/3eIbOgqXN4/qcTR0FBxL1TqXZGh+jkW77BgnZ49pMh47duF5lvlY5EizLuFM6LriY/fiCciWoe35Zj6501Oz57w/SKdhHQLVlo/NQ9upAj/uYdqeom9kZzyBo98Pq5r209n0vOUTSAVUjTqZ9mTrl7Jeqdc7MJPf0E5b69RK7paL2zjuYSYeUQLMk3CX5UYfV5ZHmS2rHRpoPYaozc/v2intG/HIVjuBYxq0ygOnnGW8v2j9nsvR3Tbv4hnXfcvZdtVlo+9Mr+J3yfbzvKjXCDkFM+2122fd2Xmav3d938Hqf+Aktf7Ry2WcexWMm+xXK3btqj7YyrcuTKYK7wxz7A51BgpsVDQaqDbQY0Ol+ztluUP7tK4G9PjtjwLfH2Q22aDljxbe2vN1LzRM0+g0GOnaJVBj1Y1MY9eKU77p+1qnK3LOshNiU/9wLgQsi8PykRoB/PotLtBmp9vEYafdRMeKt0R5upzLNSJsl6c8zYy1N3W2b3eyGj7rlfGbFzRLovG0Ld9/7VjT0Jc5mA8a+NqPYDkobz9CxNHjCHG6z6aOp89nd/UzRu5eDEegytirCw8/e6ms3D5bp9xDySNjtbkvsrzJ5UvbqwOR8tEsfZrPw/QG2KeDOzTLWfrKyk6ln4Zy/WdvH2stV3TN7Nfvbdm3JqI6RgQadOtfq0bZwx7hPIJ07g/bHmk1c+jyDWd5NP/FIcP9DFdDgRhlXpdRhdbln6pLasZ7u+9gJIGZvexwvXxfqQRmLlfeRcNMDeCdsg+luBCMz5N1Nezy3V/3+Jrs2dj6Mzrdo1WF2fhbOyiffGwM42nbp3hS/e9oJgwQEOtdDv0RZCKll3Kpjx6+NMvhx+7An/8zGax+l8YnTRkN6vdsbPe140zezz/76rpthdwL+kqiUl8GfJX5P5ce3oP+MrOcqf+eysC/R+md9sGVdmHm7l2fPq/nWheWO36uzbNGnftcNAltGP5KFxb4z/iOOYZqQGHamttwqHvboELgqAnsJ8FdF4LIzQyBx0E7PhaXen1AOOkRlnEyZSbYvvz/QUjMzId1tk90Hx3IzHSAzqvZDWo64zwzxpuesuqdD6eTYcU8HzkyKax+FPpNu2eG2Dzbh24da+KHNXOI0rreZwhOatvnb5f5XlOfegcL6jcptF6UTYXanh8Fkl7z1sPva1TfCwAhPKNWZHfWIOe45qFCnflyvMw3kdGFXHG9Wni0HLWOR8rNNTlVWbw0isKtLSzvTix6yoyfLO3sQQtUuArgZ+96ZVofUpR7nNdjVYfWq5+WS2rGe7vvaceh1luBi288u8RL61f0e5h/XBaGhjDtFOBH/nUNZbFHqHf1y2kmZ7TUg0wMRdLUR3c03k8Dre+MkeQNUuwxqajOs8Olxdvux4yf82Io1nqnM/HIMc7htM+X5kAOMvp/avv5cAqmB+e62yW4VgxUEm/yc+p5vsryN52oHDTSN622m74mDBrf5c99gcl9Gb8Wb/fPuLdFWyVkVsMTvKd91A9vzijB1eEk6t/nRb+x+8PO87hZ7CFwFgYcQ4K8C3Jlkwgfa8ri+lFjSLPd2mA7hzPW+2gfd6bo6+9vikBYH4/TlSjpDZjaWCj9mvc1U9mfp7H1Ddzii3ZL2vhzSzJsZJ6PYRonHox2gRuAf16tM+996GH7ma27rNGbvVTf7ktK6vLeyvE/Htkf0dnWxVJjTAXnLyb+yN2vFrFsnU0bye91X3y2R1RnogoZO/NKZPHGaVeuZeIO62KXjZB/kvNz4syqOWWgpp5Mp+cdhPFC9ckiXejbc1pk6rAbS+mya1STzsst14S/JXR2+9HbsULyVsYG5EZ93/13rwgBVGVuVumWpeW/3tK8E8x5YvH76TT0b7gTiJVtehv9VpvppVr3f00bYe93dLC/vS/oJab396H5X2QkNPY8GHWxxG36PHb+VNL4343l4Yj+ut5na/nfb5mnH+8pS/6EHcyhdT2e/N9vlQV/AwOF87yGv5yXsOPd2cVvarFx7i22enty3GsRBuU8ub42l32r8DDyrm7cBt/w71bsuGQTqWYCfB9X421Wrc779PVwfjO/usYfAxRO4QAH+LJhbCuYjr5Gk2bk9ROIIkpazfv30cEK8xksjPn9IJ6/PXJo51GE3emlmwkfqGU8rHL643P5O6a58rCwb3xaH0eU/WwEJFmXcKoMBBiiWCj7SrRG/DbzHP7O5hPMR1ICCfXy/djiUqQNqaWJZNyqzvXOd0Ck0Kr4xYN1UXn52Z9XMuPypc+VtL2Xp+SdWSGzLuFUGWnR01eNbhzX/PNcSyLmzZ3ZX2a8JdjRnwtanVOz9QBzL6M3m9Q6BvOnMl9etSpwfV7761hTt5MeXm4GcMjYqg13vMfmwZ/a+wsgU5c6XBsHkoQc00GD5p3Lt7t3ungGM398cMfrYulbHy7g6pS4/ZDt2KqAED23Nuuf5tli50u8bmLJSadsKL+39+1XAuQ1z1oh2tm7dKTOtvld3DmVZuuWlvK5V6qnnafO6J3HIXYcAABAASURBVEv1e/oJEwZvux/trz3z3W2VXTzvON2w0qoPCBw7fmcKEIp6MqyQUgbdbZWd8K599A2Y7y8JP4cZ177Z8/fP4OqSFWWE/HeqiOZ2tJxu3NMmsT+EVpb9uVbaGRBakib5N5DrvetxCOsb093Y1d8/X5b+LVJOvt8GourWSiU+5T9/p1d6fuJ4qnfd4+RrXrWgr2Ugyv19tb6j7So9vFUf/Tr2ELgaAqsajavJ3MqMXKejWVWdbPt9eg79xInl9JaFfkjdsN953UdZ4+dAHjOpfnJKZ3/Vnjgjtc+tuFYpHXqzxoTcfv9P1IVOwrykrpxvfGwsKTPTQ8DlNrS0zx2rcY85P0cncEmnS9hVWkfP7Nu4R1gmuDgdfrj5SbivGxcbTPuuCALdi/3s9mVakt/dh13ZOB3Yksy3Go6TaUTdQMXkvNOl5XIEsB5I3bBkz8ntOkn9HruOA2FZx7a3G8pAR2vuQApzCm0bSf9IG3BxQJJ65fk6C+oe0/USTeB+/8mj98PMvLrsvZpu3xCErDZRX/kd9w2UCGNmf7g9lGkwTN768w3QfWQ5rJpVVc+8z4SgXuZmUB1AVcGuUp26HTsVRAeb9fdU+2YQR91dlwbCugM7+33fCR1w7fZ4z/p97bxBPSs8urvvlPdKO9vdtfvzTKt2Ujl0f/vYtaXS2sP6RhCmhpv0eDf6QKB3WL7fuDxpl8t4RmnHve99e5X33UGl4hwB2I8Zv8FJ7eB4HlO5+gm2VW2V+95377Zw2n5us7b0f3bb5Vod6P6tUnBuz7p647tjANT2NO1SDzvsBmbnWfBx7xSmwae+kskz/3T9s9Jk3XtkyxlBXN+hb3WoYLdKuHUCufLx07K3Hp/8U9/0LVZxXNdmPwm60TjFuz4SoL/nvRjX3n+DYeN6H1PfCOsR1iCaSaxxHTMEropA75RdVcaOlZkzjteBQ2aKffzmZPpAWHplKZ9Oin1bRpJpy7QIN5b96ZQbuV1VL3T+fKRetSL/2tLrFGHqzeumjkwZd8ootY+fpYUGCQiQTGmxDHreK6+BJ/h47l0kk8WJ6tI+nHW6vqQuCEvypgOmo1JOixXhVjpHAAKt1QHj+pPLYnahjK3KB3GehTDSTIjSCZB/HAxUEJ7Fq+PaWRgs6HnUyVnVad6amObBh9NSWNyb843O3qeWg46zzpe0OYBNB1E9waJu3yllrKyV1Z3jiS1mDnAej7WKwF7WcS1tBp3G9VLTz/+Zie/+vRfvXQ6e6V1Sbhh9frkRjHQ6587+B9W9PihUlw+mvBdW5Bh06YmwgscsT8+TJfcG8uS3+yWEWdqqjnT3a7Ofsh07FTt11Lvcn2ellfqsvaR/b79ZdmGsolLudXmntFHaDwckGiDzHmjPtO/aT9+iO89lUefMfFvVVZd3yiDCfNintnHe5nMXYEeLvPX2QXDt53yYHYGIkOX+0NpDYQ3GmlWXR1p+fbe049rz4Z+pTSDUs3d9zPjl8SP6w57Yvde+674t0iXtyghf7/ufLH+jvfKdncvGt6a87K18f+e2l4Cl3phUwFGaaHy1Kb7fVnmMh0qTPsu4liZ6XJ/a9P74NY7+XN8Fq02Ug3zIDy1/6on3yqDyCKNdJVyOa+YoB/auffs/uBzmb9F4/8SjTD1vXZtdwRepY7/rPRHaiN6PNDBz3wEjTKyIGM9xRot+y7iOGQJXRUDDc1UZOvPMHDt5Pi5GZ/10i4/EuufZ1+1DSptZXeePuw87IcTIsRPhfWS5b9L239szbB/j7M9ySYMEOoVMQvfs58vLwYqCWfgt56eUjokR6qcc68LKAXmzXG/XUV0dUB2PiuYZ5aNDwH/mxhoHwjdhB8PZi71a8o8Docqy7/4+CmPQxaF+Pqwj/EuXZdc8VZBnlM4Gxj7+802dCasZpM0BbITi2Y/65ZRhZT3fO/W1DqGO0qrn6oDL66p7m9zwt13Ato5V/sxaKTeMzCD2shv+hbU6wYDJcHto04CG9M6rdaSr58ks5Zwn23QMjuhU83/tWt0+RTt2Ko4GCFdt5fC+ay9pM2FzepS32b5Vg8Nm/NQJ74H2TPs+hzfQqs6pe/M9z9PWdHfL51fVz+5nF7vtEASdHsYqAs8ebgQlW720F8NtmPg45E0eafn1DR33h2m7gS0p2o7hNsxjx68d/+jxsGZ6h31bRluljHx7mpcb5eMAUIOW3V17YLCju+1iJ6Q7Q8dgwRwOPxzxpPHFufvT73DoYD/4zmD6tj5Lj+PQduUoXX2r3XiG9MuH/NDyJ5/jPtM75GBHq5hcD93r4nAbpvqkXq2qm943Zep5c5stnNn7Vf2wEfdsHvNd789SN3p7YCBPfet+drWrKz2MCSltXneLPQSuhoDG/Woyc/0ZWZTDHypfn1baR9rybx/nutxZCSe8D5D9aAS2XSLxgbKU0pK5peF8cMzym73pH+114c0o/tG6aXanjGeUQQccnrmxxQG/Puo/vBMUPXNcLzHteXMSLJ5L/POjI2i5vQ6V0fvembVM7FAn8xJsLRE14GMfpWcv0TqKRrt9IJf4P7Yfs4OrZuzUi1WzYUvToz6q+wQMgzdLwylrYYQVx9Jwp/JntY7BrVWzduvSwK+f5vuadR6u1P0U7dgp0VlBtEoQGGnQZutMj+thao/VadtElgziCqfuv2dZCCzqXFmfUa9dLn0Ql4Bk1c8hB720oXM74Jlzh99Mu6Xnf6TStDSP5fVG26kNtRpJHNxWafeOFT/Wb1sPVT7sZd2qfNOFIeCbKTcgjv8ISKjf5/s5wjMNxotH/K6XaAPohDntp4GX3vZaTWgwaUk8x/Lju2nViO1kS5+hDhqMN8FiomXm4cDcTVsDRt1Rz5Tbtuf6BuFuYGeb3/n+sd71/hz1TNqYw91g6b774PX1tE8jrvt++0c8MUPgbAlEgD/borl3wjT4BEGH1Nhf9eY3Nzd/tWI1izZ/4Pm1V8jhKJZQ8i+c8O5VsL2UD4HRYfERtC3xsqSvR6bzY28xfwYLls7yjzgs9dYBscdwXi6lI7pq9niEXWfqbM4z7QR6e8D7B2dd+NndT/o4XMUHyqyePHc/mBgc0AH0ITJwgh0/RqrntFiKarTf/fvqMeBjYOA1KjKdZ52Nst6pOX2WZq6aVbkLcGKLzr50z2VjlqR3/vZJljgtkSfw+hk1gyrelf4O2UqgU2bvq/MSCEHCCLvPM08RRieQoKK+jXezv+vyZP/wn6rEWN7IrzB1+eiUd1H7dMx27FRQlTEhkgCiPe71WBq0l30ZKrehCbVm9KxwwmNVW6Zt4+6+9tz+YM8ccXTTSiKHTnY375btC93tvvZ17YN2VBp6/NpDg1XcR3vo3fY+DH/s3LQ5ThXXdhr0FXb4WWfyc6z4laXyMUO96p2WJm27dMubd58Qqlzd877jz06rC1ZOsN9HWyrtzAECpWdLQ49P/VAXHQaorSHMjpV1ZlDngWIrx3bdGtefdwi7NBv8kF5t5FdVpPiXcavUESvwfC98EwzI638pfx5sFSBkstP4GCBlX6eFVc8MquinYSYdwz+7vpR+hv7GPEgw/C0x1Ql16VDv+qpnGtzpA8ImJuRtld9tblYwvEzzdIhvf4su1hA4PwIR4M+vTI6RIsvC7YEzAmzm1CmolsYNbeRXA2g/pNkZ/p9Jxz0cxOdAHR8yS+DGc5mWgFnOaKbeB2ifx+hgW+6sIyXOrgndu8bp4yVNPR4/gWP5265xDf8+7pav6jjLc48bEyecKyMC+wjDJARaht/96xyLz/2hbTfQ4er+PG/c32aKzyy2zv0cz6b0bYvXvvCeJntPt4XZ574PtvasP8uefZ33feKbw+g86eDa1uBd6e+QPZm2NtjnqFPF7xx+3fV9+dw3vPo23k3twOAnTwYsnEPRV4Csy4dtHmY0R3jmuvo311XLsOeDxtY9hz/+xU+rq+Jb57+735fVMdqx+6Zpn/DqJyFbe9zrMZ72Hxuw69xmu3Zae72qLdO2cXefvzlsvzaTKQ2eOzTBA+fu7xD2Ve2DZ0vDqvh7e+jd9j6MNLJz01YSxPhdFccmN2FGeysucR4q/nXvtPi9L9Lt2dLQ04g7/vwNrT/Q/bDP76D3kZt767Q65xA3z5aGET9Tu6MsbDla1dYY8OBvaEvF5XF+1j7vwohjl/ZrhGFKrzbSWQj9XVKe9nT7Xqz6JjhvxADXyJP+ha0j4tymvVfKBTPsRhzs+i3a3VG2ykX5DD+7fn89y7vsnfZuj3iYrrm7z9+2dM/3TQIIO9wNkFqtOK53MV+rPJuwKeNGn8lA0aG+/eKMDoGzI6DDe3aJSoKukkAyFQIhEAIhEAIhEAIhEAIIELQdqshOW5FjmwT7Uv3i5fH1Sw9lb/19JltGPDFD4KwJRIA/6+JJ4p5PILYQCIEQCIEQCIEQCIErIWAryl9rebFlw2qG5rTVKoxVccOjFRvrVtYMPzFD4OIJRIC/+CJMBhYRiKcQCIEQCIEQCIEQCIFzIWC5u5/Is5xemmxDcLCuJfqut2mz9bZlDH/2/c9nJox7MUPgqghEgL+q4kxmjkUg8YZACIRACIRACIRACByUgAML/bLNiNRyeGc1jetN5nPqphn4Mm6VQwNXnY9wezP/QuCaCESAv6bSTF7OlUDSFQIhEAIhEAIhEAIh8DQBs/AfW05O7S/jxq8oOGxv2yy8X+Lx6yhm7YXz84OfzRIdAo+BQAT4x1DKyeOFE0jyQyAEQiAEQiAEQuAqCTjN/0+2nPlFpG2z8E7hf90nYfzM7/uU3a8JlBEVAtdPIAL89ZdxcvjYCST/IRACIRACIRACIXC+BD69kjZ+Vs4s/Pj53HJ+Rtn7/s7lOmbfP6DsX1w6KgQeDYEI8I+mqJPRENiPQEKFQAiEQAiEQAiEwBEJ/GDF/W6lv6U09Rb17xVKr1KvU46vXZr6ovr3QaUtxS8jKgQeB4EI8I+jnJPLEHgoAnluCIRACIRACIRACGwjYB+8fe0/XB5fuPR7lzbbXsad+ille8/S9sh/V5nvWDo/G1cQoh4XgQjwj6u8k9sQuDACSW4IhEAIhEAIhMAjIfCZlc8XKE1A/61lfl/prr61Ll62tPsvWuaXlo4KgUdHIAL8oyvyZDgEHhGBZDUEQiAEQiAEQiAEQiAErohABPgrKsxkJQRC4LAEElsIhEAIhEAIhEAIhEAInBOBCPDnVBpJSwiEwDURSF5CIARCIARCIARCIARC4KAEIsAfFGciC4EQCIFDEUg8IRACIRACIRACIRACIfA0gQjwT/PIVQiEQAhcB4HkIgRCIARCIARCIARC4OoIRIC/uiJNhkIgBELg/gQSQwiEQAiEQAiEQAiEwPkRiAB/fmWSFIVACITApRNI+kMgBEIgBEIgBEIgBI5AIAL8EaAmyhAIgRAIgfsQSNgQCIEQCIEQCIEQCIFVBCLAr6IStxAIgRAIgcslkJSHQAiEQAiEQAiOkE8rAAAQAElEQVSEwJUSiAB/pQWbbIVACIRACOxHIKFCIARCIARCIARC4FwJRIA/15JJukIgBEIgBC6RQNIcAiEQAiEQAiEQAkcjEAH+aGgTcQiEQAiEQAjsSiD+QyAEQiAEQiAEQmA9gQjw69nkTgiEQAiEQAhcFoGkNgRCIARCIARC4KoJRIC/6uJN5kIgBEIgBEJgOYH4DIEQCIEQCIEQOG8CEeDPu3ySuhAIgRAIgRC4FAJJZwiEQAiEQAiEwJEJRIA/MuBEHwIhEAIhEAIhsIRA/IRACIRACIRACGwjEAF+G6HcD4EQCIEQCIEQOH8CSWEIhEAIhEAIPAICEeAfQSEniyEQAiEQAiEQApsJ5G4IhEAIhEAIXAKBCPCXUEpJYwiEQAiEQAiEwDkTSNpCIARCIARC4CQEIsCfBHMeEgIhEAIhEAIhEALrCMQ9BEIgBEIgBJYRiAC/jFN8hUAIhEAIhEAIhMB5EkiqQiAEQiAEHg2BCPCPpqiT0RAIgRAIgRAIgRB4lkBcQiAEQiAELodABPjLKaukNARCIARCIARCIATOjUDSEwIhEAIhcEICEeBPCDuPCoEQCIEQCIEQCIEQ6ARiD4EQCIEQ2IVABPhdaMVvCIRACIRACIRACITA+RBISkIgBELgkRGIAP/ICjzZDYEQCIEQCIEQCIEQeB6B/A+BEAiBSyMQAf7SSizpDYEQCIEQCIEQCIEQOAcCSUMIhEAInJxABPiTI88DQyAEQiAEQiAEQiAEQiAEQiAEQmB3AhHgd2eWECEQAiEQAiEQAiEQAiHwsATy9BAIgUdJIAL8oyz2ZDoEQiAEQiAEQiAEQuAxE0jeQyAELpNABPjLLLekOgRCIARCIARCIARCIAQeikCeGwIh8EAEIsA/EPg8NgRCIARCIARCIARCIAQeJ4HkOgRCYF8CEeD3JZdwIRACIRACIRACIRACIRACpyeQJ4bAIyYQAf4RF36yHgIhEAIhEAIhEAIhEAKPjUDyGwKXTCAC/CWXXtIeAiEQAiEQAiEQAiEQAiFwSgJ5Vgg8KIEI8A+KPw8PgRAIgRAIgRAIgRAIgRB4PASS0xC4H4EI8Pfjl9AhEAIhEAIhEAIhEAIhEAIhcBoCecqjJxAB/tFXgQAIgRAIgRAIgRAIgRAIgRB4DASSx8snEAH+8sswOQiBEAiBEAiBEAiBEAiBEAiBYxNI/GdAIAL8GRRCkhACIRACIRACIRACIRACIRAC100guTsEgQjwh6CYOEIgBEIgBEIgBEIgBEIgBEIgBI5HIDHfEogAf4sh/0IgBEIgBEIgBEIgBEIgBEIgBK6VwLXkKwL8tZRk8hECIRACIRACIRACIRACIRACIXAMAmcTZwT4symKJCQEQiAEQiAEQiAEQiAEQiAEQuD6CBwuRxHgD8cyMYVACIRACIRACIRACIRACIRACITAYQm02CLANxixhkAIhEAIhEAIhEAIhEAIhEAIhMC5EthHgD/XvCRdIRACIRACIRACIRACIRACIRACIXC1BB5AgL9alslYCIRACIRACIRACIRACIRACIRACByNwOUJ8EdDkYhDIARCIARCIARCIARCIARCIARC4HwJPDoB/nyLIikLgRAIgRAIgRAIgRAIgRAIgRAIgfUEIsCvZ7PqTtxCIARCIARCIARCIARCIARCIARC4EEIRIA/KfY8LARCIARCIARCIARCIARCIARCIAT2IxABfj9uDxMqTw2BEAiBEAiBEAiBEAiBEAiBEHi0BCLAP6KiT1ZDIARCIARCIARCIARCIARCIAQul0AE+Mstu1OnPM8LgRAIgRAIgRAIgRAIgRAIgRB4QAIR4B8Q/uN6dHIbAiEQAiEQAiEQAiEQAiEQAiFwHwIR4O9DL2FPRyBPCoEQCIEQCIEQCIEQCIEQCIFHTiAC/COvAI8l+8lnCIRACIRACIRACIRACIRACFw6gQjwl16C29P/I8vLc0r/ydL/rPS3lv5/k+bmHj+/vO69QOlrUS9UGfmc0j3P31nXL1t6qVrq73eWx/6cH67r1yx9CvWS9ZBvKt2f/1vr+hLVq1eiset5+Yhy+xGlD6l+fEWm3vfnfG65/ejSUbsReJHy/gWlO8tLrX+VjagzJeDb5Bv13Erfvyz9P0r3Ove/6pr7nyvzlUr7/pURtScB73Dn6x33ru8Z3dkGkyd563mV97NN8CNOmPf/eyv/o6z0e/R/yulslb7G51XqpPmHyvyNpWf1x8rBffpjy562qyBErScQAX49m0u/89KVgY8rraH7sjLfq/SvLP1ipWfFzT1+vrxufk/pP1P6J5W+BKVT99sroe9TelbfXw6fXLqrn1AXr136kOr/q8het3RXX1oX//Tmpv5H7UJAfcWuh/ktdfFSpQ+pflFF9stKd/UX6uL7SkeFwDUT+GmVuQ8p/fKlL0H5Fvkm+Tb5Rr1bJVraX7TMrn5MXXB/+zL/aelvL/1HSmdQriBEhUAInJyAiYe3qqf+htLUZ9Y/g0VlPKX0PfR9OP6B+vc6paNCYC2BCPBr0VzsjR9XKf/w0l9f+s1L7zOKp7PzzhX2W0q/bWkCchlnpzSMBh501D69UvczSq9SX1SORmnLuFOvVzajomUcRHn2q00xmc39n5Pb7pePLwRmf33K9s+s619T+pDKoMCPahH+l7L/89JRIXCtBHwfDNT6PrxFZdLAYxlnq/q3yDfJ9S6Jld8PqwD/uvQrlo4KgRAIgVMS+BX1sD9Rmvrf9c9A5A+WOavvKIf3L20Gnmz2AWX/WaWjQmAlAZVk5Y04XiQBHZR/Uyl/m9Kb1LfVzW9+otnLulIR/j+07nxk6V07ThXk6MrMiiXQ8r3pYf+1bv7t0l2ZeTUD293uY//NFfglSg/1XWX5a6UfXF1oAmx7wLAn3wqHQwkcL14Rv37prj67Lr6xdFQIXCOBn1KZMnttq5S2vS7PWmlP/1alUId3XXpttTHw5nvGdF1BnlE/p1y+pPQblTbwW0ZUCIRACByVgEmiD6wnvHBpyqrYr2BZo/9uuev7lHHzs+sfwX9d21e3ox4zgQjw11P6loRblvPTV2TpP5bbHyz9U0srcx05M8Y0O6Ho59Y9+wq/u8xZWf5DkD+3hmTpoIIRzb9Smfq/pYcy8/oa4+KepnSYze3R/MO6+HelL109VPqxw7A/3wz8qvrd/Sy1G8D5+c2zuqGOqCvNOdYQuBoCVlK94IXkxoqbf1xpHctOy3qnLDO1ZcpWKHmyHcC3jOlb5jv3nuV73grj++UdnwfuymtUCIRACBycgFWw+i0itqLVWT6b+hjaLDPvPyBA6Tcp/Vqlo0LgGQKEuWcc43BxBCzR+cuV6jHKV9ZbRXD/TWUjqHxMmWaiVzUeDtXg9z3Kj1mPP17mPJNhT84lNySWUP6LyldXBj3mPZT9/lK7mfzRSI8wZt8JheP6kZp7Zxs7DHsEOua/qjvsaTcD9zsqLLOMW6VuqCO3F/m3MwGHh9lCgunQZk93jigBHj0Bs1afUBR+XumuzLIT6G2b+oy6YatNGU8p3zffuT9drgT6zyqzK32ejy6HX1w6ajsB7/B4n5nece/69pCX5UOe5E0eh5b3y8pFUntOBEyKOZhupMnBdF83LjaYVpX+jSf3tVf65c4AeeIUIwSeR0DleJ4t/y+VgBfbqJ7ZiJ4HHReC/T8oRwJ6GYuUEUD7cMxwdCFeXbnkhkRnzyBHh/BL6+IQHTmn1fbBE7PH/6jijrofgX90c3ODZY/F2QVm2brbrnb7yuZTYNUNdWTXuOI/BELgcAS8274/BPUeq3NMfM8+vxwJ6WVsVU6o98sglq12zz+5LrI0tSBEhUAIHIWAQaC3qZjH6fi29/zFul6i7I//4PI4ZuFtEbX1p5yiQuD5BAhlz7+KbSkBL6VD0XQkaHZuS8Mf0p8lOl7wHqelx29WDjowZeylDACYie+BPWcWfPr9c7fj0pnoLBqouE+6zeCbye9xGDT5790h9r0IYIhlD/zr6mKemSun1WqNq1l8s/njtjqhbozrmCEQAg9DwPv9ltOjv6quf3fp/1Z6V6Uz7Dtm2X0P+wZ1Yca1jKgQCIEQOCgBqzLfuMW46/k6fgqzTwIZDLDdtUUZ62MnEAH+smuAn4pzkFvPhdOFCfX3nU00MOFnLf5tj7zsb1ia4FvGxan/UCn++6W7MiDhQLPutovdb5LSI4xR008bFzHvTQBLTEdEP7Es8+xcOS1WL1Q+CQNl3Cl1Qt24c3hiiRECIXA6As4SseS090uc2uwMlv98j2T0051HNJ5hkPtSv2UjHzFDIATOi4DZd7/wYaWPlOm/fEpZ9KnLWKSshNX/Hp6tFM3ZHYNGzFsCPmK3lvy7SAJmfvtMokw48fJQJ2l/a0Vov2AZd2qevby7scFimb899Pb22GumIaMt7Sc4OSDPiKWGb0M0t7csQxKWttTy1vHJPwd+cB/aoX4v8uQew75qAiH70M4HcKDZuN7FlN7fVgGYZdwqo6ZGT28vVvzj1xJuHdXPq/sYj/QOk5t7mGFX3o6uHAZlb6nytqJkpIWpzJTd21Uqdh3seJcKI46hbTcopxs/7+R06e+sC/fUhX9Vdlx6nu1L9zOBdetOOTBQZ//OYQeLfWnq8Aji2eqUujHcVpnK7WXqhjSrs9IrLN35tLSX7+1qHR8hHbqF1+fWhVUCnkXrEKhjM6vytrOSXvVMfevPkD/5XPpues+8b9I3tLSvSpDVSr2OCSf88OudVA8tOxxxSc+q+jHCMNVhZeugsp4X5WMJtvRgyu8+erDyLoizp20XVv3Zxy5/g4vfWw+UVnvDHfZWl7fKth+n0rs3NEa3Nzf8w9DZKjhrq0ZYJu7q0u+p8Payl7FY2dJkBr4H+KS6+NLS91VW2MzxOLdkl0Mx+fVTdt4976D80urmKP9fUglVD8tYpPAWx9DqwwgoHt9473+vb+zchFUWw383f0xdKAN1tadVeWG69HvrGSNtzPldrcesVMre89UFdULYoaWBu3bHO7Uygi2Oh45f+yNvI41Med+SjKduP0T9GO0dptJMj/roHAhpeiqRO1yoW69U/v9caXVevRP/0J7zDXWPoKk94L8u91Lqq2Xi6nV/jlV4vgW+CXtFvCKQ9+oYfZ3xKP07E13jelufcPibTd8s38nh/vvKot6XERUCNzcR4C+3FniRfSB7DuwXnn8/u9/fx67jI16H4Jmt9tMWvVHZFCch7cPLw7eX/vjSGk0NdVlvlfpHoHrbujLT7ze4dSzq8mjKM+RnPOBHlIVAyCzrTuqlyrewZdwpP1dn9PTO4YlF/L+27H5CxEfvg8puJvnFypwVN/cwww5DLGd/h7j2MbONwMoNnT2zXb2T7xnKTNl9SF1YxvpXy3RAVBl7KR11P3eoMzzOblAXdH5x+UsVq5nyMm58zOfD7KTFz0K5v6vWIR7PFPbf17+vLL1JqZPqDb/SrM5K7wjTCpuycwAAEABJREFU+RyqvF715ubma+oBf7O0X0uwVaOst0pH6eXLhpXnGbTbdUBDffqwikPHTz1T3/oz5E8+x7v5heVXx6SMoymrK9Qt76d66P0aD5OeUT+c5muwzjs17kubDo+fCnNAYc+L8nmV8oilQYBfWPZdFFbeQayxUv/EOeKQts5KXVFnxv19zFetQMcs/4p+Z6WOWfGFw9+r0Dhrq8p6p3BXlz65XAhu6hh+dblV/a7y4ddByrhVBtUMEhAYbh3u8c+KNO2Kb5c0+Zb9gopPW1zGRqUsrdL5T+XLAJ53zztYl7eql7/6pW379XWn18+63EnZrqa98T3x/vf6xs5tVX32TN8kgzXKQF3taVVeBAHf20+sFImrjIMp8flOKHvPVxfUif4AaeDuXVKXvFtL68ix4+/pXGp/iPphMNnA9mjvMB3pHfXx3ctBndWmalvrcpHq77lnvH2FUuexL+ud8hzt7puWi/ZAWXqH9SnKaZHiVxj1VTrV6/4cy8Z9C3wT9vnO9UR41in6OvoYfWLNO7yqT9jTtsqOCeF/3HMGyCuPi5gh4AUMhcskoDNrdqWn3r51I5bd7b52nUgdXj9DZ9T8+xdGqAOiI2PvzsIgN8KYcRVGR2RpuF384YNTD6PD04WFfm+T3QyOnzsafswYjt/wHG5MHSgfH0IQ4ZXbLhqPf1IB+rPq8t7Kh1In6tMrplloL6e1ykg5oVcnda2nNTcMAPlQb5oZ0PHr9ezvVFwGDsq4VQRwH8nbix3+GfRyCF4PIu/qRHcbdh98qw7USXVzuG8zlZe6v09Zq/fCO6xr6SDFO1aC1Gn5K+vz1Ib/OgF+dYIwtvQboK4r81ffEO99bukI+tkwdWtbPN4ns4hjSeFzKoA9zvJV1o2K0IatNm2jxyc3lbuyVCZPnLYawqgzwijPrQGaB/6Fk8ZjlX973GKrXydxKjfhd6mwpW6pYwY0tvEm5M3lZ9aPoLk4kVs8flTdV8+8075lBgfLaa1SFgaKpIPAv9bjdEMdM/BNgFJXp9tbL9VrgtmS8vcsJ1b7NkjvO1TsymlJGRHkDWoQ2CrYvRUh0bPxVfZLI1TftS3b6six41+a3uEP74eoH759eGlnRlo2mdpUbas6ssmfewbm+d3lPReOVuc+tSwOVV5S70f/QxhhK+hG5TtnsGcM7m/0PN0cz/K9P2Zfx0qOPvtuC5BBkCk5iy4NXPYJOfXNYEm2/SzCd/2edmlkr5/GZeXwV1dy+4tstuLvlts5KCOFZixWCWkEB50GJwPreFje2dOsTmqk36kcNVhlPKV8XISl/fRXv2nrAPehCdO4dD/sRkQtK2SnfdgIKOxLNfavO3l24Jo0dGd5MIJtuXN3Z5d3nduRXlzwcW/W9kD5bWPPne/tc03Yw18nbg7v4CcdUOmSJrNWsx/7uyx309mc7226fm7dHIfQ+ZUDI8yew3RtpJ29vN0pswiWN945lIUgLg9lXazMlPTtEj6uOpyrIlBuysxskjrZ/eDTy83SXGnvftR9+fAudPdtdvvzLVvvz8RfOeCkXDx/juc1y8EgWxkblfQYEFF+s8f+nFXPMXDi57s6wzmOfa6lxTJMdXyE/66yGOhZl2d8bKHx3uoAiqOC3Cozl2YXafZbx/aPMPpedb3tXcLqWO1YPX6lOnT52/9tkA5HnHq7p4PocCX3hvZTbXPCtI/aXbOm8z1tmHZEeOVlRcfsh5ApvIGW+d641qmel8k6vM4Wm+HnlKb33zfI9ppVwoiBBfVLvle9/9L6PvWPILQqfN1aqdRnP6HXw6jDnkV77hxQe+rbYEXEB7Sb2iRtkDQqG+9Uu31r1X7P37HbGzv+k17v47wFQhoMZkm7dGjHtDNz9AZ2rfJb16YfO/45PduuH7J++MUU219GGr1zyhdf76J3ctwbprZVHdnU5mGvHV71nn5bRSRuz6DZ172bZsy3bT9Qnk5aX9X/UE9HfubvkG0XDqXEv5K0SMmX9K56lm+pZ8jTurrp27K0r2NirQ9EfnWl0OrGMvZSBo/75IX2Qd9ir8gS6LoI6ARdV44eR240Xi83ZdXs75LlgFOwg1/q7PnA6Oz3yI3KaggtNTWK6KRh+8c1rvZPzR3H96vAqz4COjfC0oSJ8nandBK5D23Wu8/kDo9mVHRsxjVTJ2bTx42frnU4+ynGOsNGd5nd3yvUhZ8sKuNOyas8y7s9ZiO9uODD3VLNuwBPLE5O1hl+crm3IZ86W3OH3BI4zzAjY6ZVuqTJrJWPRh8N9nAfYeWxi0BnJFxYe2/NMJnF9xymUXjPn2fEDcLoSHe2nkkgF9dSbaVFX6JrybUP7KrwOrbqYL/33XVh24o89HKzTFXa363u67D+/+zdS68Fz1rX8W3OwJGONHHiwKlBJToyomiCIZwBRMFEJGiOGrwgKuIFEbygoFHwjiLxEhMviUacqZFASICEAYEwIiEnkPAOCCNICNRn/3et8+za3b163dfq9dvp3lVdVV1d9e3qquep22rG6+EbkG6jGq8OK/4Rwnu9jDfBFn/vASfvRfkYy5SoCShLexRIh/RIl/D9nHuOUdHv7IHeTPd+a7MrI804y0G47LOJ+rehrsCi59k1BbQ+0LdiVgsFhrspxcqpb4Sg52Q3/XMUonR48HPf1Hnpemzqmdzk+ZzvX4eiEVEcjWBVYdC0Tutk+fVT3Sgd/TSiRLjtjLu7jjadyL+uOajH3S/typ/3aUZE89od3p+ZNcrgzrFY1KfiKk4vYxzV79J2bc/4/Xumetn393ntQvmSb98/TtavUwia1+7QqWYZys5hj8Xoqm9MMOXZ96+cepbTc6fKMz/fh7KjDqLkSJN6VRq9G+/ABrf8xd9P9cap37OyIA09TqaypV4kq/CTDvWY+ky+KE7C9ZNy8iX9YjAvHf/wuL2X91A+fB/Kgg5J7xdf36LyifdYFrWtytJc5pTVUSboZdBUdnF7hpPdjAjxkbtqnORTYZbKlPTa6K3eR/7w/pVT/uLQ3mlvv7oF1OHejBffyFLcwvTz2rKOZZJVxji1E1LnjA68nh9T83US9OuYT0xAZf/E2X/YrGuYCTw1AwQ16/yq27XtKku9vFXYIyz4LV5CjNGgMU02QjFybbSLQtX9lc1vbhfHbnLTbp09CK5G4WsAwgPhv7ot2T/dPDWczXg9jMKMU6U0ZJ9pvrW33PpdQpU8y3vz/nBQFAlg7q2eBDsNdnU7xm6URONY76VQU4pNxZ5Kl12gCQCmxHqn/V5pOlSho0yZ1qfM9niYRg7mFGpTBmtDppG0Xs59a06KBaW8hjXaoCxUN3blQAeHMujaaZMqSqbdZEfBiL+0E/ilyQgCNycBx4iEsuB6xfkaRGcARlOdctJsdI/C8Br47Z9nUSbeLj8YhHdhqsfSc+TJKOT4HAKUNdo1nnPYMfYdTn0bvgnTgymO9VmdKyXT1EXltPqzW5dsZLsLgNyUW0oB+3jeQz229F6Off9jPtdc67Aap4/bk0IHlmU9tVOtx+cbxnbs/FH2dCL0d9bDM8fOOPHOzUYS/pInZeXb2wPq96/s6AD8xuauLDbj3eGdGP3WjumEqp7u0alR3fbZe3me+v6V569tEWDUjN2Bq7rZOl/1lzTtPJtFvW4kXLvaLneHqdiU6p3DERZ1a+X1XS0Os1zUIc364ZAv7Ult8wWiqE1Nkb50/J699ryH8qHjXB2sLIzloL9na8uVh54vdZ66u19XU/uoI6e6GSBRp3pX1b3atck6Q/9XdWx2corNSpv1w4Gfb6J6qPuNXBvplv7qp701KERuqW1rDTNnd8+1ZB3llgJf0zIOFFW/NXbLfLzjGlanRr2O/UkJ1Ar3SRE8ZLanFHjT0nzst8wQAU2jXNNAETUdamxkahh2I0N+1oeC69pJsBiFR+7nOE2vN2uhx6Vn046u/XrJ1PtLmKthNDxjB4rOBw1IDUcw/Gx1mLHjZdoXxboGMTJYrw+1U05wrt8+5hr7KeWnxi9NBDN5qO46M2wSVt2W7EbiRuV9KTw/o/JmOLD3kzBilLhfL5k6J+oUXe/eNPipe8zGMLrb/QgNFJk1783aWp0c/V6mjphDBGSdS6buj4KMuPrpXRhNHxXaz3vpId6bBDSjGtVVB4aN8PY9x9phI939XoqCkTRlqbudasqPTj712FxcyoAOptHftGJKCUFv9OvXRkLGZRhzStWt67FLvP/O4RDTSN4o1Bv1M1I31nVjvN6Fup8SUP2+ql2Mynpz+nBQPuem6H4IfGYHHaxj2dAJp83Y9ygzGOSxLlUwomi00Xez737+vmkd4Ri6njrVXeMSMuEsP5v6Rvg5fWeWTdhkzrVTHar9Yz/mNEI6vlObmnnWUnzKkLakhjNjbdyP5tLxL6Vxyu/W5UN9p4PPNzKVvu5mqZTO0H7NNBtiqhwa1a3tozZPx/xSGRSfUzq0V2bKuXaqO8g/7OM58vOtmDGwr301SKLuqeVljLtea5+uKev4znVc9DTgsdSe9XD7TN96DUOWGWcrVf/Yn4RAFeKfJMt7s2lqlApi6bQ7ZB0BZ+e2dA8/ce9NwIoAFEgjkCuCXjWI3lq9vP2hhD09xfLe3ZZMFfj3DAHmeuSHYAdfUiDHxs0onV7UfZERVowU9nAaO6NS/bqber/9bB1FnMKoMteodv99JgHWaFYNVxvZ6r7WbnaE6fs1PCEK++o2Z/cuLYcgZPYw6hHspgSDHqabGjVKbr8+xLRe3UhYv8eIuLNfz5nSRXll9jCEWGWgX3eT4EFZ79dM+VWW2dec0lkbXcLxyHwpHqNvhKKlMPzMaCHMsfdzrnwYmaeY9nA4ytcHAa0HKKaOQT/lU5xejDTOCWg13Fo74WycwTJ1r19KGN11CJlqOLrXa0tpxhFd77qG6fZb12OXeP89b4eYOlC9536Pb9+oqnLX3ZZMZYsSoH7s4Qi5Y+cnP3Uqs586ldQV/fpapvpfm1OfRxkdRxir/2j/4ebgHTZjd5hyPCqmO8/BoqNSZ9Xg/O5yqm3wTfsWvKd3gYcL65l1mHdn9SKZol8farqfslTvM3W+Xs/ZrfE1I0v7qJ0kL/zCEPjS8Q+PW7y8h/LhHe+r72RCGzJ28miLdIjwr6cyoT3QbrGTjWobX8NO2dWtZODupzzVGYrdXTlRv/Zrpg6nNXW/sKb025eEfd95bVlHJ72O8p4u3/CUjNH915rkxloX/pZ241zb1bxyPAsBgvez5HVL+dRjvraBnMu3UXwjUhr7Q08jf2O84qtrwvkTetYKe8I7KXe1sprqkRfu1FOeCUrMHpdpoSrHfj1n6oip0+Kt5Ztq7IxyWAdIeLP2UwVPWJmL9xrueFq71p9FkDukU8F9GiaNLns/CfprFDr3Htuo6cyoUy4Jdl/aE7Bg4l5ncihfcz9PZeTdaESPjlBM2a/lpPvNmUaWlInq7/mEl+o2Zfc+CLVTfqObfJjCOLpPXY/T7nVuXJQAABAASURBVHDEcyrslBsFm5DmeTb7MUWXgjaGPfZa/Ljtu5/iIt89HLsdu/v1kklJWPLnd+t67FLvX94OPc0e8o31+ygDBPx+vcZUL47fgmmmFKGl+73nNUrKUhzH+FGy1ZH1XgoTZai6LdnVFeoXZbOH08m/b5d1Yd2rA4B93znOmPI9r2lfdGZR0vbFv9bfNPnx29Jxsya/8qDO1T5qJ82kGdN26fjX5lO4W5cPZWptfSe9ygRz32mGkhlQZCBT3C3D8Kx99x3qT8EdN8kz42jts3yHvsc1z/UdX1PWwa228WY2Krtr0roURseI/QF6GHmaW57Qw8R8AgJR4B/zJVMqNML3lHqV1zj6N67dWZNeyh0lr4dV4dvwpl+f0ySMEkp7nCrGcROX7tdNnSembvdrptH3tQ2Q8Lc8CeX1+T/eLjQQzTjosLaLsNlvoiSvmd5vpL+OyPX715hTjTfFWBlZut/SCCMPPYx3bmfkfl1No9S1c4ZCRcisYdbYPaOGI8zW2SnVr9rxGQXY6j/ap9bjjmGMuIwjnDYewnMMO3dNMSBo42P6vBFGHVRz4Q919y2+vLzsvU2aTbnsAeX/0E7Cfu+Ueet67BLvfyqf+9yUGbM2ajijZBTr6rbPrl40mlfD2YhNPVrdxs4bI/WUpRrmGnZtWB05VMbVkYc+W8fFT5ebdISsmS2k7fOtlVtnrcp+9dTh4fuobtewawfMOqrP0mbriNRJbo30vg6beu9ov3T84/OWru+hfJCRltJY/cYyUv1uYTdAUtviY74v5WqcpTGVl2vLOkb8azrUabWtqn6H2HUCkPn7PXOzG7p/zCchEAX+MV80Bci01ntKPWGL0NXTpNG1eYgp8Yecdvn9jT2SZhJ89iloLdhRB2F0XNdoeqcKci5CQpiz+xPUKLP9+lRTfrE0jdvUTeapcfb7CVFjz61R1WM6gwiZhM0eN6VXuvv1nKkn+Zjn9fhsnFVHewhU1oR1/9GUZ9P7q7sNcTSu1a3bR0XXTBejzYeUYWGt1etxMnUOiYt96fzF5mnpRTPOdnjuKFwot2d7wBkiOlbQVA+qDz9Jwun/leFb1mOXeP/HUFEHjnXFuFxjbbzuo8j38Pji3K+Z9Zt2favTSHl9tg68QzrU+r3K5E/1izdzrFvenN8ZBP5jlfBT69Z3CTnwQifNuMyIfGkk9/+2uOSJ4mXtts7MTzW3Q45Lx782LbcuH+qHc858WpvvqXB+hcZeEd4pGWhkM3WPDtI6Su07ocRPhZ1zW/NNavfH+uvSss74favTKN9z+VjrLo5xY8yxPV8bV8JtiIAKdkPZOUtW9CRTopZOwsfPlaexc1u6h5+4y21HW1XgBNcagV5NoybV7Zp2Iyq1YpZfU+Js3nPISdka1/ebXnepvBg914j0+I06+Xmzfl3NnidmdydYVEW2u+8zTdVVCWP011tgIxXWOlHeVPymiVk3fc5v1PsZy4hntccffBDICJuH3qgxqsL8ofcbfTClvd/nXeh0YXa3aho1NgLf3QgL45Te7sccyxplw0Zeh5RhYc0MEF8/KdG+kX49Z3ofGM35H+NOWHbWe72/en1Lu/KgM+2WaXh9dvvnHflOmvX1UK58o97pIeex9dgl3v9rRg78RzhXR9Xbjpmp435lbV9dMc5y0SFI2Hf/Nc9xlgzl/ZgOR2X6mO/YKPoxz7smo6lnmQXz55uHToRmTB6UvW9rPqZ1KxOWGWjjlLXmvHhcOv7FhxfPW5cPitwx5apk4SCr+s/SOEvk/JqQX1qwzFE76pvWKeOd6khfEzGZp4Y7Jj/y774az2hXh99a1hnTdM7rNd/MOZ+XuO6QwDmVgzvM3maTRHmnyNQM6m00alLdluzisGZdBb102u2y7kC9FOcj+umVrdN3NdDjFPmeL500lMV+rQGzSV2/XjIx1kP7n1og7E0BM8XSb3CbdWCkYk0Pdrv9bg/5u3TizOywZo7Zn+WdeDf9uprepXfa3WyA4ydr+vUzmGawUEx7Xk3Hoyj061ubviMC/a3Tcerzc/86ApTz8XvVeUnprTE8en1Y88JuidHYKcK9npQTHfTV7VHsfjHFbCht2r40U0BsLGqWmQ4Lv25Chlm679LxLz37Gn5rysc10uHd2OfHXgy+SZ0yZCSyjp8VtcywtifXSNO9PWOUdaY6DM6VZu9AvXCu+BLPRghEgX/MF6nB83M1NfVr1yDXe2J/eaE4+DmtyuIPtYupXT7tPK+Rbd6vh2lj43t49Rj+GdW1oZ+ppEZzx57hIfju0syAY6cW7yK5omUcRbvUo63FtelZj9878W76dTe9Q++yX1P6bcCoQexuMUPgTgg8TTJ8f+OMC6P7FIUKwS749frR7fKn7X70fCylXxvwh1sAnS//tJnasGYsHuRQo/f2zPETY0uBLx3/0rMv7Xfr8mGQAX9LP+z2/ntahr2bZuw9fL9mD+4NuJEAymHNiin7ZutVt3PZ1RnKxrniSzwbIbD249xIdjeVDcojhaRnyqjG7+4Xd2CuXVag0dh3GqG+ZJb0Lpu62p9hFGGqh/XLeoA300iwDoC3y0nj85urddtVkWxOHw4CrXT8k+bz6XZqDPRy1+nizfmuj2t1Nli//v8GEt6NXvDq7B16l93NDuo/0S9WmnZc31c+1/jrtBk3tluZhJODKVv13agrbjE9+eSM3CCCx6nHbgDnyEdOzbigAIybxf2OFr86sBlnOcRlNpllU/YWMQvAt3uWyFdEYhRN58WKoA8fxBTnb2i5sPeHjcvsCaLTdUnJ0+bp6K51doti8rh0/JMPvbDjLcuH7+BrW/4sCZxbQti8Xw+7q/vJv7/Rriw5NPPTzvKjUtu8N3vU9lQmL6lkkx0skfWcnCGwIxAFfofi4Sx20aaQ1IQTSow6Vrdr2UfBhLD0KEqC5QhVUbYG/4sHcNZuWa/XnSn84wZ43a+b3sW/bBe/uZ31sK7SWjK7pBJafIcEHT/hYj28TX+s+av3nMPuHRESalzHNgympY/TQcVf476knRBeR3eMwI+cv7IlwLtsxuthn4F9+xWM01fx0YC+RvCg/3QyUZpq8gld9Tr2TwiMZfiR6rFPcnDk/+E234GlPtWZwluv19oxrOXtl9uNI2cCsF9GaF67Q+enddM7hxMtfkFBHfvlLR57jKjD/ZpCu9wdtU7haENVo2vsh5zuUbfXezCt189gN8igff13LbOUPVz8CoH2T6dNc353aFf+VHOhUDZj73Hp+McEbLV8WONuoIQsUvNshiHF/rc1R8spvRf1gH1BvEOdMr7d5r3qsP9BDahzR7zVbZ/dFP99bbL65ZqyztTz9uVjrT/m4+DE2nsTbsMExo91w1ndXNYoIhSSmjGVsJ9sqW7XsmuMrevuz1Mpm9rcr+/ZJATYUEcl3NNp7TTBs19b90XJ7td6qgkm/XrK/JLmSLFsxu4gyOCi9/oHmytF3fOb9eKHhtaa//ogo9T7GsMavtst2ag8vHtloPtf2rSLet2MjqJdN6uz7rtuJGfd95pNJEcBwyZ4hMpL5+eS8VPEjCTXZ1Bm6vUau/0brJ3/0Rb437STQN6MTR3KsLLcM/VI9VhP8zlMZWas35amtC8987c3T0JoM14PHZh2kn69KP90iFYFidBqyRGzBDvK6vlf1e6sHXrt8sWGXMx+qh9rfaxTUN3S/deaOm/Hb2ysW9bGtaVwOjEsJdP+WVpGXqnvXF61m8d2/l86/i2WD9/XX27gzcxqxuuBo315fme7UtfbrE6d0C5POnz3OpR7JDq5dAj06zUmuUzZWQp7C1kHs6U0ndPvms86Z7oT1xkJRIE/I8wbRPU/2zPr2hhCyt9vbhTEZlz1MJphWlt9qBFraapu++x6503RMh3LqLheXuvp9t13qr8ZDXWKcx39MXpko7T+DAKezhNmdxtNjeJXDI5+ZudvNbfagLXL2YPy4Pd0ZwMc4WGafr3NCBdlt7qtsX/BEMi7VwYG54td6mwxCl8fYJkC7txMw6w74/5Qc1wjQFuHWd+rsmf0od1+0PEXWmgCj44G6+5dK0fN+eoHhXScrWN9o9GwtYkhNPk2jUhS3P9cu1HnRjM2dSjDynLN1CPVYzXdp9gJwEbfahzHTGn3PdaONfH5JiyDYX87Xw3u49KYr24+51gapqPSpmktut3heZai7Rya5WfaqXO8Ga+HOli5f7044J8ZW+qOfos6Rd3Sr7dk+lk4M8e01zrAtI3e+748YmITu68fAv6mdl0VtEvH3x63+thi+VBObWhcIRiN1756R9V9zu59aRvm/Lu7jmTyXb/WaWD6fb9eY/oelZF9Ya8t64yb45LDx1mK+9I85a8OMlOh+o3Pqn6xPwmBKPCP/aIpJDaKqbkgOPyH5mAEoBlXO4wkj8KQzWz2raeqCaTsE7JUzkY9rGs2ne6YEeIa7xo7gfK/lIAEECMBnAh/dSTdtDEbqfGbO1W6KvDqb+QSp+q2ZHe/xmopzKF+1pn6CZh+H9Z/pF+sNI1K6Z2vwTE5JG/13mPtyhshvN9PKSWM9HLE7H42KlzTcaIjpyq74viTLRLT9pqx6vCzO3+8hVRudSKwK0trhaF269mPcaSRUnWIAm400UhqT5gypCz1662YyrByVfPzSPVYTfepdhxqmf1dLULLfpqx+qD0K/v1BlPldRBUN3adckb76nIPI+bf2Tx9U82YOZadtYX/ogUx2teM3aFOqMo6DwroWK79fOAhgri2Y5w5QHGxOZhnbO0kc1D4tNd2ktfBd0insDrXDKk5LpeOf+65U+5bLB9GwOu34Zu3VwRzisGUm3e+poPaDC7ff43DUre135dvS/h6/5zdd6yd6v6XlnVGpVqHxiGd5D2do2kGYOXjW1EOx3C5fjICUeAf+4WrYAk8dSqxHJnubTMYFZbrY08Vst1hCfv74pAWG5vUTWo05nrm1yo/Rr2NVNZnqex/tjpc0G5Ke53OZ+TNyOMXtWfqKW7G62GUiML/ejHz71PNvd7TLl/Ga25zJ2Z/u3mqvJtxtkMj46fUaoR/qV2sVeYotF8zhPfujbowm9fVDsJALfvKu9E6AklVNIyqjr3xc4kUp1Gh6m/N7JdWhz12wvs43fh72z1TSktzvsoh/zj0hylXNplSzrrbnElo0pFGmephzCYZp1h3v0c2leFHr8fOxd871jHX4/Ptf2O7WKtMK1umStd6T/1qqnyLZvLQMfofBx/fktlmdcnOEGT2UhpsDKpNrIFM47Yk5NWt/PONWh9fnF6+sF1Y89uMVYc6yMyBGtiGp1sVuk2vNjW651fHc61/u/ucqbO+lhGbbtaOlUvHP5euKfctlg9KJnml59d37rvp1/tMssM37Qv05q9+HWWFQ74v35YO1bfoFo1ryzpmbtVBAvXVr19M4TpP9W2NZ/w+1sWSUJsjEAX+uFdqCpBGSkXnZOd2XGyn3UWRNJ3V1K4aE4HFSKIDkvxDAAAQAElEQVTRQ4p49dtnN3JIYPfbvHrW11bmfjf0/wyRG70wbXxfHCo7Iy0Uix6FzgAdFBrN7rZkSjdlYynMkp/RXMp5D6NDwfSu39cdmkkANbWsWRcPFflYJgg11o4v3tg8va9/1cypkXH5U+aa91GHUS4CMrY9Ah0tpj8qx91tyvRcG9qMjbXRXe9+6p5LuhEG/mt7QB2xM43elHcj8c3r9ZC3tcqmOG1sVZemqCf/fYtJR04zFg+dXd88hKAsrFl/P9x21kudYPJQI9XRYPqq91rdq52fDozPFEeMvqddK+PN2NyhLN+yHrsWUB0y6pq552lbjFJXf8q0mUpGtav7aFff/8PmONZh9hpRzzavyUP99I+aD+G7GbtD3akzwc9cKZM7jwWLab02BNUG1WDqPnWYzrrq3u0/0Cy+2WbsDnXmnOKwC9Qs2gx1Erbt8vXQZpgV57t5ddjYP7MLdH7XbGm/7MlT3absytFfHTzMVKsdApeOf3j83sutlQ97UljuVTNuhp1vuLpN2Snv2lcyxOg/d7/R/bETT3nZ1756lu+oflvjM+u1usR363vv7tIpvZeQdZTTKvOZhXKOJZCWOZL7eh7Un5T4fh3zSQkQTJ8065vKNmGHkK0HsGZMr50Kz7TQf948VARzlSrF2YYyekf9RAZh3xSgdtu7w6jMt71z+dwFgd6oMYHlc64vL3+nXag0TSdu1ncHYYxQRjgjpFVPaR8Fg+o/PkenxRqhocZR7Sp8o2/dTaVJcbFzcXfzk3Cf7RcLph1QKQI1iMr8fzcHU/Kb8eHwboz0mFL4Zz74fuJgtEJHxSdXx/03NZYCVu9WNqzRND2t9sb3MBo+gqmGttYb3gGFdRQA+n2XNi0jqT8Np8PFTxYpV55NaFb2mK7XnIR3SkQN6/swMq8s+66qHztFyGwT5VVYbk7Cg3vmlAVhrnXqDJO3+jwddN/VHPTyN+PdoZz5nild9Z0TvihG7wJv6OLa9di10Nn4qH6n6jedOMruXBoo6zbsrP7aCfuFqLf7d1b91fM69czwqO7aKd+Vera6j3Ydx35RRd1S/SzHMuPGbBIdA5S/6s+uDjVt374T4tEmcK/n32wXSx1qvlUKvm+3BX09xGtWm/pv7vs3W007ZonR601v/3RkjPsJvHkxHv70PtUttSNVHajc2DgQu6lMagfVl3V5GuY2ehVnv4f9kvH356w1t1Y+dG5rR2v+1QuWnUyVdeG0F9oG95EduI2npQ+jm2v1q72a6vetvOg01YaO9RF5RJ1jds5cnOKdOq8p65CzqyyibqzLzqbSt8ZNp2kNp/4jX1a32J+QQBXKnjD7m8oyAcFIsUpuzJgK0TRpU9E0stYF6S10mtZHudGjRyjX8zpVLgh/pkN+YYv8p9s5d6jA/nTz1BA3Y3d8utn0HJoap5OAAsmUFkIZ4awF2R0EIYqP5+4cB8u4I6xG4EdaGA2svBEgNDTNafWhwpfOfgOF1uyAfm165doZAYTf2iMrDiM0lCjTmeUfBx0VlGfxUvArC50F3o97nRozDQP7sSeByFRY3GscGuv/1hw0sARwaSMIa+CVEyya9+7wjr1r72rneGWLUUKc+2P1rFuL2a+lTadTv15r+vk/I/E1vO/i7zYHz/QteW8YGZGhGFGGR2H1O1r42inULm92+C7MyKmCk8SYwWPGQc0TIUFHnvwK009KmGUuykh326J5zXrsWvyUUd9yfZ6ZVsqz+tI5Tv12jxFs773ep45Sf9ggUQeZ70B9pn5Xf2qLanhljlJOqa7uc3bfrTZDuRzDEGj/R3MUp/RJt1P51r5pC+074Xttwd4d2jAzvWqd+i7A2wUFn6L/drkzlH28xm9FOnSEjd+/OuSftbv3Pa8FOfK4j9t0Vv/bISnaE3UzZcOoujLiVF60+9pB7WG9TZ1Kqa9u7JeO3zMOObdUPpTnfz2Ree0CuZBs4r14d75xsovv8u+1e3p5J6eN3zZZpQWZPHzfZAcyRA8gLm2o9HT5Q1lxTTat6/T7PfvMa8o6nkXmrGkyI09HaXU7xG4vJR2i/R71CBm1X8d8YgJTDdwT43j4rBPO9Gb/sZYTwnczJg/ruo0SOI2sTgZ6c1QxU0JUnnaEXyO4G6mwZthmG2/R7Aw/D6OTgFDIpHTvPN8sP9ZMMwpG5bc5vzs0LHqA3zm2CzMH5M0GcFOjNC3I7EEAHSvhHphgekjlSfkm8GHY4+imddryjwOlyrTv+j26R6eLTf0Ih/0+u5Eemqd+bzU1ihhrkKs7u4bUyJW0EYQpxdzrqXzZmd+7ru63sFMkCIRTzyZAyuuU35Ib/pYLEPanwhl18N4wMnOkvrse3r1mJ2jYu9utTYKT9I6zdaSr5slMljFPlunoHBkFNfdu8VS2r1GPXYudDkKKx/g837v60mmzwtHf+zbaPtU5bJaGMuE7UJ+p38f7dbQqc8re6Ld07Xl+TcL3PRfO86Xbqd6fC0fhsKeJ9fB+h34uXHcnKAurDlAXdPdu7vtWhNNezt3P/y7OMyUCL0vl1LdjlMqXTc6UEafyQgYZw1muYUnPFO9Lxz+mZd+19GypfJADvnsi09oAsklv63zjZJca1PdtA1md3tXdN7I02GBfGB2IVYl3v/LS5Q9lxTfOvZ//vVl0MDdj1aH9v5asQ3atcq9fUJiScVclvAWyDMhMlWZ9PSyLNUPz9SL/npuAj/O5CWwv94QTFZxK1vRvlesxuXSf+zW0f61FQGFrxurDNFs9hzYfWnuThtsIidEbPyO37z4jLn6/1EjMVFidDjhM+S254WckZwxDkPTM0X3pWiP1B1sAPJux6iDImG6vQTSyVJUtU+j9NuuqiPYE0rCZ4qjDxzq4PcF33hp6I3B6xXeON7QYHRw35pMc5WJqNIffmlN5VPYJEzpv1twjjHftHveKg9s9nUYodW5NjbrMpVNYytRWd9Key/c16rG5Z1/C3QyiKSWrP0udPTVipD5Wpk1xXdOJKz5l/1uaxZR2Za5ZDz4894vbXZ59zEwaaZUG9ZWOWYpXi27VIayp20aJjSCvuqkFkk6zBLRlGDSnzR41Y0baTb3+uuaIezNWHdoebZARWXHM3cTvkvHPPXfOfUvlQzn9iy2jvm/2Zt17kAndQ8FX5g2oYNJvpNQvyV/CknX6/f2+OVO6DGqYGaAzci7clPu1ZB0DSj9UEkCBV38Up4OsZOE6A/QYGfSgBybw4xCIAv847+rQlGrsVI42/rA7t8bRtEOjaCrCGp+wevZs+GEKpfDucz+/GvYQO+FLj634KNp6TU3JqnFovK0tFk5ngVGLQxp/U600AAQt07xr3ATRqdHjGmbKTtgcR9op9NaAa3Sm7llys2mLitxonlE9ea7hMVExe0c6HXScYCeMdVVjWkxF1UvN/9Szd/joGCAomzKv06DGO6ZPA2pEq4a5pd0It3SP78aGhIco3lN5EKcp8hRe69l0qvhW6jdkBMHsF2s37ZdACXKPe6fivAc3whdBW3nr32b91uVJT/+3tsTaEFBY97TLpzt8i+qnS9Zj14LqHVOCvqI9UH1cy3FzelFfmrbJPp7qZaOORrrxmKrL1G3c+avP/0GLxDObcfShjvI9mRXiHagnLUvRsTmm37N+sj3JtHU7VputJA2nlF1Cuamwvutvb3GLvz6XnRs/YYw2G4lrQZ/u8K509uHe2xN1o/qkw2Dn9p9fXl6+oDlqe3Sau7ddLh7CXDL+xYfPeG6lfCjHvm+zMqfaBNknG2hrvVtthz0h1Av8tBfaRnanusTMG/alEz/fKoXfTAB1SA+vrIjXRofSpf1VBrr/Iab7lDPlTfrlQ35qHKfKOlhYBtnjNANhDYMevprkV4M/3e0UGbTHEXNDBKLAb+hlLmTFtHBrmEzHNhJhF08VSz/9xqSpk6YzGZ0RfiG6g73EZ0MUyo3exP5cpimXNigxUk/4OjjydgMB21RFFbM460npbkEOOlTC0lTj+bUtBlM6m3HUoXE0fZXgLM81bkzswOodUdjrAyiBpuHX8IRj8dVwlhtoMGs4z6thluziM4pNuB/jWUrfUpz8rGmrafoTHC9wUtbVZ/VZ1uxT7s/xOI0/QcIIgG+lfkPW+lnaYPM8SpGwa595Kp9T71fe+repHuj85EmHhX0oKEr78mOZx+9vgfr9zLnyN5ZVUyRtitZu33sIJ7z4ncqq+Pbe2AKcyuoS9dipaTrmfuWTkq0+ruUYTyPHhNiGa/ZQT6uvp+oydRt3/sLNRnKkh3egnrTZp46lMf3KsBGvv9LiN2quXmvWkw/1sL1fTBMXf30uOzd+wgi79oG+Edz76RvyLa25/5h3L17xe05/JlM6+I0nd/79dJ/7x3DjNe69PVE3qk96HOzctDX2rBF2vH/ftXv+/8vLizjEJc5T4pcneetxMOX9ZeWfd+7dKwOf3+5RJsThZOfGTxhhW5BVhzSIo5/SKK2rbm6Bjrl/rk2QBvUt5t6td9AesTt8mwYqhOsneXIXYMGiTrJB8B9tYdQh/X7vVTtkOZp0Ne8X+cehh5GmtW2A+6Vb+uXDvT0e5imyjrid4rZPALtTXaWzg/2QU/2mU6PfYyDH4FK/jvnkBAi8T44g2Q+BEAiBEAiBEAiBEHgmAslrCFyAwM+2OP2KUzNeD50afh3n9eKAfzbxNOOo32JGrMGlfh3zyQlEgX/yApDsh0AIhEAIhEAIhEAIHEQggUNgjoAZSH2ZoZF9Mw9NiZ8LP7pbgmKpZHe3x4A9PPp1zBB4iQKfQhACIRACIRACIRACIRACVyOQB22YgHX9dfmmJZmW3q3Nsj0B7PnRw1v735cQdLeYT04gCvyTF4BkPwRCIARCIARCIARC4IEIJKn3TMA+BzZb7Gvz/ZScPaiMxu9Ltw2K/WxfD2v0/V5+8Wdf2uN/RQJR4K8IO48KgRAIgRAIgRAIgRAIgVsSyLMvTuCz7Qk2iG3G62GTaJtIv14s/LO56Je9+duF369oZPT9DUiMzxGIAv85FrGFQAiEQAiEQAiEQAiEQAjME4jPOgI2szOCLrSfwbMWvo+scxtPo+9f1xz9ckEzXvxaSEbfkcj5gUAU+A9I4hACIRACIRACIRACIRACIXB+Ak8To5Hzb2i5/aV2Ov5s+/db2zl3+Hm8L3/zNP3+m5rdz941I0cIvCcQBf49j1yFQAiEQAiEQAiEQAiEQAjcI4HHStMPt+T+43Y6fkP79/XtnNqR3s7z39L86GXW0AtnGn5zyhECHwkoKB9d4xICIRACIRACIRACIRACIRACGyJw5axQxr+jPfP72+n4TPv3B9o5Hl/ZHH5vOx2m3n8vS84QmCMQBX6OTNxDIARCIARCIARCIARCIARC4BMCx/z/+XbTF7XT+vdPNfP72jke390c+Du/ptkzdb5ByDFPIAr8PJv4hEAIhEAIhEAIhEAIhEAIhMAZCCSKEDgPgSjw5+GYWEIg0Vh7ugAACZpJREFUBEIgBEIgBEIgBEIgBELgMgQSawi8EYgC/wYiRgiEQAiEQAiEQAiEQAiEQAhskUDytB0CUeC38y6TkxAIgRAIgRAIgRAIgRAIgRA4N4HEd0cEosDf0ctIUkIgBEIgBEIgBEIgBEIgBEJgWwSSm3MSiAJ/TpqJKwRCIARCIARCIARCIARCIARC4HwEEtM7AlHg3+HIRQiEQAiEQAiEQAiEQAiEQAiEwFYIbC0fUeC39kaTnxAIgRAIgRAIgRAIgRAIgRAIgXMQuLs4osDf3StJgkIgBEIgBEIgBEIgBEIgBEIgBB6fwPlzEAX+/EwTYwiEQAiEQAiEQAiEQAiEQAiEQAicRmDi7ijwE1DiFAIhEAIhEAIhEAIhEAIhEAIhEAL3RuAQBf7e0p70hEAIhEAIhEAIhEAIhEAIhEAIhMDTELiiAv80TJPREAiBEAiBEAiBEAiBEAiBEAiBEDg7gcdR4M+e9UQYAiEQAiEQAiEQAiEQAiEQAiEQAo9D4GkU+Md5JUlpCIRACIRACIRACIRACIRACIRACHwkEAX+I5Mpl7iFQAiEQAiEQAiEQAiEQAiEQAiEwE0JRIG/Cv48JARCIARCIARCIARCIARCIARCIAROIxAF/jR+17k7TwmBEAiBEAiBEAiBEAiBEAiBEHh6AlHgn6AIJIshEAIhEAIhEAIhEAIhEAIhEAKPTyAK/OO/w0vnIPGHQAiEQAiEQAiEQAiEQAiEQAjcAYEo8HfwEradhOQuBEIgBEIgBEIgBEIgBEIgBELgHASiwJ+DYuK4HIHEHAIhEAIhEAIhEAIhEAIhEAIh8EogCvwrhvzbKoHkKwRCIARCIARCIARCIARCIAS2QiAK/FbeZPJxCQKJMwRCIARCIARCIARCIARCIATuhkAU+Lt5FUnI9ggkRyEQAiEQAiEQAiEQAiEQAiFwPgJR4M/HMjGFwHkJJLYQCIEQCIEQCIEQCIEQCIEQKASiwBcYsYbAlggkLyEQAiEQAiEQAiEQAiEQAtsiEAV+W+8zuQmBcxFIPCEQAiEQAiEQAiEQAiEQAndGIAr8nb2QJCcEtkEguQiBEAiBEAiBEAiBEAiBEDg3gSjw5yaa+EIgBE4nkBhCIARCIARCIARCIARCIAQ+EIgC/wFJHEIgBB6dQNIfAiEQAiEQAiEQAiEQAlskEAV+i281eQqBEDiFQO4NgRAIgRAIgRAIgRAIgbskEAX+Ll9LEhUCIfC4BJLyEAiBEAiBEAiBEAiBELgMgSjwl+GaWEMgBELgOAK5KwRCIARCIARCIARCIARmCESBnwET5xAIgRB4RAJJcwiEQAiEQAiEQAiEwHYJPKIC/yvtdeR8eQmDMEgZSBk4dxlIfClTKQMpAykDKQMpAykDWy8DTZ183OMRFfjHpZ2Uh0AIhMCmCSRzIRACIRACIRACIRAClyQQBf6SdBN3CIRACITAegIJGQIhEAIhEAIhEAIhsEggCvwinniGQAiEQAg8CoGkMwRCIARCIARCIAS2TuARFPhf015CzpeXMAiDlIGUgZSBy5WBsA3blIGUgZSBlIGUgecsAy+P9PcICvwj8UxaQyAEQiAEnpJAMh0CIRACIRACIRAClycQBf7yjPOEEAiBEAiBEFgmEN8QCIEQCIEQCIEQWEEgCvwKSAkSAiEQAiEQAvdMIGkLgRAIgRAIgRB4DgJR4J/jPSeXIRACIRACITBHIO4hEAIhEAIhEAIPQiAK/IO8qCQzBEIgBEIgBO6TQFIVAiEQAiEQAiFwLQJR4K9FOs8JgRAIgRAIgRD4SCAuIRACIRACIRACqwlEgV+NKgFDIARCIARCIATujUDSEwIhEAIhEALPRCAK/DO97eQ1BEIgBEIgBEKgEog9BEIgBEIgBB6KQBT4h3pdSWwIhEAIhEAIhMD9EEhKQiAEQiAEQuC6BKLAX5d3nhYCIRACIRACIRACnxDI/xAIgRAIgRA4kEAU+AOBJXgIhEAIhEAIhEAI3AOBpCEEQiAEQuD5CESBf753nhyHQAiEQAiEQAiEQAiEQAiEQAg8IIEo8A/40pLkEAiBEAiBEAiBELgtgTw9BEIgBELgFgSiwN+Cep4ZAiEQAiEQAiEQAs9MIHkPgRAIgRA4ikAU+KOw5aYQCIEQCIEQCIEQCIFbEchzQyAEQuBZCUSBf9Y3n3yHQAiEQAiEQAiEwHMSSK5DIARC4GEJRIF/2FeXhIdACIRACIRACIRACFyfQJ4YAiEQArcjEAX+duzz5BAIgRAIgRAIgRAIgWcjkPyGQAiEwAkEosCfAC+3hkAIhEAIhEAIhEAIhMA1CeRZIRACz00gCvxzv//kPgRCIARCIARCIARC4HkIJKchEAIPTiAK/IO/wCQ/BEIgBEIgBEIgBEIgBK5DIE8JgRC4NYEo8Ld+A3l+CIRACIRACIRACIRACDwDgeQxBELgZAJR4E9GmAhCIARCIARCIARCIARCIAQuTSDxh0AIvLxEgU8pCIEQCIEQCIEQCIEQCIEQ2DqB5C8ENkEgCvwmXmMyEQIhEAIhEAIhEAIhEAIhcDkCiTkE7oNAFPj7eA9JRQiEQAiEQAiEQAiEQAiEwFYJJF8hcCYCUeDPBDLRhEAIhEAIhEAIhEAIhEAIhMAlCCTOEOgEosB3EjFDIARCIARCIARCIARCIARCYHsEkqMNEYgCv6GXmayEQAiEQAiEQAiEQAiEQAiEwHkJJLZ7IhAF/p7eRtISAiEQAiEQAiEQAiEQAiEQAlsikLyclUAU+LPiTGQhEAIhEAIhEAIhEAIhEAIhEALnIpB43hOIAv+eR65CIARCIARCIARCIARCIARCIAS2QWBzuYgCv7lXmgyFQAiEQAiEQAiEQAiEQAiEQAicTuD+YogCf3/vJCkKgRAIgRAIgRAIgRAIgRAIgRB4dAIXSH8U+AtATZQhEAIhEAIhEAIhEAIhEAIhEAIhcAqBqXujwE9RiVsIhEAIhEAIhEAIhEAIhEAIhEAI3BmBAxT4O0t5khMCIRACIRACIRACIRACIRACIRACT0Tgegr8E0FNVkMgBEIgBEIgBEIgBEIgBEIgBELg3AQeRoE/d8YTXwiEQAiEQAiEQAiEQAiEQAiEQAg8EoFnUeAf6Z0krSEQAiEQAiEQAiEQAiEQAiEQAiHwgUAU+A9IphziFgIhEAIhEAIhEAIhEAIhEAIhEAK3JRAF/hr884wQCIEQCIEQCIEQCIEQCIEQCIEQOJFAFPgTAV7j9jwjBEIgBEIgBEIgBEIgBEIgBEIgBH4VAAD//ziGFnQAAAAGSURBVAMAGWePudhNIXIAAAAASUVORK5CYII="/>
          <p:cNvSpPr txBox="1">
            <a:spLocks noChangeAspect="1" noChangeArrowheads="1"/>
          </p:cNvSpPr>
          <p:nvPr/>
        </p:nvSpPr>
        <p:spPr bwMode="auto">
          <a:xfrm>
            <a:off x="7172859" y="1350012"/>
            <a:ext cx="4331753" cy="212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700" dirty="0" smtClean="0"/>
              <a:t>Colocar atributos e funções necessárias para cada uma das classes;</a:t>
            </a:r>
          </a:p>
          <a:p>
            <a:pPr algn="just"/>
            <a:endParaRPr lang="pt-BR" sz="1700" dirty="0" smtClean="0"/>
          </a:p>
          <a:p>
            <a:pPr algn="just"/>
            <a:r>
              <a:rPr lang="pt-BR" sz="1700" dirty="0" smtClean="0"/>
              <a:t>Tratar individualmente a regra de cada uma delas.</a:t>
            </a:r>
          </a:p>
          <a:p>
            <a:pPr lvl="1" algn="just"/>
            <a:endParaRPr lang="pt-BR" sz="18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794" y="3650610"/>
            <a:ext cx="2689818" cy="271519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822" y="3650610"/>
            <a:ext cx="2693205" cy="271861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924" y="3654029"/>
            <a:ext cx="2677131" cy="271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1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 smtClean="0"/>
              <a:t>POO: Solução </a:t>
            </a:r>
            <a:r>
              <a:rPr lang="pt-BR" dirty="0" smtClean="0"/>
              <a:t>1. </a:t>
            </a:r>
            <a:r>
              <a:rPr lang="pt-BR" dirty="0" smtClean="0"/>
              <a:t>Problemas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6" name="AutoShape 2" descr="data:image/png;base64,iVBORw0KGgoAAAANSUhEUgAAA/AAAAXQCAYAAADyI6UCAAAZGXRFWHRteGZpbGUAJTNDbXhHcmFwaE1vZGVsJTNFJTNDcm9vdCUzRSUzQ214Q2VsbCUyMGlkJTNEJTIyMCUyMiUyRiUzRSUzQ214Q2VsbCUyMGlkJTNEJTIyMSUyMiUyMHBhcmVudCUzRCUyMjAlMjIlMkYlM0UlM0NteENlbGwlMjBpZCUzRCUyMjIlMjIlMjB2YWx1ZSUzRCUyMkVtcHJlZ2FkbyUyMiUyMHN0eWxlJTNEJTIyc3dpbWxhbmUlM0Jmb250U3R5bGUlM0QwJTNCYWxpZ24lM0RjZW50ZXIlM0J2ZXJ0aWNhbEFsaWduJTNEdG9wJTNCY2hpbGRMYXlvdXQlM0RzdGFja0xheW91dCUzQmhvcml6b250YWwlM0QxJTNCc3RhcnRTaXplJTNEMjYlM0Job3Jpem9udGFsU3RhY2slM0QwJTNCcmVzaXplUGFyZW50JTNEMSUzQnJlc2l6ZUxhc3QlM0QwJTNCY29sbGFwc2libGUlM0QxJTNCbWFyZ2luQm90dG9tJTNEMCUzQnJvdW5kZWQlM0QwJTNCc2hhZG93JTNEMCUzQnN0cm9rZVdpZHRoJTNEMSUzQiUyMiUyMHZlcnRleCUzRCUyMjElMjIlMjBwYXJlbnQlM0QlMjIxJTIyJTNFJTNDbXhHZW9tZXRyeSUyMHglM0QlMjI2MCUyMiUyMHklM0QlMjIyMTAlMjIlMjB3aWR0aCUzRCUyMjIzMCUyMiUyMGhlaWdodCUzRCUyMjM1MCUyMiUyMGFzJTNEJTIyZ2VvbWV0cnklMjIlM0UlM0NteFJlY3RhbmdsZSUyMHglM0QlMjIyMzAlMjIlMjB5JTNEJTIyMTQwJTIyJTIwd2lkdGglM0QlMjIxNjAlMjIlMjBoZWlnaHQlM0QlMjIyNiUyMiUyMGFzJTNEJTIyYWx0ZXJuYXRlQm91bmRzJTIyJTJGJTNFJTNDJTJGbXhHZW9tZXRyeSUzRSUzQyUyRm14Q2VsbCUzRSUzQ214Q2VsbCUyMGlkJTNEJTIyMyUyMiUyMHZhbHVlJTNEJTIyLSUyMG5vbWU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NiUyMiUyMHdpZHRoJTNEJTIyMjMwJTIyJTIwaGVpZ2h0JTNEJTIyMjYlMjIlMjBhcyUzRCUyMmdlb21ldHJ5JTIyJTJGJTNFJTNDJTJGbXhDZWxsJTNFJTNDbXhDZWxsJTIwaWQlM0QlMjI0JTIyJTIwdmFsdWUlM0QlMjItJTIwbnVtZXJvQ2VsdWxhci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NTIlMjIlMjB3aWR0aCUzRCUyMjIzMCUyMiUyMGhlaWdodCUzRCUyMjI2JTIyJTIwYXMlM0QlMjJnZW9tZXRyeSUyMiUyRiUzRSUzQyUyRm14Q2VsbCUzRSUzQ214Q2VsbCUyMGlkJTNEJTIyNSUyMiUyMHZhbHVlJTNEJTIyLSUyMGNwZi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c4JTIyJTIwd2lkdGglM0QlMjIyMzAlMjIlMjBoZWlnaHQlM0QlMjIyNiUyMiUyMGFzJTNEJTIyZ2VvbWV0cnklMjIlMkYlM0UlM0MlMkZteENlbGwlM0UlM0NteENlbGwlMjBpZCUzRCUyMjYlMjIlMjB2YWx1ZSUzRCUyMi0lMjB2YWxvclRvdGFsVmVuZGFzJTIyJTIwc3R5bGUlM0QlMjJ0ZXh0JTNCYWxpZ24lM0RsZWZ0JTNCdmVydGljYWxBbGlnbiUzRHRvcCUzQnNwYWNpbmdMZWZ0JTNENCUzQnNwYWNpbmdSaWdodCUzRDQlM0JvdmVyZmxvdyUzRGhpZGRlbiUzQnJvdGF0YWJsZSUzRDAlM0Jwb2ludHMlM0QlNUIlNUIwJTJDMC41JTVEJTJDJTVCMSUyQzAuNSU1RCU1RCUzQnBvcnRDb25zdHJhaW50JTNEZWFzdHdlc3QlM0Jyb3VuZGVkJTNEMCUzQnNoYWRvdyUzRDAlM0JodG1sJTNEMCUzQiUyMiUyMHZlcnRleCUzRCUyMjElMjIlMjBwYXJlbnQlM0QlMjIyJTIyJTNFJTNDbXhHZW9tZXRyeSUyMHklM0QlMjIxMDQlMjIlMjB3aWR0aCUzRCUyMjIzMCUyMiUyMGhlaWdodCUzRCUyMjI2JTIyJTIwYXMlM0QlMjJnZW9tZXRyeSUyMiUyRiUzRSUzQyUyRm14Q2VsbCUzRSUzQ214Q2VsbCUyMGlkJTNEJTIyNyUyMiUyMHZhbHVlJTNEJTIyLSUyMHBlcmNlbnR1YWxDb21pc3Nh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MTMwJTIyJTIwd2lkdGglM0QlMjIyMzAlMjIlMjBoZWlnaHQlM0QlMjIyNiUyMiUyMGFzJTNEJTIyZ2VvbWV0cnklMjIlMkYlM0UlM0MlMkZteENlbGwlM0UlM0NteENlbGwlMjBpZCUzRCUyMjglMjIlMjB2YWx1ZSUzRCUyMi0lMjB2YWxvclNhbGFyaW9CcnV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1NiUyMiUyMHdpZHRoJTNEJTIyMjMwJTIyJTIwaGVpZ2h0JTNEJTIyMjYlMjIlMjBhcyUzRCUyMmdlb21ldHJ5JTIyJTJGJTNFJTNDJTJGbXhDZWxsJTNFJTNDbXhDZWxsJTIwaWQlM0QlMjI5JTIyJTIwdmFsdWUlM0QlMjItJTIwdmFsb3JEZXNjb25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4MiUyMiUyMHdpZHRoJTNEJTIyMjMwJTIyJTIwaGVpZ2h0JTNEJTIyMjYlMjIlMjBhcyUzRCUyMmdlb21ldHJ5JTIyJTJGJTNFJTNDJTJGbXhDZWxsJTNFJTNDbXhDZWxsJTIwaWQlM0QlMjIxMCUyMiUyMHZhbHVlJTNEJTIyLSUyMEhvcmFzVHJhYmFsaGFkYXM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DglMjIlMjB3aWR0aCUzRCUyMjIzMCUyMiUyMGhlaWdodCUzRCUyMjI2JTIyJTIwYXMlM0QlMjJnZW9tZXRyeSUyMiUyRiUzRSUzQyUyRm14Q2VsbCUzRSUzQ214Q2VsbCUyMGlkJTNEJTIyMTElMjIlMjB2YWx1ZSUzRCUyMi0lMjB2YWxvclBvckhvcmE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zQlMjIlMjB3aWR0aCUzRCUyMjIzMCUyMiUyMGhlaWdodCUzRCUyMjI2JTIyJTIwYXMlM0QlMjJnZW9tZXRyeSUyMiUyRiUzRSUzQyUyRm14Q2VsbCUzRSUzQ214Q2VsbCUyMGlkJTNEJTIyMTIlMjIlMjB2YWx1ZSUzRCUyMiUyMiUyMHN0eWxlJTNEJTIybGluZSUzQmh0bWwlM0QxJTNCc3Ryb2tlV2lkdGglM0QxJTNCYWxpZ24lM0RsZWZ0JTNCdmVydGljYWxBbGlnbiUzRG1pZGRsZSUzQnNwYWNpbmdUb3AlM0QtMSUzQnNwYWNpbmdMZWZ0JTNEMyUzQnNwYWNpbmdSaWdodCUzRDMlM0Jyb3RhdGFibGUlM0QwJTNCbGFiZWxQb3NpdGlvbiUzRHJpZ2h0JTNCcG9pbnRzJTNEJTVCJTVEJTNCcG9ydENvbnN0cmFpbnQlM0RlYXN0d2VzdCUzQiUyMiUyMHZlcnRleCUzRCUyMjElMjIlMjBwYXJlbnQlM0QlMjIyJTIyJTNFJTNDbXhHZW9tZXRyeSUyMHklM0QlMjIyNjAlMjIlMjB3aWR0aCUzRCUyMjIzMCUyMiUyMGhlaWdodCUzRCUyMjglMjIlMjBhcyUzRCUyMmdlb21ldHJ5JTIyJTJGJTNFJTNDJTJGbXhDZWxsJTNFJTNDbXhDZWxsJTIwaWQlM0QlMjIxMyUyMiUyMHZhbHVlJTNEJTIyJTJCJTIwR2V0VmFsb3JWZW5jaW1lbnRvSG9yaXN0YS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Y4JTIyJTIwd2lkdGglM0QlMjIyMzAlMjIlMjBoZWlnaHQlM0QlMjIyNiUyMiUyMGFzJTNEJTIyZ2VvbWV0cnklMjIlMkYlM0UlM0MlMkZteENlbGwlM0UlM0NteENlbGwlMjBpZCUzRCUyMjE0JTIyJTIwdmFsdWUlM0QlMjIlMkIlMjBHZXRWYWxvclZlbmNpbWVudG9Bc3NhbGFyaWFkby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k0JTIyJTIwd2lkdGglM0QlMjIyMzAlMjIlMjBoZWlnaHQlM0QlMjIyNiUyMiUyMGFzJTNEJTIyZ2VvbWV0cnklMjIlMkYlM0UlM0MlMkZteENlbGwlM0UlM0NteENlbGwlMjBpZCUzRCUyMjE1JTIyJTIwdmFsdWUlM0QlMjIlMkIlMjBHZXRWYWxvclZlbmNpbWVudG9Db21pc3Npb25hZG8oKS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MyMCUyMiUyMHdpZHRoJTNEJTIyMjMwJTIyJTIwaGVpZ2h0JTNEJTIyMjYlMjIlMjBhcyUzRCUyMmdlb21ldHJ5JTIyJTJGJTNFJTNDJTJGbXhDZWxsJTNFJTNDJTJGcm9vdCUzRSUzQyUyRm14R3JhcGhNb2RlbCUzRbqVugQAABAASURBVHgB7N0H3DRVfbfxuTUaFVSwFwRsEbvGXmKwGzv2CkRsb2KJDRRbYi8Ya6LBBvYuauwNW8COvWJXiAVRscT6/q7lmeXsPNvvLbO7F59z7mlnZs58Z/Zh/zNnzp6u8j8FFFBAAQUUUEABBRRQQAEFFGi9wDYD+NYfnxVUQAEFFFBAAQUUUEABBRRQYC0ElhvArwWhB6GAAgoooIACCiiggAIKKKDA/AVWOoCfP497UEABBRRQQAEFFFBAAQUUUKAdApscwLfjDFgLBRRQQAEFFFBAAQUUUEABBcYQMIAfA6l/EecqoIACCiiggAIKKKCAAgoosDgBA/jFWffuySkFFFBAAQUUUEABBRRQQAEFJhAwgJ8Aq01FrYsCCiiggAIKKKCAAgoooMBmCRjAb9b5ro/WoQIKKKCAAgoooIACCiigwIoJGMCv2AlrR3WthQIKKKCAAgoooIACCiigwKIFDOAXLe7+qkoDBRRQQAEFFFBAAQUUUECBiQUM4Ccmc4VlC7h/BRRQQAEFFFBAAQUUUGATBQzgN/Gsb/Yxe/QKKKCAAgoooIACCiigwEoKGMCv5Gmz0ssTcM8KKKCAAgoooIACCiigwHIEDOCX4+5eN1XA41ZAAQUUUEABBRRQQAEFphQwgJ8SztUUWIaA+1RAAQUUUEABBRRQQIHNFTCA39xz75FvnoBHrIACCiiggAIKKKCAAissYAC/wifPqiuwWAH3poACCiiggAIKKKCAAssUMIBfpr77VmCTBDxWBRRQQAEFFFBAAQUU2JaAAfy2+FxZAQUWJeB+FFBAAQUUUEABBRTYdAED+E2/Ajx+BTZDwKNUQAEFFFBAAQUUUGDlBQzgV/4UegAKKDB/AfeggAIKKKCAAgoooMDyBQzgl38OrIECCqy7gMengAIKKKCAAgoooMAMBAzgZ4DoJhRQQIF5CrhtBRRQQAEFFFBAAQUQMIBHwayAAgqsr4BHpoACCiiggAIKKLAmAgbwa3IiPQwFFFBgPgJuVQEFFFBAAQUUUKAtAgbwbTkT1kMBBRRYRwGPSQEFFFBAAQUUUGBmAgbwM6N0QwoooIACsxZwewoooIACCiiggAKnCRjAn2bhmAIKKKDAegl4NAoooIACCiigwFoJGMCv1en0YBRQQAEFZifglhRQQAEFFFBAgXYJGMC363xYGwUUUECBdRHwOBRQQAEFFFBAgRkLGMDPGNTNKaCAAgooMAsBt6GAAgoooIACCjQFDOCbIk4roIACCiiw+gIegQIKKKCAAgqsoYAB/BqeVA9JAQUUUECB7Qm4tgIKKKCAAgq0UcAAvo1nxTopoIACCiiwygLWXQEFFFBAAQXmImAAPxdWN6qAAgoooIAC0wq4ngIKKKCAAgr0FzCA7+/iXAUUUEABBRRYTQFrrYACCiigwNoKGMCv7an1wBRQQAEFFFBgcgHXUEABBRRQoL0CBvDtPTfWTAEFFFBAAQVWTcD6KqCAAgooMEcBA/g54rppBRRQQAEFFFBgEgHLKqCAAgooMExgFQL4v+QAzFWlgQZeA14DXgNeA14DXgPDrgGXeX14DXgNeA1Mfg0k3FydtAoB/OpoWlMFFFBAAQUUUGBlBay4AgoooEDbBQzg236GrJ8CCiiggAIKKLAKAtZRAQUUUGDuAgbwcyd2BwoooIACCiiggAKjBFyugAIKKDBaYOUC+L/85S+VWQOvAa8BrwGvAa8BrwGvAa+B4hrw+6Hfkb0GvAbGugZGh8jtLrFyAXy7Oa2dAgoooIACCiigwOoJWGMFFFBgNQQM4FfjPFlLBRRQQAEFFFBAgbYKWC8FFFBgQQIG8AuCdjcKKKCAAgoooIACCvQTcJ4CCigwroAB/LhSllNAAQUUUEABBRRQoH0C1kgBBTZIwAB+g062h6qAAgoooIACCiigQK+AUwoosEoCBvCrdLasqwIKKKCAAgoooIACbRKwLgoosFABA/iFcrszBRRQQAEFFFBAAQUUqAUcKqDAZAIG8JN5WVoBBRRQQAEFFFBAAQXaIWAtFNg4AQP4jTvlHrACCiiggAIKKKCAAgpUlQYKrJ6AAfzqnTNrrIACCiiggAIKKKCAAssWcP8KLEHAAH4J6O5SAQUUUEABBRRQQAEFNlvAo1dgGgED+GnUXEcBBRRQQAEFFFBAAQUUWJ6Ae95QAQP4DT3xHrYCCiiggAIKKKCAAgpsqoDHvaoCBvCreuastwIKKKCAAgoooIACCiiwDAH3uTQBA/il0btjBRRQQAEFFFBAAQUUUGDzBDzi6QUM4Ke3c00FFFBAAQUUUEABBRRQQIHFCmz03gzgN/r0e/AKKKCAAgoooIACCiigwCYJrPaxGsCv9vmz9goooIACCiiggAIKKKCAAosSWPJ+DOCXfALcvQIKKKCAAgoooIACCiigwGYIbPcoDeC3K+j6CiiggAIKKKCAAgoooIACCsxfoDKAXwCyu1BAAQUUUEABBRRQQAEFFFBguwLbC+C3u3fXV0ABBRRQQAEFFFBAAQUUUECBsQSWGsCPVUMLKaCAAgoooIACCiiggAIKKKDASjeh9/QpoIACCiiggAIKKKCAAgoosDECG/wEfmPOsQeqgAIKKKCAAgoooIACCiiwBgIG8NOeRNdTQAEFFFBAAQUUUEABBRRQYIECBvALxC535bgCCiiggAIKKKCAAgoooIACkwgYwE+i1Z6y1kQBBRRQQAEFFFBAAQUUUGDDBAzgN+yEn3q4/lVAAQUUUEABBRRQQAEFFFg1AQP4VTtjbaivdVBAAQUUUEABBRRQQAEFFFi4gAH8wsndoQIKKKCAAgoooIACCiiggAKTCxjAT27mGssVcO8KKKCAAgoooIACCiigwEYKGMBv5Gnf5IP22BVQQAEFFFBAAQUUUECB1RQwgF/N82atlyXgfhVQQAEFFFBAAQUUUECBJQkYwC8J3t1upoBHrcCyBT796U9Xu+yyS7W1tTW3fMABByz7MN2/AnMVaH6O9tprr+qEE06Y6z7duAIKKKCAAggYwKNgVmA1BKylAgoooIACCiiggAIKbLCAAfwGn3wPfdMEPF4FFFBAAQUUUEABBRRYZQED+FU+e9ZdgUUKuC8FFFBAAQUUUEABBRRYqoAB/FL53bkCmyPgkbZX4K1vfWv1l7/8ZWb5yCOPbO/BWjMFFFBAAQUUUGCFBQzgV/jkWXUFNkjAQ1VAAQUUUEABBRRQYOMFDOA3/hIQQIFNEPAYFVBAAQUUUEABBRRYfQED+NU/hx6BAgrMW8DtK6CAAgoooIACCijQAgED+BacBKuggALrLeDRKaCAAgoooIACCigwCwED+Fkoug0FFFBgfgJrs+VTTjml2nfffautra1O3muvvaoTTjihe3yMP+pRj6oudrGLdZZvbZ1ajmnmf//73++WLUfogO/LX/5ydd/73re64AUv2F33jGc8Y3WFK1yhOuKII6pf//rX5Sp9x0fV72tf+9pO+zj96U9fXe5yl6ue8YxnVD/72c/6brffzLe97W3dem5tbVVPfepTO8V++9vfVs997nN7jmPU8XdWzB8cvv71r1eHHHJIdfGLX7yibltbpxruuuuu1dWvfvXq2c9+9kT1zGb7pm9+85t999OvrpxXzvXW1ql12XfffSus+264MfMPf/hDdeyxx1YPfvCDO+eS49jaOnU7W1tbnWO88IUvXB144IHVe97znory1ZT/cY28/vWvr25yk5tU5X7Oe97zds4753/KTe+0GvWkvne6052q85znPD3XwjnOcY7qBje4QfWKV7yi+sUvfrHTus5QQAEFFNhsAQP4zT7/Hr0CCqy9QPsPkKD1YQ97WHWBC1ygeuITn1gdf/zxPZVmmvl77rln9YQnPKEnSDvppJOqO97xjtWlL33p6r/+67+qH/3oR911CZI+97nPVf/4j/9Y7b333tUHPvCB7rJJRur67bPPPjvt489//nP1hS98oXroQx9anetc56oe8IAHjHWzoN/+f/CDH1TXuc51Otsoj6M+fgLLn/70p/1WrbiBcbWrXa26xCUuUT3taU+rCLCpW12Y4PTjH/949S//8i+det7//vevfvnLX9aLxx6eeOKJ1W1uc5vODYJ++6nryrnajgXm3MjA9BrXuEb1zGc+s+JcchxlZTnG73znO9WRRx5Z3fjGN+4c26tf/erqT3/6U1ls6DhlWYfr7w53uEP17ne/u+cc/vjHP+6cd84/1yl1G7rBIQtZtz4u6vva1762+slPftKzxs9//vPq/e9/f3X3u9+9IpjHcZpz1bNRJxRQQAEF1kbAAH5tTqUHooACCsxBYM6b5AkjAeFhhx021p4e/ehHd4I5njZ/97vf7QS8PDUdtTKBLwHw+973vlFFe5YTcBHsjls/grN99923Ihjv2dCICYI2niJ/6lOfGljy9re/fSdALQsQfPJU/bKXvWz1yU9+slw0dPx5z3tedZnLXKY67rjjhpYrF1L2qle9avXmN7+5nD1wHItb3OIWFTdZBhbqswC7+kbGpIEr5e9yl7tU97vf/Xpu9PTZTWcWNwTuec97VqzDup2ZQ/5wHXA9/O53vxtSqv8ibn7gMUlAzg0KHLk585WvfKX/hp2rgAIKKLBRAgbwG3W6PVgFFFBgsQLD9kZw/C95Ivyud72rW+wMZzhDdatb3aq6173u1Rnusssu3WX1yL/92791nqYfdNBB1Ze+9KV6ducJ/v77799Z98pXvnJ3fj3CE3ma4nPToJ43bEhwTMD24he/uKcY26Z+7Iuntj0LM0EQTjA+7n6ySkVAzVNXxsn1PrDAZLfddqtud7vbsaibuYlB030MCfS6CzLCOgR91JNM4H260/X+L59XEq573etWn/jEJ7LG8MTNEp5Os06zJK0f7nGPe1RkxsvlH/zgBzvnkRso5fxB45hhh2GzzLnPfe7OtjgeMja77757s1hnmtYYvKbQmRjwh+vhQQ96UMUrFs0ieHO87Of6179+hWddhuvhyU9+coV/PW/UED9uSpTnuF6Ha5xjYV/skyb19bJ6+NWvfrVzs6qfS13GoQIKKKDAZgj0/t98M47Zo1RAAQUUaIEATYdprkxVznKWs1Qvf/nLO02XjzrqqOrwww+vjjrqqE7z4sc85jEU6ebf/OY31Q1veMNOM2Nm8p47gfwPf/jDTlNq1uVpNMHm3/3d31GkmwlWjznmmO70sBG29/znP79bZL/99qvYJttmHzTb5mnxZz/72Yrm1d2CGSFQe/jDH1798Y9/zNToxJNgSl3oQhfqBNT1PrBg2Uc/+tGd9vGmN72pesQjHsFq3Xy2s52t8+406/DuOPUk03yeJ8xPetKTqjKQP/nkk6sDDjhgaIsB3lcnuPzGN77R3Q8jtccXv/jFiqCWzDhGLKMMmWb1nDPGR+UXvOAF3fNal73lLW9Zfetb36poyo4Hx0NmnKf7dXBbl2dIcE0ZbhIx3S+p8jIgAAAQAElEQVTTfP2FL3xhzyKa7L/zne+suOHAcrZBqw08uT65Tlnh7W9/ezVs25Sp8yA/rpmPfexj1a9+9avOtc6+2Of//u//dm5MXeUqV6k30RlSJ5rVc811ZvhHAQUUUGAjBQzgN/K0e9AKKKBAewR42smT2rvd7W49Tzqp4ZnPfOaKQJj3hZmuMwEa4zwdPfroo6tLXepSTPbkPfbYo3rZy15WXeQiF+nOZ713vOMd3elxRx772MdWBFd77LFHzypbW1sVNxAIxHiaXS58yUteMlGzdoJDXgdoBm48/eXJ9l/91V91N0+QjEv55J2O6z796U9Xd73rXXdyZEWe9BLwc9NktzzRZx6ZAJgn1tgw3cwEyu9973t7Zg/yoBBGWFGG6XEzgesRRxzRU5zXBt7whjdUdFTXs6CY4L1/WnHc9ra3LeZWnXfm6UCvZ+aOCW4GPOUpT9kxdeoAP27u8KoFHQCeOvfUv5wDrk+u09Lu1KXD/9IZXdOP1hTcYLnmNa/Z6cCuuQWuZ66phzzkIT2LOFe0Chl0rnoKO6GAAgoosJYCBvBreVo9KAUUUGB8AZ5wbm2d1rP31tb046OaLfer1eMf//iKJt79ljGPIJ4nj4yXmaelvP999rOfvZzdM07ndTe72c165vFEeKx3mHesdeCBB1aPfOQj+wbFO4p0OhsjYC9vFvz+97+vXvnKV1bjBluchytd6Ur1JocO3/KWt3Q6qqsLEVQSKNILfD1v0JAeznmvulz+0pe+tKIzuHIe4zRpp3k/43W++c1v3umBnqC2ntccsgwzAvDmskHTdAZY9vTOMdH6gm0NWqeezzXCqwTlTQ7qPuiXAejQkFYb9fr8YgEtCEb5cZ3SSmBra6tedeiQOjRvSnCDhm0Mu27ZKMdNU/2mIdcUnRZSxqyAAgoosHkCBvCbd849YgUUUKA1AvzsWzPA7le5ffbZp+IJdbmMQJInleW8fuM8vS7n0xx63KbtBJE8BSWYKrfRb5ybBfe+9727ixj57//+756e8Zk3KHM8ZQA6qBxBIcF6uZxO2wgMy3nDxulMjXfk6zK8LsDPmtXT9ZCgmqf69TSB7qGHHloRMNfzBg0xIwDHcFCZcj7vuHMc1ItxXpPgvJdlho1f9KIX7fSDUJehiTsdx9XT9ZBzz1P9epohHSnS2z3jozI3Wm50oxuNKtZZzqsQvLbRmcifra2t6nGPe1x1znOeM1OjUz9DmtJzXY1e2xIKKKCAAusoYAC/jmfVY1JAAQVWRODyl798df7zn39kbemsjPe7y4I8Sd7aGv0ktF9Hc+V2ho3TnHqSIJLgjp/+qrf5ve99rxqn93AC4r/5m7+pV2M4MPMTcQTWdQFubNz61rfu2xS7LtMc8vSX1w/K+TTzJrgt5/E+eDmPIJce78syw8axa+5nUHmuhec85zkVTctp4v66172uGueGxqDtDZpPU/1mZ3Dj3jxhm5yrfi1CWNbMNLkvW2DQwoIbFM1yw6b7GX74wx+uJmlFMmz7LlNAAQUUWC0BA/jVOl/WVgEFFFgrAd4fP9OZzjTymAiaePpbF9za2qrOe97z1pNzG04S2FEJ3v8uWwUQvH3+859n0dDME2fWHVpox0Legy47hTvf+c5X7bzujsJDBgST5WJuNJx88sndWQSIxx13XHeakWtd61rVrrvuyuhYmQCc97zHKrygQt/+9rcrWhzUu+OGy9/+7d/Wk2MN+Qm+s571rEPL0tKDzgPLQtwA4WZUOW/UOIa0RijL0VkgPz1YznNcAQUUUGAzBAzgN+M8e5QKKKDAQIG3vvWtnfe0CTa3m2maPXBHfRY0n6r3KdJ3FgH9pIFQ3w0Nmck+xn0qXm+GoK58D575n/vc5xgMzfx02Dg3MthI8/1nepenQzua70+SeQ+b7dWZHt3ZVmc6f+g9vflefDPoT7GR6ZKXvOTIMtMW4KfgeJed3vXpRJAWD6O2xdP9slUBTfwJ4ketVy7npgk3Xcp5zXGa8Dc70Wu+ztFcZ9A06xHI18tpRv+jH/2onnSogAIKKLBBAgbwG3SyPVQFFFCgbQLTPDle1DEQ1I3TvL9Zn+Yx8SS2DBib5Zmmh3jed2Z8VG7+jBjB3BFHHFHxk2iTZJrMl/sieC+f6vIEnvftyzLj1rFch5sTNPMv500yzk0lOqPjXfLXvOY11cEHH1zx+gTnh1YZPA2nw7yyA7xh22/+HB4/3Yf/sHWayyjPes355TQ3F7gJUs6b9nUObiZxrOW2HFdAAQUU2EwBA/jNPO8etQIKKNAKgWmfwC+i8vyUGHnSfTWPiQCbYHjS7Sy7PO+KlwE9Qfi0AeiEx1IR/PKLBte+9rU778HziwO8O37nO9+5evrTn169//3vr8q6Tbr9VS/PKxQ+gV/1s2j9FVBAgekEDOCnc3MtBRRQQAEFFJixAE/b+Yk3mt3TISC/hV7+1v2w3XFz4XSn42vNsFLrsYzm9PN+hWQ9pDwKBRRQYP0ENuP/dOt33jwiBRRQQIGWCpQdpFHFvfbaa6KO31hnkrz//vvPpA8DmvqX77jTSWAZJM77qS/B+3/8x39UdNh2/PHHDyXg1YZb3epW1VOf+tSKjuJ435ye5ZuvLwzdyKCFKzCf5vQ0q1+BqlpFBRRQQIEZCxjAzxjUzSmggAIKrIcATbTp8GySoyEI5X3tch1+sq2c3u548z10bhgQfG93u8312c9f//Vf98ymaXvPjDEmMCT4H1WUd9wPOeSQqvnEnV8qILDnp/N+9atfdW5W0Hz8qKOO6rwPf9WrXrUatwNA6lD+SgDT9ErPdhkfN+MwyLzeBn7NHvupd718kiHXIjcp6nV4tYOn8PW0QwUUUECBzREwgN+cc+2RKqCAAgpMIEAHZD/5yU8mWKOq+Bm2r3/96z3r0IN4z4xtTjQDUH4Xnv1uc7M7rU7weeELX7hn/qc//eme6XEmxukZnk7+nvWsZ1VloE8AzG/Bf+Yzn6n+6Z/+qaKzOuo0zj6HlaEH+fLpNX0UTBpYE1A3OxNs7pO67r333j2zP/nJT/ZM95noO+vzn/9858ZFvZAe8DmOetqhAgoooMDmCBjAb8659kgVUEABBSYQ4Gn6Rz/60QnWqKpvfetbVfkzb3T8duUrX3mibYwqfLnLXa7a2trqFiNA5ul0d8aYI8973vM6Tfv32Wef6oADDqiYLp/y0tM6HceVmyOAL8uUy/qNE5g3e7vvV45jOProo3sW8TT+dre7Xc+x9hRoTBBQj3PDZc8996xogl+vzk0Dmt/X0+MM+R32E088cWhRWgXQeqAsxE8KEvyX80aNY/g///M/PcU4Z/1bdvQUc0IBBRRQYA0FDODX8KR6SAoooIACsxF417veVTV/Sm3Yluk5nYCwLnPZy162utjFLlZPzmTINi9xiUt0t8WNhpe85CWdntu7M0eM0Mz/ZS97WUUzcH5+jfF3vvOdOwXL/Lb61tZpNws++MEPVscdd9yIrZ+2+Dvf+U7VDD5PW3raGE/AeRJez9na2qr+/u//fqf61Mv7Det34fstK+fxs3bXuc51ylnVq1/96ooWFz0zB0wQUFN+wOKe2U0/boBg2FNoxARBP+emLEb9uUFQzpvJuBtRQAEFFGi9gAF860+RFVRAAQUUWJYAQeG4wdqXvvSline1y7re7W53q2b9pJQA9MY3vnG5m+qNb3xj9da3vrVn3rCJI444omo2577NbW6z07vkV7nKVSreMa+39fvf/7565jOfOdbNAgLdZzzjGdUJJ5xQrz5wyM/s/elPf+ou56YE75l3Z4wY4TWCJz3pSSNKnbp4a2uruuMd79hzc+BDH/pQddRRR51aYMTfY445pnrTm940otSpi5t+HNdTnvKUihsop5YY/hcDOuorbwrttttu1c1udrPhKy5pqbtVQAEFFJi/gAH8/I3dgwIKKKDACgs84hGPqN73vvcNPQKabx944IFV+RSZJ+/0lD50xSkWbm1tVfe6170qfhu9Xp2O3+55z3uOrCfleSL+hCc8gdFu5j39W9ziFt3peoSbD/e73/3qyc7w9a9/fXXYYYdVZcDdWVD8IVB9wQteUB1++OHF3MGjvNPNO+NlCd5/J4At5/UbJ3i/9a1v3fdGwaD1ebrfDILvf//7j/RjXwcddFDFjYx+dWnOw+/AXBflfG6ccGNnVMsO6s61h3e5/p3udKeKJvTlvDUZ9zAUUEABBcYQMIAfA8kiCiiggAKbK0AHcTe96U2rpz3taVXz/W8C1Q984APVNa95zar5HvVjH/vY6kIXutBc4Ai4H/7wh/dsm3ryZP7f/u3fql/+8pc9y5ig7hzDvvvuW1GWeeTTne50FevwZJ/pZr71rW/d+Wm3cv6hhx5a3f3ud+8bNPN0+Z//+Z8rAmJuLJTrDRqns7dm53y0EnjgAx/Y91jYDvt53OMeV7EerR+Y18zf+MY3mrM603Ri9+hHP7riaXZnRv5gMug8c7OC1ymucY1rVIO2mU30TQTr/DReuZBt8ZN9XDtcQ+Uyxnmt4QY3uEFFCwam63zxi1+84rzbA30tUg4dV0ABBTZD4HSbcZgepQIKKKDAIIFb3vKWnebEW1tbMxvS7HfQ/lZp/tbWVqe6PA2lUzWeqBJY3fve9+40wz7HOc5RXf/616++//3vd8rVf3hCTjPtenoewwc84AGdJ/HltgmY//Vf/7XTbJ9e23laTF2vd73rdTqs4xg4lnKdhz70odWwlgI8GafZfPnEn/V5teACF7hAp3d49kNmn5R7/vOfT5FO3to61bAzMeAPrs0n/RRlO7vvvntFx31sn2PB9YIXvGCnBQI3Serjodf6vfbai9W6mcC7O9EY4dWAF73oRRU3MOpFbAsj6lOfZ25gMP0P//APPS0s6nVGDfF74QtfWBF8l2WPP/74zrVz1rOetWIf9bGd97zn7Txh//CHP1wW79xseMUrXlE1j7GnkBPTC7imAgoosCICBvArcqKspgIKKKDA4gUIXHnaXe+ZAO/9739/RUBGE2+e2tbL6uFDHvKQzrvwBJT1vHkM2T7v3LO/ftvnqTSd21FXOk4juG+WY12a0496oosBHakRnDe3Ue+HfTFeLqcX+YMPPricNXCcwPy+973vTsupN73ss32OBXc6vSsLXvSiF60+9rGPVdzUKOdTn35PuOsyvPf/4he/uCeIZ1l5nt/ylrd0Ovtjfp3vfOc7V80e+utl/YYE3Txt5wl+czkdCbKP+th+/OMfN4tUHB/nkJsOOy10RisErIQCCiiwKAED+EVJux8FFFBAgZUTuMhFLlLxJPT2t7/9yLoTZBHcP/3pT68IrkeuMIMC7If9sd999tln7C1OU1d+Du+zn/1std9++421n8c//vHVq171qoon6OUK3CzY2tr5qTzH8pznPKfzqgLj5TqDxs92trNVrEOAT4dxPKnf2jpt2wT1zWC/3NbW1lZ14IEHVvX65bJ+pmr8MwAAEABJREFU49Tr2c9+dkXLgEl7gd9jjz0qzhOvMdCEv9/2m/PYH470RH+FK1yhudjp9RHwSBRQQIGxBQzgx6ayoAIKKKDAJgrQTP61r31tdeyxx3aaze+yyy5dBoJTnhy/973vrXhvmabqW1unBZDdgnMc2draqtjvF7/4xerzn/985yk0PzNH8Ffvlmbie++9d3Wf+9yncxzT1pUglB7vebLN025uBNT7YMj0Ix/5yIqg+VGPelTfGxk0fy8NWa/O1PlhD3tY5936Zz3rWZ2n3M2ye+65Z3XAAQdU7373uztN2nnXvg6Imz+x993vfrfiyXW9/UFD3qOnd3kCfs4nnerVZbFju3TcR4/6HPfpT3/6evFEQ+rJ8f3kJz+paElw29vetir3xcaYZj7Lf/7zn1c4Ng0oZ1bgNAHHFFBgkwQM4DfpbHusCiiw8QJ0nEWTXZoVzzPzHnETm3eBjz766Krcb7+ez5vrMX3+85+/Ihir1+UYOBaWjcrso16PIXWgLqPWK5dvbW11gsnXvOY11SmnnNI9hpNOOqliHu9LTxLUzaJOZf0YZ/8Emjwh/upXv9rpKZ3jJfMu+Le//e2KnuFp+k1Z1pkmb21tdTqOYz/0ys7268w0TfI5X/W2mx3qEaTXywYNz3nOc1Z0YMdNk9Kb/XAdHHHEEdWNbnSjnW4Q8P74V77yle75oTydyA3aTzkfEzoj5HzSjJ11ydhxY4TXDagX63D9HF1cy9SpPGbKDMsE5LTqeMMb3lCV+2J/TDOf5ZQbth2XKTATATeigAIrJWAAv1Kny8oqoIACCiiwOgIEpN/5znd6KtzszK1noRMKKLByAlZYAQUWK2AAv1hv96aAAgoooMDKCLztbW+reIWA969pfk9na3/84x/Hrj9Pkz/zmc/0lOc99Z4ZTiigwCYLeOwKKDChgAH8hGAWV0ABBRRQYFME+Jm4//u//6voRO3www+v6CX+e9/73tiHT98ANOevVzjf+c5X8X5+Pe1QAQUU2J6AayuweQIG8Jt3zj1iBRRQQAEFxhIg4KZTtbrwiSeeWNGhH03j63mDhp/4xCcqOpgrl++7774VndCV8xxXQAEFlibgjhVYQQED+BU8aVZZAQUUUECBRQjQKRwd9JX7OvTQQzs93f/sZz8rZ3fH//CHP1SvfOUrqxve8IbVySef3J2/2267VQcffHDFz8h1ZzqigAIKrLCAVVdgGQIG8MtQd58KKKCAAgqsgADB9oMe9KDqXOc6V09tn/e853XmXexiF+v8pNu9733v6qCDDqp4v/1MZzpTRc/vZe/z/BTbk570pOqKV7xiz3acUEABBTZYwENXYCoBA/ip2FxJAQUUUECBzRC49KUvXb361a+ueILePOLjjz++etnLXla98IUvrF7ykpdUX/jCF6o///nPPcX42biXvvSlnffnexY4oYACCiiwDQFX3VQBA/hNPfMetwIKKKCAAmMK0Iye4Hy//fYbc41Ti1396levjjvuuGr//fevtra2Tp3pXwUUUECB5QtYg5UVMIBf2VNnxRVQQAEFFFicwB577FG96U1vquiF/rDDDquudrWrVbvvvntPBXbZZZfOfJZT7phjjqkudalL9ZRxQgEFFFBg9QU8guUJGMAvz949K6CAAgq0SGDXXXetjj766Ioe1ut8i1vcokU1bEdVLnShC1UPechDqmOPPbY66aSTerxOOeWUznyWU64dNbYWCiiggAItE7A62xAwgN8GnqsqoIACCiiggAIKKKCAAgosUmCz92UAv9nn36NXQAEFFFBAAQUUUEABBTZHYMWP1AB+xU+g1VdAAQUUUEABBRRQQAEFFFiMwLL3YgC/7DPg/hVQQAEFFFBAAQUUUEABBTZBYNvHaAC/bUI3oIACCiiggAIKKKCAAgoooMC8BarKAH7+xu5BAQUUUEABBRRQQAEFFFBAgW0LbCuA3/be3YACCiiggAIKKKCAAgoooIACCowlsMwAfqwKWkgBBRRQQAEFFFBAAQUUUEABBVa6Cb2nTwEFFFBAAQUUUEABBRRQQIHNEdjcJ/Cbc449UgUUUEABBRRQQAEFFFBAgTUQMICf8iS6mgIKKKCAAgoooIACCiiggAKLFDCAX6T2aftyTAEFFFBAAQUUUEABBRRQQIGJBAzgJ+JqS2HroYACCiiggAIKKKCAAgoosGkCBvCbdsY5XrMCCiiggAIKKKCAAgoooMDKCRjAr9wpW36FrYECCiiggAIKKKCAAgoooMDiBQzgF2++6Xv0+BVQQAEFFFBAAQUUUEABBaYQMICfAs1VlingvhVQQAEFFFBAAQUUUECBzRQwgN/M8765R+2RK6CAAgoooIACCiiggAIrKmAAv6InzmovR8C9KqCAAgoooIACCiiggALLEli5AH5ra6va2jJvbWmwtbVyBl67njOvAa8BrwGvAa8BrwGvAa8Br4ElXgPLCrxntd+VC+BndeBuR4HVE7DGCiiggAIKKKCAAgoosMkCBvCbfPY99s0S8GgVUEABBRRQQAEFFFBgpQUM4Ff69Fl5BRYn4J4UUEABBRRQQAEFFFBguQKrGMBvhcxcVRposErXgHX1evUa8BrwGvAa8BrwGvAa8BpowzVQrfJ/qxjAr7K3dVdAgakEXEkBBRRQQAEFFFBAAQUM4L0GFFBg/QU8QgUUUEABBRRQQAEF1kDAAH4NTqKHoIAC8xVw6woooIACCiiggAIKtEHAAL4NZ8E6KKDAOgt4bAoooIACCiiggAIKzETAAH4mjG5EAQUUmJeA21VAAQUUUEABBRRQ4FQBA/hTHfyrgAIKrKeAR6WAAgoooIACCiiwNgIG8GtzKj0QBRRQYPYCblEBBRRQQAEFFFCgPQIG8O05F9ZEAQUUWDcBj0cBBRRQQAEFFFBghgIG8DPEdFMKKKCAArMUcFsKKKCAAgoooIACpYABfKnhuAIKKKDA+gh4JAoooIACCiigwJoJGMCv2Qn1cBRQQAEFZiPgVhRQQAEFFFBAgbYJGMC37YxYHwUUUECBdRDwGBRQQAEFFFBAgZkLGMDPnNQNKqCAAgoosF0B11dAAQUUUEABBXYWMIDf2cQ5CiiggAIKrLaAtVdAAQUUUECBtRQwgF/L0+pBKaCAAgooML2AayqggAIKKKBAOwUM4Nt5XqyVAgoooIACqypgvRVQQAEFFFBgTgIG8HOCdbMKKKCAAgooMI2A6yiggAIKKKDAIAED+EEyzldAAQUUUECB1ROwxgoooIACCqyxgAH8Gp9cD00BBRRQQAEFJhOwtAIKKKCAAm0WMIBv89mxbgoooIACCiiwSgLWVQEFFFBAgbkKGMDPldeNK6CAAgoooIAC4wpYTgEFFFBAgeECBvDDfVyqgAIKKKCAAgqshoC1VEABBRRYewED+LU/xR6gAgoooIACCigwWsASCiiggALtFzCAb/85soYKKKCAAgoooEDbBayfAgoooMACBAzgF4DsLhRQQAEFFFBAAQWGCbhMAQUUUGAcAQP4cZQso4ACCiiggAIKKNBeAWumgAIKbIiAAfyGnGgPUwEFFFBAAQUUUKC/gHMVUECBVREwgF+VM2U9FVBAAQUUUEABBdooYJ0UUECBhQkYwC+M2h0poIACCiiggAIKKNAUcFoBBRQYX8AAfnwrSyqggAIKKKCAAgoo0C4Ba6OAAhslYAC/Uafbg1VAAQUUUEABBRRQ4DQBxxRQYLUEDOBX63xZWwUUUEABBRRQQAEF2iJgPRRQYMECBvALBnd3CiiggAIKKKCAAgoogIBZAQUmFTCAn1TM8goooIACCiiggAIKKLB8AWugwAYKGMBv4En3kBVQQAEFFFBAAQUU2HQBj1+BVRQwgF/Fs2adFVBAAQUUUEABBRRQYJkC7luBpQgYwC+F3Z0qoIACCiiggAIKKKDA5gp45ApMJ2AAP52baymggAIKKKCAAgoooIACyxFwrxsrYAC/safeA1dAAQUUUEABBRRQQIFNFPCYV1fAAH51z501V0ABBRRQQAEFFFBAAQUWLeD+lihgAL9EfHetgAIKKKCAAgoooIACCmyWgEe7HQED+O3oua4CCiiggAIKKKCAAgoooMDiBDZ8TwbwG34BePgKKKCAAgoooIACCiigwKYIrPpxGsC35wwekqr8pci3yHidzpARpt+V4UnJdbnfZ/y45IcknzN5O4n1D8oGjk0+JbneB8PvZvqI5GslU5cMxkrnTynWZRvkozO9a3KdLpGRFyT/MJnl5D9l/PPJw47p9Fl+zeTXJJce1PsjmYfVJPXMKj1pkAV1+0ZKPjv5UslbySYFFFBAAQUUUEABBRTYDIGlH6UB/NJPwcgK/H1KfCX5rck3Tt49uU4EqZfPxGHJP01+evKZkydJe6TwS5NZ/0UZXi15l+Qy7ZmJA5I/mkywfecMCaIzmCqdI2u9LvmryfdJvkBynbgmL5sJjumEDPdPLgPlvTNNkP6xDO+YXHpQ72tnHlbcBLhkxidJZ0vh5yYPsqBuF8vyByR/KfnjyQTyGZgUUEABBRRQQAEFFFBAgWEC219GQLL9rbiFeQgQtN4vG/5A8kWTx0kPTaE3JZ89eZx0vRT6bPKByeOmc6fgq5IJ9gmYMzpRIgD/cNa4ffKoxA0Kbi7cZkfBK2f4yeRrJI9K+6QAduMG8VdJ+S8mY57BWIl1vpCSrMP5yqhJAQUUUEABBRRQQAEFFJiDQDZpAB+Elqa7pF401S7PEc3RX5b5L0x+f/IfkpvpJplx3+RR6bYp8N7kcyU30zj7Ieh/Q1Yc92ZBilbsi6b4l2ZiRz45Q57GDzomjv8pKfN3ydw4YBsZ7aSv5e9LdmTGM9qTzpepxyT/VfKwdNUsfE/yhZKb6fjMqM3fkvFfJ5eJ+vHU/mGZaRAfBJMCCiiggAIKKKCAAgrMR4DgY9otu958BWgeXp+fN2dXF0nm6TVN2e+d8RskEzw/NsNmIrg+b3NmMX3FjPMEvd5+Jjvp1flLc/bmfmiWzw2FX2Z5mbhZQHA9KkCu1yFwv9KOie9neKNkAnKOtT4mpgnUs6ibaLb+oUxdPJlEE3mCbZ6y894+mXFeJ/gWBYpMHVlWzOoZ3StTr0jeLblMz8sEdWHftfmtMw9z6k39M9lNT84Y795nYFJAAQUUUEABBRRQQAEFZi/QDOBmv4eBW3TBmAKHphzNzb+dYTP9NjMen0wHeBl0EwEr77J3ZxQjBOOPy3QZsP450/dPvmsy751n0JPovI3gngD8Uz1LqorA+7qNeaMm6QiOJ+q0AGDbZXluEjw4M3g/PoNuqp9u86T+dpn7g+Rm4r13bjT8pljAcdL5XjGrO8qNh0dnqr4xkNEKiztlhPfcf5ZhM1Ff6s1Te97Fr5fzWXpUJugALwOTAgoooIACCiiggAIKKDBbAYKO2W5xUVvbjP38dw7zWckEjRn0TfTcfmSWNAPey2Rev3SFzOQJcgbd9FBTVBoAABAASURBVKSM/Ucy28pgYCJopgO7MsjnGiLY5cbAwBWLBeyD8jTTL2b3jP5vpniXP4OeRMdxBMn9Xh2oC34uI/R2n0E3ceOhO1GMcKODVwmKWdUjMkGTfuqZ0YHpxCy5R3JpwTvxN8w8kwIKKKCAAgoooIACCigwcwGCr5lvdBU2uCJ15GkzT9lHVZcnxQS3ZTl+oq2crscJwM9YT2RI4E9z8VEBa4p20jfzl4A/g26iM7xxe2P/RNY6JnlU4ufsmmVenhk/Th6WfpeFvLeeQTfR7L07UYzwJJ8n9PUsOsh7cSYmsTg85ct090ycKdmkgAIKKKCAAgoooIACCsxUwAB+Os5FrMUTXnpFH2dff0yhfp24ZXZP4ifXmj2486SbJ949BUdMvCPLqV8GnXSW/KWH+AxGJgL4X4wsVVU/TxmOK4NOYpyfjutMjPjDT92NKFLtmgL7JpfpjZngZkgGY6f3pSR1y6CT/jZ/6UcgA5MCCiiggAIKKKCAAgooMDsBA/jZWU6wpbGK8qT7J2OVPLUQ746fOjb4755ZVD6Z50nzBzNv0vSjrPCZ5DJds5wYMv7xIcvKRbQ8+H0xg+ObNLguVt9p9DyZU1pksuIdeoaT5O+kcHkDhM4D6XAws00KKKCAAgoooIACCiigwOwEDOBnZznrLf1fNkiHahk00vST586qPHnOoJN4yj3O0+pO4eIPzdSPK6YZpTf3ctvM65cJxPvNHzXvlBTgJ+cymEniKTm9zNcb42YGHfLRJH6S/NRsANcMOonO9gjiOxP+UUABBRRQQAEFFFBAAQVmJWAA3yt5SCYJ5CbJrJPVZp4IrJu/Ob7dndDR3Faxke0ExdME4jQ156ZBUYWljfI6Ab3Q1xUg8OZn4u6VGZNker0v+xTI6tUe/DEroIACCiiggAIKKKCAArMUMICfpeZmbGvQUV44C86aPCzRJJ6m8cPKuEwBBRRQQAEFFFBAAQUUUKCPgAF8HxRnTSVA7/A0rR+xsosVUEABBRRQQAEFFFBAAQWmETCAn0bNdfoJ0Nx/2O+z91tn8nnzW+N72TTvxdOUfruZ9+KzOZMCCiiggAIKKKCAAgooMDsBA/heSwKvSYM31undSnunaL7O+/11Del0rvwd9Hr+OMMLNgrxfnu57cbidkwWtaC+xWTFO/H0TF/Oc1wBBRRQQAEFFFBAAQUUaI2AAXxrTsVCKkLHeGUncufIXvdOnjTtkhUulVwmfk6Np/DlvDaP81N4vyoqyPv79KRfzNpp1BkKKKCAAgoooIACCiigwNIEDOCXRr+UHZ+YvX4ruUzXLifGHOdn0i7dKPvJxnTbJ7mZ8f1GJW+UaVpgZDB2ukxKnpD8g+Sjkp+WzO/tZ9BMTiuggAIKKKCAAgoooIAC0wsYwE9vt4pr8vT9mEbF75DpCyVPkm6fwudLrtNvMvKp5FVKP0tlP5hcpttk4qLJ4yaC/TumMBa8UnCrjB+UTAuFDGac3JwCCiiggAIKKKCAAgpstIAB/Oad/lfnkPk5tww66WL5e+9kgtEMRibKP7BR6iOZ/nLyKiXe139LKvzn5DqdPyMHJ58heZx0hRS6X3KZPpyJbye3LlkhBRRQQAEFFFBAAQUUWG0BA/jVPn/T1P64rPSe5DI9KhMPTh4VxO+RMtwAINDNaCcRAP9nxuggL4OVSh9Nbd+RXKZ7ZeKRyaOCePoPeEbKlZ0A1hbr+HN6OVSTAgoooIACCiiggAIKLFPAAH6Z+svZN4H2Y7Lrk5PLdFgm3phMkJ5BTzp9pmhe/tkMr5xcphdn4p3Jq5gGWTw2B8P77JfIsJm4yXG9zPxE8nWTy4TF0eUMx2sBhwoooIACCiiggAIKKLBdAQP47Qqu5voE4vdM1XlinEE37ZcxOnajR/kjM3548vuSCXQJ7s+V8TK9PxMPS/5D8qqmQRY3zQF9Nfl/k1+bjAXDkzLOcTfflSegJ/BfZYscWkuT1VJAAQUUUEABBRRQQIHKAH5zLwIC8pvn8H+Z3Ez8nNr+mUlz8utn2K85OcHsbbPsF8mrnrC4ZQ6Czvgy6En8Njwd/WHBsGwyXxekAz8s6I2+nuewRQJWRQEFFFBAAQUUUECBdRAwgF+Hszj9MdD0nZ+De/0Emzg+ZQn875zhOgTvOYxOenv+0mR+Egueth+S9a6TzM/IZWBaQwEPSQEFFFBAAQUUUECBVggYwLfiNCy1EgSePFneM7V4aPLHk3+dXCea2X8zE89JvnoyQS7BLr24Z3KtUm3Bz8L9S44MC356L6Pd9JOMvTsZs90zfFoyrxhkYFKgn4DzFFBAAQUUUEABBRSYjYAB/GwcZ7GVp2YjdJBW5wMyPUna7vq8+06v6gTpu2bHdT3owO7imean4who/5TxcRNNymmOX29rl6z46eRxEuUoX6/LdtjeOOtu14L33p+dHWFBb/N1HRjSpP4mWcaT+vJGR2aZFJiDgJtUQAEFFFBAAQUUUGCHgAH8DggHCiigwDoKeEwKKKCAAgoooIAC6yNgAL8+59IjUUABBWYt4PYUUEABBRRQQAEFWiRgAN+ik2FVFFBAgfUS8GgUUEABBRRQQAEFZilgAD9LTbelgAIKKDA7AbekgAIKKKCAAgoo0CNgAN/D4YQCCiigwLoIeBwKKKCAAgoooMC6CRjAr9sZ9XgUUEABBWYh4DYUUEABBRRQQIHWCRjAt+6UWCEFFFBAgdUX8AgUUEABBRRQQIHZCxjAz97ULSqggAIKKLA9AddWQAEFFFBAAQX6CBjA90FxlgIKKKCAAqssYN0VUEABBRRQYD0FDODX87x6VAoooIACCkwr4HoKKKCAAgoo0FIBA/iWnhirpYACCiigwGoKWGsFFFBAAQUUmJeAAfy8ZN2uAgoooIACCkwu4BoKKKCAAgooMFDAAH4gjQsUUEABBRRQYNUErK8CCiiggALrLGAAv85n12NTQAEFFFBAgUkELKuAAgoooECrBQzgW316rJwCCiiggAIKrI6ANVVAAQUUUGC+Agbw8/V16woooIACCiigwHgCllJAAQUUUGCEgAH8CCAXK6CAAgoooIACqyBgHRVQQAEF1l/AAH79z7FHqIACCiiggAIKjBJwuQIKKKDACggYwK/ASbKKCiiggAIKKKBAuwWsnQIKKKDAIgQM4Beh7D4UUEABBRRQQAEFBgu4RAEFFFBgLAED+LGYLKSAAgoooIACCijQVgHrpYACCmyKgAH8ppxpj1MBBRRQQAEFFFCgn4DzFFBAgZURMIBfmVNlRRVQQAEFFFBAAQXaJ2CNFFBAgcUJGMAvzto9KaCAAgoooIACCijQK+CUAgooMIGAAfwEWBZVQAEFFFBAAQUUUKBNAtZFAQU2S8AAfrPOt0ergAIKKKCAAgoooEAt4FABBVZMwAB+xU6Y1VVAAQUUUEABBRRQoB0C1kIBBRYtYAC/aHH3p4ACCiiggAIKKKCAAlWlgQIKTCxgAD8xmSsooIACCiiggAIKKKDAsgXcvwKbKGAAv4ln3WNWQAEFFFBAAQUUUGCzBTx6BVZSwAB+JU+blVZAAQUUUEABBRRQQIHlCbhnBZYjYAC/HHf3qoACCiiggAIKKKCAApsq4HErMKWAAfyUcK6mgAIKKKCAAgoooIACCixDwH1uroAB/Oaee49cAQUUUEABBRRQQAEFNk/AI15hAQP4FT55Vl0BBRRQQAEFFFBAAQUUWKyAe1umgAH8MvXdtwIKKKCAAgoooIACCiiwSQIe67YEDOC3xefKCiiggAIKKKCAAgoooIACixLY9P0YwG/6FeDxK6CAAgoooIACCiiggAKbIbDyR2kAv/Kn0ANQQAEFFFBAAQUUUEABBRSYv8Dy92AAv/xzYA0UUEABBRRQQAEFFFBAAQXWXWAGx2cAPwNEN6GAAgoooIACCiiggAIKKKDAPAXYtgE8CmYFFFBAAQUUUEABBRRQQAEFWi6wjQC+5Udm9RRQQAEFFFBAAQUUUEABBRRYI4HlBfBrhOihKKCAAgoooIACCiiggAIKKDBvgZUN4OcN4/YVUEABBRRQQAEFFFBAAQUUaJPApgbwbToH1kUBBRRQQAEFFFBAAQUUUECBkQIG8COJ+hVwngIKKKCAAgoooIACCiiggAKLFTCAX6z3qXvzrwIKKKCAAgoooIACCiiggAITChjATwjWhuLWQQEFFFBAAQUUUEABBRRQYPMEDOA375x7xAoooIACCiiggAIKKKCAAisoYAC/gidtuVV27woooIACCiiggAIKKKCAAssQMIBfhvom79NjV0ABBRRQQAEFFFBAAQUUmErAAH4qNldaloD7VUABBRRQQAEFFFBAAQU2VcAAflPP/GYet0etgAIKKKCAAgoooIACCqysgAH8yp46K754AfeogAIKKKCAAgoooIACCixPwAB+efbuedMEPF4FFFBAAQUUUEABBRRQYBsCBvDbwHNVBRYp4L4UUEABBRRQQAEFFFBgswUM4Df7/Hv0myPgkSqggAIKKKCAAgoooMCKCxjAr/gJtPoKLEbAvSiggAIKKKCAAgoooMCyBQzgl30G3L8CmyDgMSqggAIKKKCAAgoooMC2BQzgt03oBhRQYN4Cbl8BBRRQQAEFFFBAAQWqygDeq0ABBdZdwONTQAEFFFBAAQUUUGAtBAzg1+I0ehAKKDA/AbesgAIKKKCAAgoooEA7BAzg23EerIUCCqyrgMelgAIKKKCAAgoooMCMBAzgZwTpZhRQQIF5CLhNBRRQQAEFFFBAAQVqAQP4WsKhAgoosH4CHpECCiiggAIKKKDAGgkYwK/RyfRQFFBAgdkKuDUFFFBAAQUUUECBNgkYwLfpbFgXBRRQYJ0EPBYFFFBAAQUUUECBmQoYwM+U040psDECp8+RXin5icnHJZ+U/Jcin5Jx5v97hldPPkNym9MhqVxZ/6MzvWvyMhO+v04F6noxzrzM2ozkUSqggAIKKKCAAgr0ChjA93o4pYACwwXOmcVPTf5V8qeSD02+fPLuyWXaJRPMf1CGxyT/NPn+yWdONimwCAH3oYACCiiggAIKrJ2AAfzanVIPSIG5CBB4H5wtn5DMkOmMjp3OlpLPSf5C8lWSTQq0XMDqKaCAAgoooIAC7RMwgG/fObFGCrRN4Hyp0NuSefI+qCn8n7P8h8nfT2bIdEZ3ShfNnI8l3z55K9mkwHoKeFQKKKCAAgoooMAcBAzg54DqJhVYI4G9ciwfTr5+cjN9MjPukLxbMu/E75HhnskM/yrDCyY/Ovm3yWXiJsBrMuM2ySYFFOgj4CwFFFBAAQUUUKCfgAF8PxXnKaAAAmfPnxcnXzy5TDxlJ6C/Wma+PvkXyc1Ex2s/yswnJBPQvynDMvFvzwsy49LJJgUUmK2AW1NAAQUUUECBNRXgS/SaHpqHpYAC2xDgCfpTsj6Begbd9JGMXTX5A8kE6RmMTPRQf6eUemFymc6Viccm80Q+A5OOa8NWAAAQAElEQVQCCrRDwFoooIACCiigQFsFDODbemaslwLLFbhudn/v5DJ9LhN3ST4xedL0h6zwiGSa3WfQTbfN2L7JJgUUWBcBj0MBBRRQQAEF5iZgAD83WjeswMoK0MP8Q1L78t+H32T6Psk/SJ42/Swr8lS/fHLPPu6R+Tzxz8CkgAKbLuDxK6CAAgoooMBgAb48D17qkkUKHJKdEdjU+RaZrhNNjJl+V2bQHLku8/tMH5dMsHXODMdJ50+h7ybX22DItjNrrDTJ+s2yR2cPuybX6RIZ4T1oei2nHuQ/Zd7nk4cdEx2mXTNl6Ait9Dgl82jizfFglsmpEpYHZc1jk9km9SJTt29k3rOTL5U8SS/q1Ilt1JnznU1UBMv3z0hp8M1M8+74hTIclnDgPXQMm+eUelP/B2YD502eJF0hhXkCn0E3vTRjn0jebnp/NtDczt9l3qhjTZFumsf56W58xEjzmuZ8cm5HrNZdvN31uxsaY4TzznV8VMrSHwF1LTOfHa4RPmuT+HPtltupj5+fCuSXCn6e/bGcz8uoz3KKmhSYqYAbU0ABBRRQYK0FDODbf3r/PlX8SvJbk2+cvHtynQhSL5+Jw5J/mvz0ZALCDFqdzpHavS75q8k81b1AhnXimrxsJjimEzLcP7kMlPfONEE6P0V2x4yXHrtk+trJWBE4XDLjkyQCkOdmBSxflCHBMdvMaCdRt4tl7AHJX0r+eDKBfAZTJTp3o4f352Tt0oCfWntk5nHDhvfEM9qTCNzp/f1bmUsAhiG9v2eym6g39X9W5tDkHW/2l8mR6c4pccbkOv0xI9wsISjL6LYSHd69LFvghgPHfcOM75P87eRRadHnZ1R92rqca/I9qRznnev4VhnnxkEGPYnPDtcIn7XvZQkdDY57jaR4T+Kmzxcz5+BkfpUgg4rPS/1Z5pyfiZlmBdotYO0UUEABBRRotwBfsNpdw82tHUHr/XL4dBZGQJfRkemhKcGXcHoPz2grEwE4Qevtx6gdNyh48lv/3NiVsw7vUF8jw1GJoBC7cYP4q2SDBCCYZ3SsxDpfSEnW4XxldOxE8HRESnNMGfRN9PDOzYRyIYE5QdlrM7MZtGfWwIT3Z7P0esnDEvVq+tLKgxsWw9abZNl/pjDXAa0D3pdxWgtkMDRhvcjzM7QyLV3INci1yDXJjZFJq7lfVuAaGXZNpshO6SKZww2iYU/xX54yv0s2KbDeAh6dAgoooIACcxYwgJ8z8DY2T2dhNNUuzxFPLXmSRW/eNEWmY7DmLm6SGfdNbmPiaTJBa/nTYSenonz5H3RMHD/vTdPM+lUpyzYy6KSv5e9LdmTGM9qTzpepxySPer+aXtV5YtkvADk+69fmb8n4r5PLRP14av+wzCSAymCsRKBV9vD+qayFAfvgvOLyhswrEzdmWH5gOXPHOOtwTbAN6su1smNRd4AdT/XrGyLdBcUINwV4taGYVdF5Hc2iy3mLHF/G+Vnk8c1qX5zX5r8ZbJtrg3PIZ4XrgyFB/p9Z2MhcIzyRL191aRTZafKJmVP/1CDb/GCm2Q9Dpmlpw3hmmxRQYJiAyxRQQAEFFBglQPAxqozLlyNA8/D6/Lw5VeApF08tD8g4vYPfIEMCOn6GK6M9iQCP9197ZrZggsD9Sjvq8f0Mb5RMwMCx1sfENIF6FnUTzdY/lKk6SKCJPME2T9l5x5fMOK8T0Kw8RbuJGxos685ojOyV6Vck181+M9pJz8tf6sK+a/NbZx7m1Jv6Z7Kbnpyx+l3gjI5MPEmnENshQOUJMwbsg2W8CkDgQxkyNyG4kVEG/cznCT09ufPqBNcE26C+XCsYce1Qrs60anhxJq6Y3C8RwJ+1sYBWD41ZC5tc1vlZ2AHOaEeca66P+t8MNkvHg3fPCNcTTdz5nHB9MLxc5hOk/3OGBPgZdNN1Msb1l8FYie1TkJtQtBailQf7YchrD1yf/0sBswIKzFXAjSuggAIKbIBA+WVvAw53JQ/x0NSa5s/93hH+bZY9PplOpTLoJgJW3m3tzmjZCB3B8UT9vakXHV1l0E2/zNiDk8vgNZNV/XSbJ3u3y4x+vaHz3jstFwhcUqSTCMyv1Rnb+Q9B8aMzu74xkNGKJ4Z3ygjvudNrekZ7EvWl3gTdvItfL+Sz9KhM0MFaBmMl6sm5bQbIBFQ0Wefd83pDdCpHUFRPMyRgIhDntQnqxbwyY0TwRCd5HFe9DJPHZYKgP4OexPvT5Qzee6cVQjlvUePLPj+LOs5Z7If33LnZVG+LDi65ecXNKa6nen455N8PXmegHOXrZXzW+HzW0+MMuXHGtfydRmFarHy5Mc9JBRRopYCVUkABBRRYBQGCjlWo56bW8b9z4HRC1i84y6JOIsA6MmPNgPcymdfGRH0Jjvs18a7ry9M6gtJ6uh4S1BIkDwpIKEdTYXq7Z7zOPPmvx8shNzoIcMt5j8gETfqpZ0YHJjoI4+fP6GivLsRT9EnePaYlwafrlYcMCWTZV/l5Zb90NkeQPmTViuP4jxR4UnKZbpqJcZ6yEuQtq/n8ss9PiFYi0TncPzRqyo2ujzbmDZqkT4q3NRbSgoNAvjF74CTvuDeD94GFXaCAAmso4CEpoIACCixEoAwIFrJDdzKRAF/CCaBGrcSTYoLbslzzPeZy2TLH+QmxY8aoAL2rN4sRJPy4ObMxTUdZzSfGNHtvFOtM8iSfp9GdifzhSTjNywl6Mzky8XNvhzdK0WSZgKoxu+8kN2jKp+x9C2UmLQRotp/RbiIgZ//dGUNGOB5eCShv8vDZp7VCM0hrPoHn5tE4dRyy+6kXLfv8TF3xBa/IOXxn9smNJ56Ec8Nlkl8N4Pxy7WcT3XTBjNVN4zM6NLE+nREOLeRCBRRQYJiAyxRQQAEFxhPgS/x4JS21aAGe8NLr9jj75Qt0v07cxll30WUI4PkpsVH7JQjhuOpyjPPTcfX0sOEPhy3csYz3f/fdMV4P3pgRboZkMHYicKFu9Qp/m5HyJ+Ey2TdxY+brfZfsPJNt8tN79RKujXfUE2MO+7Vq4DWAUU3+OQ+jbpqMWYWJii37/ExU2SUX5lriBg19SfAOOtfKuE/fZ1F1ri2fvs9C0m0ooMC0Aq6ngAIKbIyAAXx7TzVPV38yQfV4d3yC4ksr+vEx90xQUr6Xy/FNGlwP29V5srDZSoF36DN7okTgQgBTr0TngXQ4WE8PGnJuRzV/r9fl/fd6nOFn8udHyZMmegLnaXy9Hs2k6SSunmbYvLlCR37j3JBg3VnmZZ+fWR7Lum+Lf6v41YR1P06PTwEF1lbAA1NAAQVWR8AAvr3n6v9StbLjsUyuRSIQn+ZATslKswwSCEoJTrPZTiKwpZM4msRPkp+atc+dXCeaMxPE19ODhjzVprn/oOX1fJrjn7+e2DHkFYFx1t1RvDugeXV5s+EsWYJDBt00TuuFbuE5jlCvZZ6fOR5aazZN6wt+OYHm9nSGOW3F+CWEaa7HaffnegoooEC7BKyNAgoosEABA/hebHpzJ5CbJLNO71ZmM0UgRQ/Os9laO7ZCU3OaZLehNrunEnQOl0EnEXjzE273ytQkmffIz5h1yrRHOTFgnHM7rDO+ejXq2HwXmWujXj7JsNmqod+6zVYBBPk8De9Xdp7zln1+5nlsi9w2N4BoZUGg/k/ZMR1e8isQ9G1A4E1HijS95+cFs3iqxLXMZ3uqlV1JAQUU2HQBj18BBRSYRMAAfhIty25XgCbxBJHb3Y7rz06g2Wkdvw7QDMb2nN3u3NICBC6UfTwjmdYWfN54zYNAnV8j2D/z+bk5/+0PhEkBBRRYAwEPQQEFNkzAL3EbdsI9XAUaAs0n7rxbz5PZshg/j1dOO95OgbOlWs9N/l7yg5PHbTlBSxB+ljCrmBRQQAEFNkvAo1VAgVUTMIBftTNmfeclQNDDe9c0pd9u5r34edVz1ttt9klAAE8neeV+Lp8JmrRnMJPEtj6ULb0h+W7JtXtGB6ZNPT8DQRoLeG3j/Zl3v+Rhiebun0uB/0y+QzI/F/fXGT472aSAAgoooMBkApZWQIGFCxjA95ITeE0avLFO71acWgWBZjNxgspxn1gu8vioJ0FXuU+CrnJ63PHdUpCfZ8ugm9h+dyIjdEb24QzLdIVMXDp5VmmfbOjqybdNfnky7/S/MMMyNevV1vNT1nlZ47y/Tid0V25UgObz/5V5N03mJgn9KXD+OZ//nHmvT+aGDX1+ZNSkgAIKKKDAYgXcmwIKTC5gAD+52aqvQXNZenSf9jgIcgmmpl2/LesRuPyqqMxZM05nXxm0KhFQ0+t8WSneW292bFcuHzTOz8ado1jI8eNQzOqMvj1/yx7/CfwOzDyGGWwrcYPsrtlCs+O/92VemagX9avnteX8tPHzQ+BOZ4q1FcP35A9P5e+b4TuTaSJPx3UZNSmggAIKKLAWAh6EAhspYAC/eaedgPAnjcPmCV5j1sBJnuQRTA0ssCILeOr7/UZdb5RpAswMxk6XSUmCI94lPyrjT0uedadvH882y8TT8HF+qq5ch/Fr86fIHD8OxazO6Ffz913JZbp7Jq6RvN3EzQd6PS+3w/4+WM7IOPWifhntpjacnzZ+fm4eofKGCNcjT9hPyvxxEtf85cYpaBkFFFBAAQXWR8AjUWA1BQzgV/O8zbrWNGked5v/MG7Blpf7WerXDBpvk3kXTR43EfgQjJ4vK9Cs/VYZHpQ8zdPxrDYw8U56GYyxv9sPLN1/AT2T885zufQTmcAhg55E83XekeZXA+oFBIj0bH7OesYUw7NnHd61PleGZToiE/SYnkE3Ua9VOT/L/PzQKuISXbVTRz6bATeUMhgr0armb8cqaSEFFFBAAQUUOFXAvwosScAAfknwS9wtTxCbvYxfJ/U5c/KoxM9P3W5UoRVZznu/b0ld/5xcp/Nn5ODkcVsk8C5xs9Mw3h//drYxy/SNbIwm0Rl00wMzxvnIYGTiRsO9U6osz/G/NvMYZrBTOiZzXpJcJnqj573pshl+uXzYOKZPT4HrJ5fpS5l4aXIzUa82np+2fX4I4JufXTqlO30TdMA01wbX8CQ3IQZsytkKKKCAAgooMK6A5RSYVsAAflq51V2Pp6ufbFT/hpmmo6sMBiaCtsOzlCA3g7VIH81RvCO5TPfKxCOTCTgzGJjw4Ik0HcPVhbgZwJNrgrx63iyGnDOCabZfb4/zQJP9Ue/tE6DRnPrQesUdQ9455/h3TO40YJ9PyVxuHmTQTdfNGE/ur5ch285gZOJdbN7DxrYszPFQrx+XM4tx6te284NLmz4/XGs0mS/YKl514NWOcl6/cYL8h2XBo5KbiWXjnt/muk4roIACCiigwHwF3PoGCxjAb+bJJ3j7TXHoXAcvyzQdYfHFPaPdxDQBPkEbwVt3wRqM0Ev3Y3IcZYdtmawemz8Ex82myZldEdQQvPbzeHEKHJ08j0Rzcm6glNvmXfjPZ8adkzlPGfQkgvxX4xDH5wAAEABJREFUZs5zkznHGXQSx0vQNqozw++mND/zRvmMdhOvGfCTZbybT1N+msZ3F+4Y4QYIPz93ZKbZTvPJe2ZXj8iftyUPSm09P237/FCf0vAsmaClBNcp12smexLXyjUzh1YWg35Fg34c6LE+xUwKKKCAAgoosF4CHs0qC5Rf6lf5OKz7ZAKfS/FXJ5eJL/0EezSvp2k1wSJB7C9SiObbBG0ZrXgi2/zJL+avauZ94Xum8jwNzqCbaJFA52q8m117MORddILX2qNegYCewJ9eyut5sxzy5Pfh2SD7zqCbzpaxVyUT7BLIcd4Imr+TefTkTnCf0W7iODle6tudOWSEclhwXTSL0aT+dZlJgM/NgO9lnMwTdd6fPy7T+yf3+3fmkMynBQNN5TM6MLXx/LTt8/Pe6DVbBdDnAdcKfQnwOea6IB+bslwrH8uQ85dBJ3GThXPWmcgfgnxyRk0KKKCAAgoooEAh4OhSBfp9sV5qhdz5QgQIBv81e/pUcjPRJJzOzmjuTKdsZYds30ph5jV/1iyzVzq9MbW/ZXLZKiGTnUQHX7UHQ3w6C4o/ON42082mzJk108TNFPbDjYTmhnnizVNuzhtBc7+m9b/MSvRYzvFmdOzEk9orpjQBYQZ9E9cJQSP53H1LnDqTGwH0Js/78OP+rBn1bdP5advnhyD9n8KLbQY9iZ985DPLdUG+WpZyrWTQTYdlbN/ksuM7XhGhBUdmmxRQQAEFFFBAgdkJuKXtCRjAb89vldfmyzoB3/PGPIg3p9y1kr+SvI7p7TkomszT9DijYyWetvMkmU4A8RxrpW0WIoi/a7bB6w7NnwPM7IHpBVlCqwHeRc/oxInju3HW4pppPu3N7JGJp76PTinqwBPjUU/eU7Qnte384IFFWz4/3ETi8znJueE88BoG78GfGG1anGTQSXSMRxP8zoR/FFBAAQUUUECBlghsfDUM4Df7EuCJ7P1DwPuuT8zwm8k0sc6gk2gO/V8Z40s+T375kp/JtU0EZTxl52fa/iVHyTveP8+wTATN784MyvF082kZJzjNYGGJJ9e8AsFP1xFU02Sec1VWgHrzxJzm8vxs2//Lwn5PaDN77MR+P5DSV03GiG3TU/z3M83NjAy66dcZo6n5MzOkUzXek39CxrnmMpgqte38cCxt+vx8PapYE8j3uyY4J1zTD005PvO0hPhyxkl0hte8ucNnfjs/G8h2zQoooIACCiigQIsEVr8qBvDtOYd0JkWHU3U+YMKqbWd9AjA6Nbt49sl7r3UdaIZ938zjS375xLS5r0EdkdGknG3U26OZ9aezvXES5Shfr8t22N446zbrN6kl770/Ozu6ejJNies6MKRJ/U0ynyf1BEQZHSthxPp1psky742PtfKAQgTN9E9wYJbjU2+bIfW+QebTsR5NrDM604QR2751tkoweMYM2W+d6QCNn9l7cObz3jV1zehMEvue9flpXjOTnJ95fX6anwE+D8wbhshNlv9JgX7XBOeEa5q+B6hzivUkWhPU548hN2r6XTtNq0k/Xz07dUIBBRRQQAEFFFgZgRZU1AC+BSfBKiiggAIKKKCAAgoooIACCqy3wCyOzgB+FopuQwEFFFBAAQUUUEABBRRQQIH5CXS2bADfYfCPAgoooIACCiiggAIKKKCAAu0WmD6Ab/dxWTsFFFBAAQUUUEABBRRQQAEF1kpgaQH8Wil6MAoooIACCiiggAIKKKCAAgrMWWBVA/g5s7h5BRRQQAEFFFBAAQUUUEABBdolsKEBfLtOgrVRQAEFFFBAAQUUUEABBRRQYJSAAfwooX7LnaeAAgoooIACCiiggAIKKKDAggUM4BcMzu7MCiiggAIKKKCAAgoooIACCkwqYAA/qdjyy1sDBRRQQAEFFFBAAQUUUECBDRQwgN+4k+4BK6CAAgoooIACCiiggAIKrKKAAfwqnrVl1tl9K6CAAgoooIACCiiggAIKLEXAAH4p7Ju7U49cAQUUUEABBRRQQAEFFFBgOgED+OncXGs5Au5VAQUUUEABBRRQQAEFFNhYAQP4jT31m3jgHrMCCiiggAIKKKCAAgoosLoCBvCre+6s+aIF3J8CCiiggAIKKKCAAgoosEQBA/gl4rvrzRLwaBVQQAEFFFBAAQUUUECB7QgYwG9Hz3UVWJyAe1JAAQUUUEABBRRQQIENFzCA3/ALwMPfFAGPUwEFFFBAAQUUUEABBVZdwAB+1c+g9VdgEQLuQwEFFFBAAQUUUEABBZYuYAC/9FNgBRRYfwGPUAEFFFBAAQUUUEABBbYvYAC/fUO3oIAC8xVw6woooIACCiiggAIKKBABA/ggmBRQYJ0FPDYFFFBAAQUUUEABBdZDwAB+Pc6jR6GAAvMScLsKKKCAAgoooIACCrREwAC+JSfCaiigwHoKeFQKKKCAAgoooIACCsxKwAB+VpJuRwEFFJi9gFtUQAEFFFBAAQUUUKArYADfpXBEAQUUWDcBj0cBBRRQQAEFFFBgnQQM4NfpbHosCiigwCwF3JYCCiiggAIKKKBAqwQM4Ft1OqyMAgoosD4CHokCCiiggAIKKKDAbAUM4Gfr6dYUUEABBWYj4FYUUEABBRRQQAEFGgIG8A0QJxVQQAEF1kHAY1BAAQUUUEABBdZPwAB+/c6pR6SAAgoosF0B11dAAQUUUEABBVooYADfwpNilRRQQAEFVlvA2iuggAIKKKCAAvMQMICfh6rbVEABBRRQYHoB11RAAQUUUEABBfoKGMD3ZXGmAgoooIACqypgvRVQQAEFFFBgXQUM4Nf1zHpcCiiggAIKTCPgOgoooIACCijQWgED+NaeGiumgAIKKKDA6glYYwUUUEABBRSYn4AB/Pxs3bICCiiggAIKTCZgaQUUUEABBRQYImAAPwTHRQoooIACCiiwSgLWVQEFFFBAgfUWMIBf7/Pr0SmggAIKKKDAuAKWU0ABBRRQoOUCBvAtP0FWTwEFFFBAAQVWQ8BaKqCAAgooMG8BA/h5C7t9BRRQQAEFFFBgtIAlFFBAAQUUGClgAD+SyAIKKKCAAgoooEDbBayfAgoooMAmCBjAb8JZ9hgVUEABBRRQQIFhAi5TQAEFFFgJAQP4lThNVlIBBRRQQAEFFGivgDVTQAEFFFiMgAH8YpzdiwIKKKCAAgoooEB/AecqoIACCowpYAA/JpTFFFBAAQUUUEABBdooYJ0UUECBzREwgN+cc+2RKqCAAgoooIACCjQFnFZAAQVWSMAAfoVOllVVQAEFFFBAAQUUaJeAtVFAAQUWKWAAv0ht96WAAgoooIACCiigwGkCjimggAITCRjAT8RlYQUUUEABBRRQQAEF2iJgPRRQYNMEDOA37Yx7vAoooIACCiiggAIKIGBWQIGVEzCAX7lTZoUVUEABBRRQQAEFFFi+gDVQQIHFCxjAL97cPSqggAIKKKCAAgoosOkCHr8CCkwhYAA/BZqrKKCAAgoooIACCiigwDIF3LcCmylgAL+Z592jVkABBRRQQAEFFFBgcwU8cgVWVMAAfkVPnNVWQAEFFFBAAQUUUECB5Qi4VwWWJWAAvyx596uAAgoooIACCiiggAKbKOAxKzC1gAH81HSuqIACCiiggAIKKKCAAgosWsD9bbKAAfwmn32PXQEFFFBAAQUUUEABBTZLwKNdaQED+JU+fVZeAQUUUEABBRRQQAEFFFicgHtaroAB/HL93bsCCiiggAIKKKCAAgoosCkCHuc2BQzgtwno6goooIACCiiggAIKKKCAAosQcB8G8F4DCiiggAIKKKCAAgoooIAC6y+wBkdoAL8GJ9FDUEABBRRQQAEFFFBAAQUUmK9AG7ZuAN+Gs2AdFFBAAQUUUEABBRRQQAEF1llgJsdmAD8TRjeigAIKKKCAAgoooIACCiigwLwETt2uAfypDv5VQAEFFFBAAQUUUEABBRRQoNUCUwfwrT4qK9cmgTOnMndJPjb598l/2ZH/lOEPkl+cvFuySQEFFFBAAQUUUEABBRRQYIjAsgL4IVVy0RoJXDLH8pnkVyZfLfkMyXXi2rtgJvZK/kOySQEFFFBAAQUUUEABBRRQYIgAQdSQxW1dZL1WQOA8qePrk/dJHpa+k4W/TjYpoIACCiiggAIKKKCAAgoMEdjMAH4IiItmJrBftnTp5GYiWP9+ZpIZ/3LGTQoooIACCiiggAIKKKCAAiMEDOBHAPVb7LyxBK7ZKHVypm+SfNbkPXfkXTP892STAgoooIACCiiggAIKKKDACAED+BFAc1i8CZskMOfd9vJY/zMT706mE7sMTAoooIACCiiggAIKKKCAApMIGMBPotWKsitbiU+vbM2tuAIKKKCAAgoooIACCijQAgED+BachIVWYXk7s6f55dm7ZwUUUEABBRRQQAEFFFgDAQP4NTiJizwE96WAAgoooIACCiiggAIKKLAcAQP45biPu1d+N/1GKXxE8neTeX+8zj/O9BuSb5FMuQyGpkOytF6XIetlViedLX8fkvz55D8ls5z8w4y/IPlSyVvJw1K5/V+l4N8nl+mtVVWxzTrTA/2VygKOK6CAAgoooIACCiiggAIKDBYwgB9ss8wlp8/O75xMAE3HbwdknJ7bM+imc2fstskExpS7ecZHBdkp0pMoz3r8pNthWXLZ5PKauECm75P8peSPJ/9N8hKTu1ZAAQUUUEABBRRQQAEFNlegDNY2V6FdR36OVOcdya9KJkjPYGSi3NtS6rHJ4zyNT7GK4P0OGXlLMk/gMxiarpKln02+WfJqJmutgAIKKKCAAgoooIACCqywgAF8u07e2VOd1yXTbD6DnkSTc4LtF2YuZWhCn9GeRAD/gJ45gyeulUUvSS6vgR9l+mXJ7ONTGTbTWTLjFclXTW4mmt+zHpkm/z9tFHhvpllW5xdl+mfJK5OsqAIKKKCAAgoooIACCiiwTIEyeFtmPdx3Vf1VEJ6SfP3kMh2fCQJ6gvtbZ/zeyXdMpnn7fhn+MrlMD8/EpZNHpYNTgIA8g4p9sN89MkFzffbBE/dzZZqAPoNu2i1jRyZTNoNuemfGWI98/4zT7D6DbnpuxlhW5wdm+jvJm5I8TgUUUEABBRRQQAEFFFBgWwKn29barjxLAQLmezQ2+MFM87Sbp9d0LpfJbmL6qEzdMPnk5DoRdP+/TNBEPoOR6SMpce3kDyTTwVwG3cQTcup0aHfOqSP7ZHDPZNPCBNyRAgoooIACCiiggAIKbLqAAXw7rgCC7bumKmdMrtO3MkLwfFKGw9InspAn9xl0E0/q9+5ODR5hH/tn8YnJgxI3CujgjmbxZRlaAZy3nOF4iwWsmgIKKKCAAgoooIACCqy8gAF8O04hzeHpDb6szeGZGLeJOe/E0xN9VumkC+YvT8kzGJqemaXj7OMPKfe85N8k14ntX62ecLjeAh6dAgoooIACCiiggAIKLF/AAH7554AaXDJ/yp+Jo0n82zNv3MTPwH0shQk+8K8AABAASURBVE9IpqO7x2U4KjAn4J9kH7zTfnS2W6YblBOOKzBAwNkKKKCAAgoooIACCigwAwED+BkgzmATl8s2aEafQSd9MX+/mzxu+mMK0qSdJ/k0n6c3+q9k3rB0bBYS+GcwVvpdSnGTIINuulTGdkk2KTBHATetgAIKKKCAAgoooIACCBjAo7D8fPlGFb6X6VOS55k+k40T+GcwdvpCo+TFM322ZJMC7RWwZgoooIACCiiggAIKrImAAXzviTwkk/TEPklmnaw2deLJOz8hV27gt5mgDhnMLX11ii3/POuUQT+d7p0580wKrK2AB6aAAgoooIACCiigQFsEDOCXfyZogk6nc2VNvlFOzGmcjukm3TQ3Fn5frMTT992LaUcVUKBXwCkFFFBAAQUUUEABBWYmYAA/M0o3pIACCsxawO0poIACCiiggAIKKHCagAH8aRbLGqNzuJ82ds675Y1ZrZjkaXvZZJ56/6gVNbMSCiiws4BzFFBAAQUUUEABBdZKwAC+93Q+NZO8kz5JZp2sNnXinfJfN9YmSKYOjdkznZzmJgFN5st60dHeNE3xZ3ogbkwBBeYj4FYVUEABBRRQQAEF2iVgAN+O8/G1RjX2zPSuyZOkW6QwATWd0x2Z8XskNzvHy6xu2rs7Nv7IlRpFv5Np9pmBSQEFFOgRcEIBBRRQQAEFFFBgxgIG8DMGnXJzn22sd6lM75E8Sbp6CtMh3iUy3D/5psnD0lWz8OzJ4yZuKFyrUfjDmeYVgAxMCiigwCwF3JYCCiiggAIKKKBAU8AAvimynGmemv+w2PU5Mn795HETgXiz/HuzMs3zM+ibrpi53CjIYKx02ZS6RnKd6I2eAL6edqiAAgq0R8CaKKCAAgoooIACayhgAN+Ok/r9VOMjyWV6UCbGbeZO8M4T9azSSSfn78eSh6UzZuGhybxvn8HQRBnKsk5d8IMZOS7ZpIACCqydgAekgAIKKKCAAgq0UcAAvh1nhSflz0lVeKqdQSddJH9flMzT9QwGpotlyVOSy87l3phpnupnMDTdPEsPST5D8qDEssdnIWUz6KS/5O/hyb9NNimggAIK9Ao4pYACCiiggAIKzEXAAH4urFNt9Nis9fzkMvFk/ejMuFxyGaBnsjp9/twk+Zjkskd5ftrtmZnHTYEMRqbHpsRrk/u9c8+8N2TZQ5LLxLy3lTMcV0ABBRSYlYDbUUABBRRQQAEF+gsYwPd3WcZcnmoTTL+/sfMrZPpzyScmE2jz5PuojP8i+Z3J50qu058zct/kLyWPSuyvLrNfRmjG/8UMX7wj8wSfebfMdJm+kYmHJfvzcUEwKaCAAq0TsEIKKKCAAgoosLYCBvDtOrUE5bdNlXjCnUFPOk+m7pB8r+RbJdPjfAbdRPB+UKbelDxOel0KvSC5TJfOBD8/R6Y3+0z2pE9l6nrJ3002KaCAAgqsoYCHpIACCiiggALtFTCAb9+5IYi/U6p1l+RfJo+TPplC9BJ/RIblk/VMDkz/lyX3S35g8qin6SznXfnrpOwPkk0KKKCAAgr0E3CeAgoooIACCsxRwAB+jrjb2PSfsu6rk2keTxN2OqX7SabL9KNMHJl8rWR+3u3LGU6a2A+d5+2VFZ+YXD5ZJ2j/eObdM5l6PC1DO60LgkkBBRRQYF4CblcBBRRQQAEFhgkYwA/TWf4ygmg6i7tdqkITejqyq/MFM+/A5P9JJhDPYOp0QtZ8VDI/W1dvn5+Mu3rm8U78uC0BUryTTsnffZPrbTHkODLLpIACCiigwJwE3KwCCiiggAJrLmAAv+Yn2MNTQAEFFFBAgfEELKWAAgoooEDbBQzg236GrJ8CCiiggAIKrIKAdVRAAQUUUGDuAgbwcyd2BwoooIACCiigwCgBlyuggAIKKDBawAB+tJElFFBAAQUUUECBdgtYOwUUUECBjRAwgN+I0+xBKqCAAgoooIACgwVcooACCiiwGgIG8KtxnqylAgoooIACCijQVgHrpYACCiiwIAED+AVBuxsFFFBAAQUUUECBfgLOU0ABBRQYV8AAflwpyymggAIKKKCAAgq0T8AaKaCAAhskYAC/QSfbQ1VAAQUUUEABBRToFXBKAQUUWCUBA/hVOlvbq+tTs/pWkQ/IuEkBBRRQQAEFFFBgegHXVEABBRYqYAC/UG53poACCiiggAIKKKBALeBQAQUUmEzAAH4yL0sroIACCiiggAIKKNAOAWuhgAIbJ2AAv3Gn3ANWQAEFFFBAAQUUUKCqNFBAgdUTMIBfvXNmjRVQQAEFFFBAAQUUWLaA+1dAgSUIGMAvAd1dKqCAAgoooIACCiiw2QIevQIKTCNgAD+NmusooIACCiiggAIKKKDA8gTcswIbKmAAv6En3sNWQAEFFFBAAQUUUGBTBTxuBVZVwAB+Vc+c9VZAAQUUUEABBRRQQIFlCLhPBZYmYAC/NHp3rIACCiiggAIKKKCAApsn4BErML2AAfz0dq6pgAIKKKCAAgoooIACCixWwL1ttIAB/Eaffg9eAQUUUEABBRRQQAEFNknAY11tAQP41T5/1l4BBRRQQAEFFFBAAQUUWJSA+1mygAH8kk+Au1dAAQUUUEABBRRQQAEFNkPAo9yugAH8dgVdXwEFFFBAAQUUUEABBRRQYP4C7qEygPciUEABBRRQQAEFFFBAAQUUWHuBdThAA/h1OIsegwIKKKCAAgoooIACCiigwDwFWrFtA/hWnAYroYACCiiggAIKKKCAAgoosL4CszkyA/jZOLoVBRRQQAEFFFBAAQUUUEABBeYjsGOrBvA7IBwooIACCiiggAIKKKCAAgoo0GaBaQP4Nh+TdVNAAQUUUEABBRRQQAEFFFBg7QSWFMCvnaMHpIACCiiggAIKKKCAAgoooMBcBVYzgJ8riRtXQAEFFFBAAQUUUEABBRRQoH0CGxnAt+80WCMFFFBAAQUUUEABBRRQQAEFhgsYwA/36bfUeQoooIACCiiggAIKKKCAAgosXMAAfuHk7lABBRRQQAEFFFBAAQUUUECByQUM4Cc3W+4a7l0BBRRQQAEFFFBAAQUUUGAjBQzgN+y0e7gKKKCAAgoooIACCiiggAKrKWAAv5rnbVm1dr8KKKCAAgoooIACCiiggAJLEjCAXxL8Zu7Wo1ZAAQUUUEABBRRQQAEFFJhWwAB+WjnXW7yAe1RAAQUUUEABBRRQQAEFNljAAH6DT/6mHbrHq4ACCiiggAIKKKCAAgqssoAB/CqfPeu+SAH3pYACCiiggAIKKKCAAgosVcAAfqn87nxzBDxSBRRQQAEFFFBAAQUUUGB7Agbw2/NzbQUWI+BeFFBAAQUUUEABBRRQYOMFDOA3/hIQYBMEPEYFFFBAAQUUUEABBRRYfQED+NU/hx6BAvMWcPsKKKCAAgoooIACCijQAgED+BacBKugwHoLeHQKKKCAAgoooIACCigwCwED+Fkoug0FFJifgFtWQAEFFFBAAQUUUECBjoABfIfBPwoosK4CHpcCCiiggAIKKKCAAusiYAC/LmfS41BAgXkIuE0FFFBAAQUUUEABBVojYADfmlNhRRRQYP0EPCIFFFBAAQUUUEABBWYnYAA/O0u3pIACCsxWwK0poIACCiiggAIKKFAIGMAXGI4qoIAC6yTgsSiggAIKKKCAAgqsl4AB/HqdT49GAQUUmJWA21FAAQUUUEABBRRomYABfMtOiNVRQAEF1kPAo1BAAQUUUEABBRSYtYAB/KxF3Z4CCiigwPYF3IICCiiggAIKKKDATgIG8DuROEMBBRRQYNUFrL8CCiiggAIKKLCOAgbw63hWPSYFFFBAge0IuK4CCiiggAIKKNBKAQP4Vp4WK6WAAgoosLoC1lwBBRRQQAEFFJiPgAH8fFzdqgIKKKCAAtMJuJYCCiiggAIKKDBAwAB+AIyzFVBAAQUUWEUB66yAAgoooIAC6ytgAL++59YjU0ABBRRQYFIByyuggAIKKKBAiwUM4Ft8cqyaAgoooIACqyVgbRVQQAEFFFBgngIG8PPUddsKKKCAAgooML6AJRVQQAEFFFBgqIAB/FAeFyqggAIKKKDAqghYTwUUUEABBdZdwAB+3c+wx6eAAgoooIAC4whYRgEFFFBAgdYLGMC3/hRZQQUUUEABBRRov4A1VEABBRRQYP4CBvDzN3YPCiiggAIKKKDAcAGXKqCAAgooMIaAAfwYSBaZSOD8Kf3d5L8U+RYZX9V0SCpeHss8x4/MvjY9jbp+zhSgtyeX5+Hnmb5M8qzTnbLBcj9/zvRNkk07CzQ/J17LOxs5R4G5CrhxBRRQQIHNEDCA34zz7FEqMEhgjyx4VvLlk1ch/S6VfHlymXbLxM2SZ5n+Khu7VXKZPpGJY5JNCiigwLoJeDwKKKCAAisiYAC/IifKaiowY4GzZXuPSf5W8r2SCVgzWIn0kdSSVh4ZdNN+GTt78qzSntnQvsllelcmfpFsUkABBRToEXBCAQUUUGBRAgbwi5J2Pwq0R+A8qcqnkv8t+QzJq5Z+lAr/d3KZrpiJSyXPKt00Gzpfcp1Ozsgbkk0KKKCAArMWcHsKKKCAAmMLGMCPTWXBDRV4ao57a8x85ZT7TXKZbpmJcdc/IGUXkU6fnfx18qom3kt/TSr/x+Q6nTEjN06eRTpzNnLz5DK9PxNfTTYpoIACCrRMwOoooIACmyRgAL9JZ9tjVWB9BL6QQ/l0cpl4D373csaU4zzJ/7vGujx9L28YNBY7qYACCiiwogJWWwEFFFgpAQP4lTpdVlYBBXYI8C76K3aM14MrZOTSydtN/GrCWYqN8OT9g8W0owoooIACCuwQcKCAAgosVsAAfrHe7k0BBWYnQLP2k4rN0RHfHYrpaUZ5gs+T/HLd92bif5NNCiiggAIKzFbArSmggAITChjATwhmcQUUaI3AN1KT9ySX6YaZOG/ytOlKWZGcQSf9Pn9fnWxSQAEFFFCgdQJWSAEFNk/AAH6555yfvTo2VaBTrjo/MdOTJp488o5uvQ2GzxmxETpW2ztlHpL8vuQfJ7NemZnHsoOy7JzJi0oXyo4OTj4umQCqrtOfMk3Q9uwML5tMZ2wZjJVoFl1vh+EhO9aiw7L7Z/yHycwnfzPjT0imHhksLdFD/I2ydzps41xQtzrz5Jlzc7cs5zrKYGgiKP11SrA+vbjzM2mZ7CSai9MrPcvqjFdn4ZA/BMpcG0elDNus162H1JHrm2tsHpa8k94Mri+RutAjfQYTJz4Tt85aDDPoJJrOcx12Job82SXLbp/MT81x3LUBQ37y7ogsu2byJNfs+VOeddkG+ehM75pcJ0y5TvlM8NmgDJlrhWtm0v3V262HbJ/P4eczo9z+FzPNOeWnCDO67YT3Iv4t4nPC54XPTfMcYcZ8rudF/lu3bTw3oIACCmxDwFUVUGAFBQzgl3vSeI+XL/xlLQjYaMZbzhs1TjB2raIQQW8zsKkX82X5Opn4TPK3kw8DI88lAAAQAElEQVRLvn7yuZObiXkse1EW/DT5ucmz+tKeTe2U6DyMJ6rfyxJ6f798hgSxGXQS1+vFMvaAZIIKAonrZZxjymDitEfW+HAyNzsukGGdLpqRRyZzbs6V4aJTfVMB83dn53dM5lxk0E1cI5ybl2cOwQjHMM9zk910U32eTswcro1bZUiwmUFPoo5XyxyuMc7pmzKOeQYzSx/PlnhHPYNO4lqgB3mGnRkT/OEaYN1yFX6u7rfljMY454og9+eZ/7pkesLnuDPaTXw++YWBj2XO15K3c81m9YqbBZxvTLlO+Uzw2WAZmWuFa6be31WYOUHmOuKzzvb5HHKzrNw+/QxwTr+fbeI1jXVWrVhvEf8W4fWs7JDPCZ8XPjfNc4QZ87me+dxx/DhkNZMCCiigQH8B5yqgwDIEyi9ly9i/+6wqnpyfXEBM0xEXzYbPV2zjsxn/cnIzEQw/PTM/lMx+Mpgo3S+l/yd5r+RZJr7I758N8qSTY8noWGmflOI9aIIYji2TYye+wPNUlJ9+G7TS67OAL/MZLCxxHt+WvRGgjRtA8DmmFQHB7CWz7rwS54lrgB7gJzlPdX32ywjX5jDzFJko8W46NwbKlQgqCcbLeeOM0/N8eW3TKuPtQ1bkqTE3gAhyx73+uDnENcvncNx1yipwA4Qn8Zzvcv6gcfZHIH+bQQUa87l+uI44z41FO01yfb4lc++QzLWRwdiJY8dg3v8WnSM14vP0wAz5nGQwVuL4uVbxGGsFCymggAIKTChgcQUUmEpgki80U+3AlUYKHJ8SfGHOoJNoDs8X4s7EGH/OlDK3TC7TmzPB0/0Muokv2A/KFE1fM+hJNK2mDi/MXPLLMqReGeyUePr26MylnhlsO1Gvh2UrRybzpT6DnvSlTL0kmXp9IsM/JzfT4zODgLff+lnUN/EFnSdu9UKakLMPApI/ZCY3Vbi5ktGFJYJHAsKyXvXOOUfUjTrypJcmv/WyesgNDdbvFyD/LIV4usj6r8o4rTQy6CSaXdMMnmV15ulqZ2HxhyCQ1xea/27g9bmUq88TQ4L8fueKFg08vS2bgmfVbSWekpfHgyPB+CQb5XqmJUG5Dp3XfaecUYyzD1qL9LPmdQLOEZYM+50rPof/ke1Ncs1iR8/75T6x54YA++JzS5P7bLYnsQ9uMtAkvmdBY4Jj4hrjOmosqmg5wHkl85msl3MtMI8n6fW8UUM+84v4t4jjfkoqc93kMnFdcn1S72FuF8lK/5VM0/sMTAoooIACbRKwLgpsqgBfvjb12Nty3DTPJeAu60MAx5f1ct6g8QtnwdWT60Tg2e+p4d+mwGOTy0SQRpN9vqCyjXtnIZnmvjTLZT5f/DO7J902U/2+5Gf2xIl3rZ/cZy32y/4vk2W8l0q9aI5N4Mf76wQuWdRN980YTeszGCvRrJaCGFw1IzQzZh+8A82ya2de2TQ7k3NNHBfBxMUbe6EOvB5x1synbtSR5tG8f87NlE9mfpm4bmgmzJPacj6BKE8hWf+hWUDz9ww6iWuQd6lZVmdaQ3QW7vhD8EcwVP6b8Zssu3syXrToqM8Tw8tlPsf0zxk2zxXBHr5ZNJNEXXlXvdwYwThBeTlv2DjN3PctCnBT47WZZphBT+K6fHHmNM8Vn2OCvgtmGecIS4a0quB1EOqZRd10r4xNcs1yvunLIKtVv8wf3ufG/gYZZ198bmkVwL64bjK7m/g8Y9Kd0Rgh2OWJePOYuDnAMfF557yS+UxynT1/xzboQ+EfdoyPM1jUv0V8bqhvWSeuc1oOcH2yrHTjODnesjw3giY5tnJdxxVQQAEF2itgzRRYWYHyy/jKHsQaVJwneTTXrQ+FZpsERPX0sCHBPs1E6zI8SW8+PeeJ1z+mAF+0M+ikE/KXd3F5ykgHVZncKREkPCJzWTeDbtotYwQJGWwrnSdrPym5vA4JCmkC/fDMZ/8Z9CSCzadlDkE3wXdGu4l1CHK6M0aMsC86HmsGwQScPGWkk7QRm5jZYoKxZrN0WgBwY4XXFvoFkrwmQZDyjEYtCLYI0jnvjUVTTxL8EQTWG+CJ900ywRNhvDK6U+Jc/WfmUo7yGe0k6kVg1JmYwR/2w1P4clNsn5sO5bxh4zfNQgLtDDqJ1h7HdMZ2/sPNIj535ZJDM8G1RL8SGe1JnDv6bOCmBV7lQp7El67lskHjdFpHIP/KFOhnz74wp1yKdNPtMsZNlQx2Sty84MZcuYCbFNxg63dMtOjg5gw308p1Ro1z7vn3ZBH/FtFipPy3hRYPj0kFac2SwU6J48TgI40l3KSipVNjtpMKKKCAApsr4JErsDyB8svN8mrhnglEyy+NfMltNovvp0QHWgS75TKevhLQlPPoVbnZjJTAmd7Wy3L9xgk+aFZLE/NyOc1ty+lpxrmB0Ay475MN9WtBkNk9iaeZd82cMjDkqSBPNfHLopHprSnx6eRlJ57oHtioBDcVCBSbr0I0ilUEcNxk4X39chk2dDZXzpt2nOCl+RSS1gIfHXODNOvnPeSyOE+Kxz1P5XqDxrlmyptgPAWnF/ZB5cv5/T5HdGDYz56WD81zhQWvBQy6EVbvi8DxXzLBuc2gk+j8j5s3nYkx/tD8m8B51GeXpvS8VlJukhsF3Hwr5zFOS4V7ZKT8/wF1JDhv/luSYt3Evw3PzBR9SWQwVlrUv0W0TGhe/3QISZ2HVZRzzr+NZTlaDEzTp8Kw/bhMAQUUUGCTBTx2BbYhUH5h28ZmXHWbAjzpbfYazxM+AtJhm6aDKpqV12UIYHhaW0/XQ770s30Cccrw5f4d9cIxhvSwzdPesig/11VOTzpOUMiTrXI9vmC/sZwxYpwAkuCpLEYz83G/bPPUFvty/WWM03yfFgX1vgkeeFLIU8563rAhQfzjUoDXJzLoJK6d5s2dzoIp/hBovzPr8T73tzLkeuBnyqhnJkcmjAkIy4IE2ARZ5bztjPOKAK1Jym3cJRNcZxkMTQR6PLGvC+FI64d6uhxyI4wWDvU8WrLQIoRzUM8bNuSc/nujAE/uOV+N2X0nudE3qGVAcwVucmFfz6fjRm5A1NP1sPn6APOpI3VlfFjmuGkBgtmwcvWyRf1bxDXLjYl6vwxpOs9wVObXLbjO+beSfzNpifCrUSu5XAEFFFBAgUUJuJ/NFjCAb8/5p+l7+d4qzejLzqr61fRmmVk+UePLPU/zM7sn8fNJvPtJcMu70Tz95AtqT6EFTxBk82Sr3G2/1gPl8uY4ASSBZBmkEIxg1yzbnObJ4tebM5c0TVBIwFHvnlYBXA/19DhDrp3m+7u8az5OADtq+1g9L4V4n5ubRryywc2TzGpN4lpovrPO6wf0ETGqkjQTL5t044hncz3OET8TV87nplPzlZVyeb9xmueXfRD8TQqVNwUyOTDRo/wpA5f2LqAzvXF+RYF32svXB6gbdezd2uAprDAbXOK0JYv6t4jWDgTgp+25qrjJNc6/DT/ISrRW4N9K/s18VKZ/kmxSQAEFFFBgHQQ8hhUXMIBvzwnk57DKJ4gECzxBZdivlrzL2mzWzFP2Mpjtt15b5vEEvwwa+GL/mSkqR/BQBuJ48X7wqE3xhZwv6qPKzXs5T6HLVhTsjyesPOVmfNzMeS+vH9YjMOOpK+ObkLnpwc2P+li50UBLlnq63xAfboSVy3j6jmc5j3FulmHKeJ3pzZybB/X0OEOuvbIJPE+Km6+SDNpOeXyDytTzufFSvmJSz28Om9cfn0OC/2a5QdNY9Wv5M6j8IuZzTpqvbdBJHU/XudFDHwGzuLm1iGNxHwoooIACCrRIwKosW8AAftlnoHf/NFHmy3A9l+CDjt7q6XJIAEzT63oegSwBTD293SGBME/JeT+Xp4wMt7vNcn2elJfTPPUjsCnnjTNO092vNArSJLoxa6dJftrrdzvNXfwM3r/mPehyz3SgV06PO8565fVDs2zO4bjrz7oc7zvzdJtWEvzU36y339weNz14F76cz00wjMt55Tg3e8j1PD5HzR7t62UE+zyVracZEggenpFJMu+mN5+4Nz8P2WTfRFDed8GUM/mc0yKnXJ3XAib9bDQ/g+X2tjtOHbmO+Tdokn+LuKHVfHWD/+fxM528EoIlAT0dEPJk/vTbrajrK6CAAgoooMAIARdvW4AvM9veyBptgE6beHIzSWadWRHwNK98wkaQfsUBGycwKpv98mWVp/gDig+czZN8fjqKpqIHpxRPp3hHnndVaYJKs3Z+am7W1wpPM7O7biJ4nzRoYGUCVprLMj5JZh3e351knXmU5ee7OAfltid5+lmuR0AyzhPXcp3tjvMUkw4NuR7/KRs7Mpnez+nQjebbdBRI03uOM4vmnnh6zk2dekc8XabZfz1dDgkMue4Z1vOHfY4I4JvvUfPLAXScOEmmEzxurtT7ZNi8McC8ZuZXE7jx1Jy/nWlagNAfQbkNzl85Pc449aJ+45QdVIbPwSz/LeIdfq5JrsNB+6TlwxOzkD4++Pxws4l/7xZ1vWbXJgUUUEABBRQYV8ByVTXroEzT7QnQA/Kbi01sZZwniAwz2k30Ws6Tv3oGQSxP7+vpYUO2xRPql6YQ79LSORNN0NnvUzOPp1PjPg1M8VYmAkqCgVZWboGV4gYPTy5nvUt+no2Oy7hhRNBDB3IE6vxM1/7ZGe8PL+vfFt5HL1uicKOo2UQ+VewkbPh8dSbyh5sfvIaSUdMCBBbxbxG/nsFNUP59G3VIBO3cbOIpPzcTuZ6brWNGbcPlCiiggAIKKNBegbWo2bK+ZK8F3pwOgibA5RPEfs3oCcD5UlpXgaf2PL2vpwcNecpHL+80teYpIE/fBpUt51OfX5YzWj7OEze+gLe8mnOvHjd2aFY+qx3x9Pm52dj3kh+cPOj1jizqSbR0oFl2z8w5TXBDofmzZvtlX9z0yqAn0fM8N3vqmTSdp+f2etrh/AQW+W8RfV3cJofCjUl61+ffs0wOTfy/kaf3n08pfu4yA5MCCiiggAIKbLZAO46eLyntqIm1qAWaTxB5V5ZmwPVyhjw1PCMjO/K7MuTpfQYD0xWyhI6mCGYyOjAR8PEE8+kpcdNkmvrSdPiojK9Konk8weuq1Hde9eSJMgHtLLZPwEVP4/cbsTHsP5cy/5lMaw6aZ/91xp+dvKjE9cvrH/X+uNnFTa96miEdx92KkSLzs4KTeNFknF+K4EnydvMBRT3WfXRZ/xbxCx0PCS6dG/LrBPfNOL3t87pQRvsm/v3jpifXUN8CzlRAAQUUUEABBcYSmFEhA/heSJqQT/pFnHV6t7K9KQII3jsvt0LQTb2YRzDNO5qMk3maxHu/jA/KPH2k4yyaPpdleO/8aZlx3WS+qHI98OWWn9/ifXg6euI90iyeeaLe5UbPnQnep85gosQ61L1ciSe+5XSbx6krrzKUdaRpdzk97jjXRtlhG++hz+JGBk2L6YSOYLWsC9fqf2UGN3qoM0Exry4QoP1z5r8+mff5+iGH1AAAEABJREFU6VMiowtLNOkvbzhxs6v582+8a11+jgj4af0yrJJYYlqX4RWFcVsh1Ou0bci1R58XZb2aNzvKZYPGue5wHrS8nt+Gf4u4HrlGuHa5Ocq/Ify6AP8Wcr3Wda2HvIZxUCbqf4MzalJAAQUUUEABBRYrUO+NgK0ed9geAZ6UE1DUNSLAJkBimh6zyYyTedrIU3vGB2V+bo7mwuVyvrzSfJhO+I7OAgJ1vthmdCGJOpf74+YCT2sn3TkBAa0UyvXokKqcbvM4ARTBRFnH8tcFyvmjxi+XAmWQwQ0aevfP7G0lAve7NLbwnkzzVJ6nmNzooYl8Gdxm8dIS1xWdkRFw15XgPXhucNTTvJrCzap6ms7rmuehXlYPscS0nmaIOcNVzl9rVJ5/F7gR05g9dJJ1uIEztFAWtvHfIm6i8VoR/xZyTdO/SPMGI/Ve9Zs14TcpoIACCiigwKoLTBnAr/pht77+NPX8SFFLvhzXQfstM78M0uiciSehmd038aX6do0l/LTSIzNv2HpZ3E1nzdhFkmeZvpWN0QlaBp3EPngK1pmY4A9PUnm3tV6F4I33Vuvptg95V7/53vXlU+ky2MzkyMR5vmajFD+JNurVisYqfSebr2wQrPOE/aS+pXeeyfW66ECXPiHoG6KuDa0C6HGcaZ4Wc0yMk7lm+PUFhkwPylhiWi7n5hrbK+eNGj9vCvDzZTztfV/GaR3DOc/oUtJnG3u9bKa5oZbBWInze4MxSnKNLurfIn4WjlZEtMTAmfPL/kdVk2uATuwe1Ch4vkwT3GdgUkABBRRQQAEFliewnAB+ece7KnvmySE/x8WXybrOfEEmqLtGPSNDngjy5DCjAxOBMTcAygLHZoIn7hmMlVh/muB62Mb5Uv2ZRgF+imuSJ398IaczPob1puhg7Sv1xIoM6TytPNfcrCEwnKT6BIA8JSzX+XAmuEGQwdQJW37OsNwAAR8dg5Xzho3z5PJvhxWYwzKC7VcU2+U4ah+aiJctUngP+pii7KBRLGltUC7nPNFCoZw3apyfnuNmAj2c0xKAfgV4hWTUevNazg2vshk9LRO4UTju/vZOQY4pg6Fpkf8WcWOP15vo5wBnmspz42RoBYuF3ACij4NilqMKKKCAAgoooMDyBVYygF8+20JqQJBUNm0lcCfo4EliXQGavhOw1tP9hqfPTN7VzaCbmtPdBX1GeP/5MZnPe6AZzCwRDDXf9f/7bP3WyeMmTO7eKExHZNwcaMxu9SQtIggi60ryRPPhmThn8jiJc0Tz3/K80gR41Dvd42ybwLf5hJlO6biuxlmfYyFAbb7mMM662y3D5wOHeju8885NMG6GlVbjdAJZb4ObLfzKQT3Ne9+PzQSvcmQwMvEUl9YvZUGCRT7v5bxFjvN54XNT7vOBmeDnADMYmji/90iJcV5/4Zop3bNa1Zxm3qDMdT7uv0W0cOAGZ70tbkJys6WeHjXkeMq60bln2WJo1PouV0ABBRRQQAEF5iKwiQH8XCDnsFG+LJZP13lid+/sh4Aqg056df7ytD6DgYlm8jR5LgvwRZanZuW8fuMEbvxs2O37LKQefHnvs2jsWR9ISd49zaCbXpIxfvIpg6GJGxmvTAkCqAw6iWDtxRkrn2ZnsvWJp8XNnz7jPXieII8KDAlqnpwjbJ4j3gFvNvdOsb4JQ851v4XcaGleP9w4GadFBgHbw7LRRyU3E8u2e/00t9mc5vgJzuv5XDM8Lb9OPSNDrplRnUCmWDfRvwLXXXdGRniK/rwMR/0sI8b/mnLNmxnPz7xJWsSk+EwTnxfqUN6Y4Kk1n0Wajg/aGeePXxo4dFCBxvxF/lvEjU1u4JRV4N+yq5YzBozzmXtoYxmtlsobAo3FTiqggAIKKKCAAosRMICf2HmhKxCg81Ng7JQv/3TExTiZ4IQO7BgflvlZr482CvA+O+/O05S4sagzSVDIk3CeDN6nM2fnPzyhGhWw7LxW75wfZ5Iv/+XPOLFvfraJL9tny/JmwuGfMpMn1s33dAlkm++Tp+hKJIL18oYNlaYzLd7jvl4mCJYy6Ek0becdan4aq1zwjUw8JXnQzR067aLzvBTpJG7G8CoCtp0ZjT/so5zFk0l6mB9UL4Jz3senWTrNmMt163H6LZjkdYl6vUmGHP9bihU4zn/MNL+ykEEn0WHkNztj4/0h2D0sRfn8ZdBNd8sYnzOaavc7V3zWPpQy9GaeQTfx03x8zrszljTCjQl+OrLcPS1+OKZ+55nPPk/DuVE07v9HFvlvEeeenzKs//3kuGhFxGfsrpng35kMdkqcJwJ/jr1eyL9PdPrJNut5DhVQQAEFFFBAgaUIjPvFaymVW8udTnZQfKke1LSWL/4EwONskeCw+RSVp5E8/aa3ezp4Ojwb4uk178Py1JUA/6KZVyeCHIKXepogrV+gUi8fd/i2FHxEcjPR7Jon0zSFpV7UjxsWBJ7/kcLNL+AvzLxnJpd1zOTKJI6LPgAIvstKcw4417/KTDrkwoHzRQsNgsjyaXKKVDxRJpgs32muGv+xr2aP6wSWePPkkly+mkDQQzP/cjPcPKFePDmu60XdeFLJk9aPpTCtCDLoJOpTBlNcP+TOwjn+ock7TvUu7pwR3vHOoJN4jYPrvTMx5h/e/z8gZbHOoJv4THH85bmiLws+Y3zWSg9WorNKOkvDnellZj43fH74HJX1qK8/nj5z3XGO+Rz+MoVoTZDBRGmR/xZx84GWBWUFuSlIHbiZwLnieMhcw3TKyHniPJbr8O8PQX05z3EFFFBAAQUUUGApAgbwS2Efe6d8sSeQ7q6wY4Qv23zhZLhj1tABwTcBMU9emwX5eTqawRI88i4rPVCX1wXr8D7sHbMigV8GnXTh/KWpaQbbShwDT/7o1Zx9NTfGqwPUi/rR/LWsW132aRkZtH4WrUwiyOVpJ0+um5XmiScdcuHA+aJjuGYZfpqP1yNondBcVk4TsHLjpJzHODdFCMzJZTNvgnRaPZRNrClP5p3yul7UjSfQbIdldeaJ9b6ZIPDNoJMIommm3ZmY4x9udHADot8uCOwJ8PstGzUPY6wJwptly3O1fxbyGcugJ7EeHcXRyqVnwRIn+PxxQ4EAt1kNrjeuO85x83PIenyGx+n0bZH/FvFvC/0N9DserlGuVY6HzDXMtdw8bl5twYRjbC5zWgEFFFBAAQUUWLhAv2Bo4ZVwh0MF6Iis+aSP4KH5RHToRrLwTVVV0VM0QV4mx0p8eaW5PT9zxVNZgo56RZrQz6pncb5o09yVJ188Fav3MWqIAU816cBtXb5gE+TyTjU/gcWT7FEGLOfYH50ReqIf9xUCnjz3C2yymU6ieT5NzjsT+fOp5GslY57BWInAmRswvAfPE1wC5npFmutzs6KenueQJurl0/96X7QgGLcVS71OOcSavgB43YNm1uWyYeO8L896rD+s3DKW8WSa1ynukp3zlD2DoYl/T7gueDo/tGCxcJH/FtXHc//sf9zPU4pWP8kfDO6ZIdvIwKSAAgoooIACCixfwAB++edgVA14YsV7umU5Oubi6Xw5b5xx3sHl95F58sd75nxJLdejp2WCGr60nisLeF+YgDKj1c+qqmo+raSpNk+yWD6LzCsDvDtN8PikbPBzyQSnGXQS48xjGWV4gkZg2Vm4Rn8INHiiyU+L8dSz37ni3DGf5Tw5fEKOf5JAg7IEarfLejSJxjaj3USv3fzsV3dGRr6eTAd2BGw0DeemTmZ1E9tkW3QAxjvu9PrOOaUAT/2bP8F22ywYt6f9FJ06ESg3r10Cejqj4+bR1BvOigS5D8iQFgW8dsDnh3OTWd3E5wqX+nNFMMl63QItG/lT6sNND1oOcEzUnXOb2Z3E+Lszxr8j/HsyyU2drNZJi/y3iOPhpgkthm6cvXPt8gpJedOFceax7Nopww1KDFg3kyYFFFBAAQUUUKAdAgbw7TgPw2pB4EPndbxvXudp3j2t90GgRvNpAjeaxdbbZEgQwk9s8c4nzabrdRgS6NAMn3J1JnhkeyyvM+/aE/zVZRiyv6qqSwwfsh8CRZq+8kSeHtLZBplx5rGMMpQdvrXTllIHtlFnmnSXrwScVnL6MTqco/l0vQ+G7HfaLRIo0Vlcv3PFuWM+yyk3zT4ITrgJQKdu2FLfOtOygcCzuV3W4YYSwX/zPNMpHdt6RlYqW2tkspMIourtM6QpdvM62+7109lR4w83ROgQkH3WmZ/C6/eqQmPVsSe5oUaLBj4/nJt6Pwz5XOHS73M1bAdNC64trrFh65TLtrs+1xXHRN05txwLmXE8ubbrzz/1on4sJ9NHQFmXfuOsyza4jvuZYdnPjM/9OP8WNffJ/t6TmVy7vAJEHwzUlcw481hG/w2UTVGTAgoooIACCijQLgED+HadD2szRMBFCiiggAIKKKCAAgoooMAmCxjAb/LZ36xj92gVUEABBRRQQAEFFFBAgZUWMIBf6dNn5Rcn4J4UUEABBRRQQAEFFFBAgeUKGMAv19+9b4qAx6mAAgoooIACCiiggAIKbFPAAH6bgK6uwCIE3IcCCiiggAIKKKCAAgooYADvNaDA+gt4hAoooIACCiiggAIKKLAGAgbwa3ASPQQF5ivg1hVQQAEFFFBAAQUUUKANAgbwbTgL1kGBdRbw2BRQQAEFFFBAAQUUUGAmAgbwM2F0IwooMC8Bt6uAAgoooIACCiiggAKnChjAn+rgXwUUWE8Bj0oBBRRQQAEFFFBAgbURMIBfm1PpgSigwOwF3KICCiiggAIKKKCAAu0RMIBvz7mwJgoosG4CHo8CCiiggAIKKKCAAjMUMICfIaabUkABBWYp4LYUUEABBRRQQAEFFCgFDOBLDccVUECB9RHwSBRQQAEFFFBAAQXWTMAAfs1OqIejgAIKzEbArSiggAIKKKCAAgq0TcAAvm1nxPoooIAC6yDgMSiggAIKKKCAAgrMXMAAfuakblABBRRQYLsCrq+AAgoooIACCiiws4AB/M4mzlFAAQUUWG0Ba6+AAgoooIACCqylgAH8Wp5WD0oBBRRQYHoB11RAAQUUUEABBdopYADfzvNirRRQQAEFVlXAeiuggAIKKKCAAnMSMICfE6ybVUABBRRQYBoB11FAAQUUUEABBQYJGMAPknG+AgoooIACqydgjRVQQAEFFFBgjQUM4Nf45HpoCiiggAIKTCZgaQUUUEABBRRos4ABfJvPjnVTQAEFFFBglQSsqwIKKKCAAgrMVcAAfq68blwBBRRQQAEFxhWwnAIKKKCAAgoMFzCAH+7jUgUUUEABBRRYDQFrqYACCiigwNoLGMCv/Sn2ABVQQAEFFFBgtIAlFFBAAQUUaL+AAXz7z5E1VEABBRRQQIG2C1g/BRRQQAEFFiBgAL8AZHehgAIKKKCAAgoME3CZAgoooIAC4wgYwI+jZBkFFFBAAQUUUKC9AtZMAQUUUGBDBAzgN+REe5gKKKCAArW59BMAABAASURBVAoooEB/AecqoIACCqyKgAH8qpwp66mAAgoooIACCrRRwDopoIACCixMwAB+YdTuSAEFFFBAAQUUUKAp4LQCCiigwPgCBvDjW1lSAQUUUEABBRRQoF0C1kYBBRTYKAED+I063R6sAgoooIACCiigwGkCjimggAKrJWAAv1rny9oqoIACCiiggAIKtEXAeiiggAILFjCAXzC4u1NAAQUUUEABBRRQAAGzAgooMKmAAfykYpZXQAEFFFBAAQUUUGD5AtZAAQU2UMAAfgNPuoesgAIKKKCAAgoosOkCHr8CCqyigAH8Kp4166yAAgoooIACCiigwDIF3LcCCixFwAB+KezuVAEFFFBAAQUUUECBzRXwyBVQYDoBA/jp3FxLAQUUUEABBRRQQAEFliPgXhXYWAED+I099R64AgoooIACCiiggAKbKOAxK7C6Agbwq3vurLkCCiiggAIKKKCAAgosWsD9KbBEAQP4JeK7awUUUEABBRRQQAEFFNgsAY9Wge0IGMBvR891FVBAAQUUUEABBRRQQIHFCbinDRcwgN/wC8DDV0ABBRRQQAEFFFBAgU0R8DhXXcAAftXPoPVXQAEFFFBAAQUUUEABBRYh4D6WLmAAv/RTYAUUUEABBRRQQAEFFFBAgfUX8Ai3L2AAv31Dt6CAAgoooIACCiiggAIKKDBfAbceAQP4IJgUUEABBRRQQAEFFFBAAQXWWWA9js0Afj3Oo0ehgAIKKKCAAgoooIACCigwL4GWbNcAviUnwmoooIACCiiggAIKKKCAAgqsp8CsjsoAflaSbkcBBRRQQAEFFFBAAQUUUECB2Qt0t2gA36VwRAEFFFBAAQUUUEABBRRQQIH2CkwXwLf3eKyZAgoooIACCiiggAIKKKCAAmspsJQAfi0lPSgFFFBAAQUUUEABBRRQQAEF5iiwigH8HDnctAIKKKCAAgoooIACCiiggALtFNjAAL6dJ8JaKaCAAgoooIACCiiggAIKKDBMwAB+mE6/Zc5TQAEFFFBAAQUUUEABBRRQYAkCBvALRnd3CiiggAIKKKCAAgoooIACCkwjYAA/jdry1nHPCiiggAIKKKCAAgoooIACGypgAL9RJ96DVUABBRRQQAEFFFBAAQUUWFUBA/hVPXPLqLf7VEABBRRQQAEFFFBAAQUUWJqAAfzS6Ddvxx6xAgoooIACCiiggAIKKKDA9AIG8NPbueZiBdybAgoooIACCiiggAIKKLDRAgbwG336N+ngPVYFFFBAAQUUUEABBRRQYLUFDOBX+/xZ+0UJuB8FFFBAAQUUUEABBRRQYMkCBvBLPgHufjMEPMqlCFwpe/118l92ZMaZl8mp0zmz5t2S35D8g+Q/JdfbZ/ijTB+VfFDyeZNN0wucP6t+NxlX8izOXzZnUkABBRRQQAEFVlfAAH51z5013xyB7RzpHln5WcmXTzZNJ3D6rHa95E8k/zT55cm3Tb5gcvPfUILOW2X+i5JPTH5P8qWSTQoooIACCiiggAIKbFug+eVz2xt0Awoo0AqBs6UWj0n+VlVV98rwr5JNkwsQfB+T1d6ffJXkSdMNs8KXkp+efOZkkwIKKKCAAgoooIACUwsYwE9N54oKtFbgPKnZp5L/LfkMydtLm7n2Vg57/+TjkocF7j/P8u/vyIxntG96aObStP4cGZoUUEABBRRQQAEFFJhKwAB+KjZXUqDVAjT5/uu21HAF60Hw/rDU+8jk5g2Q32bes5N5Mk+rBgLyPTNNZpyn7NfJ9LHJzXSjzHhd8tmTTQoooIACCiiggAIKTCxgAD8xmSsooMACBZaxq9tkp09ObqbnZ8b5kv8l+SvJdGCXQU/6XaY+knzNZN6F/02GZbp+JmgZwU2CjJqGCJyQZXslY0XeJeOfTjYpoIACCiiggAIbK2AAv7Gn3gNXYBMEJj7GK2YNOqAr/238c+b9Y/I/J/8yeZxEr+lvTcHrJp+cXKb/l4lrJ5sUUEABBRRQQAEFFJhIoPySOtGKFlZAAQXWTIDm74/LMe2WfGo69e/9M6A5PUF5RidK9FzP+uVKZ8zEwcnsLwOTAgoooIACCiiggALjCRjAj+dkKQUUWH+Bv88h3iy5TEdk4oXJ0wTvVdYj0XndhxgpMu/DX6GYdlQBBRRQQAEFFFBAgZECBvAjiRZW4JDsiSChzrfIdJ34SbCHZOLzybx3W5f5YaZfkEyHWrwjmtGpE++X3j5rvyv5pOR6Hwy/m2kCGd7rpYO0TI6V+E1s1mUb5KOz1q7J1JWOvvh5LuaT2edrsmycfVwo5fCgo7BTMs765N9nnF7DeceYMpmcKp0zax2U3Nw+9t/I/LoTM44jk2Mlzid1rDPnu14RU46b4/9xZtZl6v09IfNGHc+VUubXyaz7owzpVC2DTjpL/tIrPcvqTH0yu5uoT72MYX2uugVGjGxnfTqKu3q2/+/JnL/ynFIXHL6dZVyDBL6Uz+RMEx3SHZAtlueUpu/PyLw/JG8ncTx8Tstt8BT+xuWMPuPlLI6ZY29eI/jw2XlfCt8teZIO8gZ9PrOZTrpE/lJv/p1hP2TOBf8O8fnjc5IiO6XyeqZurEfGgf4BuPY4np1WbMxo1o/rm+u8UWynSfZ/2czlc8rnlTqzfzL/Rnx1x7KrZUjZDCZKrDPP7deVOW9G+HeIG0B8pql/mbHl3yjOxah/H7KpoYnzMevra+gOXaiAAgoooIAC0wkYwE/ntqi1CCZunp3xM1WHZciXxvKcXSDz7pPM70x/PMO/SZ400YyX5rz8BBY9ZBNU7N7YCMEgwc3HMv9ryddLpm4ZTJzoHZ3fxOaJJEFbvQH2ecdMfDSZ94Yz2CntkTnU8XsZ4sEXcG48ZLKT+BJ6+Yw9Jpkyr86QnsEzGCtxo+S5KfnTZN6Dbm4f+4tl2QOSa3NunmRy6sQ540YGthz/uYst1ft7ZOZxPBz7JMeT1VqduPZoXo43Bg9KbTl/5TnNrAqHvTPCNfjuDCl/5wwJpDKYSbp4tkIAk0E38dvvBHvdGdsY+WDW5SYK27xvxrmOHp/hqFQacezNa4T1+ezQOd7LM0FQ95wMz1ZV+Ttd4hrjWuPY+feFf2fqLXEu+HeIzx+dzPFTe+W/BZwngvT6eqZu9bqcV979p28AbgJcsl4wwyGtKL6Y7bF9Pqc4U+fM6iT+jeDGBMsIfif992ze26eS/JvynoycmMy/Q3SGyM2MTPYkbPk3inPBvw9vylL+jcxg7LSM62vsyllQAQUUUEABBXYWKL/Y7LzUOcsU4EvxHVKBtyQTWGYwNPFb1Z9NiWYT4MwamPiy/eEsfWoyX2wzGJkumhIEIQTh466TVTqJ640gjSdGnRl9/vDO8Ccb87GgdcC3Mp9hBmOlO6UU2xonUMCPL/73yzrjJtb5QgqzDnXM6ESJc8U5YzvjrMixc77omXuc8m0uQ6DBsfx/9t4D3rWmrr+OL3YBC6Jix4aogIIovXcQ6UqXjkpVkA5KlfIXEFCKVBGko4AU6SAo0kU6KIgNQQUBK/p+V547eebM2Ul2clJ2knU/M2d6WzM7d/+m7WWETZ6HZ6Rxj45edAwmSac6b3wRXGNM1Ati+5/oVah/TCb082ViPi76I9GsDMeYqrjx/kUJXYQRzxiTIkzo9Rn3yf6IKr8JjLUjAR0O2D85/tzaH2P04/nD83bBmPPUDybCq6OXqWOSHVM8f0xukCd5H4swxaP8nt0n4bQnRqdad/4UShn8lvCbclk8FtRXT3x+T+iHWOeqbYyvuZUyggQkIAEJSEACswnwsjc7hqHbInDhFPyk6LqP2Eb5tPhxJpfVvFiPKLZKPz0+PxE9TyEEssrT9bJHOazAUQ4m27rb/BDCHxPPWS+9CT6iWHG/e+VDObQHjZ0g6v8ZLJVGQGDrcFdZrITDiboi/HNjeJV09D1xzFuZghcsurahImhRP/JnMoVtvMlyougfVu35bjgv4JOAOZaLJpy20mexjhWc4T2tLCL9cP7cK5ot3zEm6tOxsVpHWoRbtgrHa6zYdss2XMKKZlfHOHALf9jmzXb4rrH3T6kPnEs9sbM7JN7H1K1GoxHbsY8FLOHR7vr4t+TBhE6MrSieTyY4WFlvK8AYhAuMGC+MmzYOQizpuxi3cYv7G2OhXxhjsY4Vxwgog7KYuGuPEzD+fz0xGc+MO/KIc6xY3ebZRGMfe1Z/ECDZLdOO5SpKbyuTI2z3pz51IsZOYTWtDcSnHvzOYO/S686fMimfbf9tG2D+rkSAI23ARMhvf+sSZQR/VuQ5qoR7mt7G+JpWF/0lIAEJSEACEliAQPuisEBSo66ZANvai3CHEMmLPKuWbCO+ZcrmhZKXNYTLOCeKG7S5MZu4E8/GggD1xPixbTjGRLHiiMD7bfFhNYtyMHnRZmsz55MTNFG3iI2tqDF6KQRwhFxePPmWdtmaT5uoL6thCAF1Zl2f9SKc1Vfa/yNxcE6UurKdlK2mz4lfrRBm7hQPyo5xRPEiiyANtzqg5M8WXOpH/ldLBNix1boVgPlu+CLCJKvvpUxWLeELZ3jXZdE2XuBT9ERdMzbaFGOi/jq220eTlray/TbOsfr3/OUcPWFFt32ZKBtTbCFnPNcFsq2asfdN8YRzqSd2VsZpLwJpgieK/iQe24AnngtZTouMsEM/n+Y67S/9y9nv01yb/Ut9ENTa55Mt7UzsnSnVgQttZ7xwVhqhm3GUoIni+WBbPc/WxHOGhTzKGXPazzgnD8qgLHYP4G6fUdhxJKbUl75kMow+Y/yisTPG2UVTV+EKcRAWY2n1lUl5t+jyPMU6ohx+OzinX1iVNrCV/+aJVD9XjCV2B/F8J+iIWnf+FAYvJkLq/5O/kIAbRlNfLjyEI23APHf8GSd82rBuR7xH3C/CUQXsXZp02xhfXXXRTwISkIAEJCCBBQnULwsLJjX6hghwnpSXMbaGspJaF8uq603jUa9qxznihZgXVOxdukuAIg+2zXJZWJuGcjlTSj0QdutwVuJ5ga/95tnvmQhsC663EFMGL92c4U3wWLEyx0RG/WKO8M/WeCYOaP84YvWH1cjrx80LaoyJQghHQJl4xEL+rGYXwSNeo3n5U+c/TkRW7embWMeKZ4l2ITCMPXr+YSKFc7XwhUGdjLJYbeO8N/UqYfBgAqC4d8lE2Py5psJMuFwrfl1jL95jxQouwt7zxq7T/yAUMmlzus/iNgTiszfJmBDh0rXG+6hzTS4uo2u3UD83ZbGD5U0x23ESr9F78wfhnkv3Yp0ofguY0EFAnXjOsXDxGyvqjHPGYB39s3H8UjSTCTEmquTPc0dffmIScrqFMX69OBFMY4wVY5l6jx1L/qHvEFpLcnYNcG6cSaouVgi8PHcIx3U4zzQToyWfYq47f8qhvvXvKDtoGO/83lJf4rSaibnfiifxiB/rWNEX9N/Y0fFn2+Oro0p6SUACEpCABCTQlwBCR9+4xts8AQRaLoljKV/PAAAQAElEQVSqV1PbWvCCzZZJtr7WYayaISzVftjxawUoXrrJg7yIM02zdZeV83qlD+GJF8JpaVp/VjXZDl+/OLdxihvhg5fT4sZESGZL76z0vPByQdiHSXBKIyggWJxyjg3yZzV77Dj1h5W8efkTlT5h8oSLvHCjeflvBS/8p2m2/zNxwov4tDj4/1H+IEzFmChW4HhRn3jsiIUL0LhErFQXYYtvr9NnxW+aCadHJLA+l86K6aKTJsliruKivP+YG+tkEbpS0572+eR5Y9KtPVrSpoch45cJkTqMCS0uRqv9ptl5rpgc4+sR0+Jwnp9jKW0445nnk3q0YcXNVnC+cFDcmO3EGn6LaM7ts0ujpKEMJmCKe5rJTgGOzpRwnqf2KAVh686fFf4rUlCl+U3mQs/Ka6qVnSnclVBHoM60p/bDvu3xRR3UEpCABCQgAQmcgIAC/AngbSDpw1NGnxdRXpjZ8l2vbCGcsqU8WRxRvKASVjwRQB8SB3nEmKtY9eZzX3VEVu7ZWlv7TbNz8zPbc6eF1/6sMiN4Fz8EclakEDKK3zSTMn6vCWQHAdtRizcCfZ0/ghIrc33yJw/q83gslWZVjxfyymuqle3N7BiYGuFUAILr207Zi8Exh7otxX/oJmfcGatcsoadiYl2NXdWGzhOUu5LIB7b5zl6gH1ZzS3r7fjt+zwsW+a0dEwCsRJcwhmLnM/muSt+p8xOg3ozIcLESIlA2/iaRXHPMrlHgi8CzIpDGM8xZq37jGcmRejDOh1CZe1e1M5OmjoNzwXHdWq/LjvPFcIv5+QR+tnt0tWudeePoP3SVJCJQyZtqU/fSc4kGzGhxW8X9qKn/T5se3yV+mlKQAISkIAEJLAkAQX4JcFtIBkr1S9ZoBxWv9qVLc6s1lnwoshn4mo/Pk3VvlDX4V12XvJZgS5hfAqtnhQo/l3m2+PJC2eMmQohuN4WS2Tq2rU1l7AuzbexqScv5wjaXPJWtqJzDvQSTSK2Z/cVlEpSyqjbw23mCIQlfJpJGj61NS289WeLdOu3i276ghVetoNz3p0vLcBiaG1hG/k26sQEG89pKZuJGyY7iruPyYQIF87VcXmWeKZO9+u28WzPW+knJUJm3W/Y+45nftvIY1WaZxxhvOTHxX3cB9FHiH9gErF6X86YtyvZCR6tO3/qzqQWu6a4B4T69F19p36L6G2Pr0XqalwJSEACEpCABDoIKMB3QBmIFytBrCL3rQ4rW+0LNNtmWY0qebDazKVvxY3Jbcas8mHvq1k5ZfW5xGeFqu82WMor6WaZrMq1kwJd9wDMyoOXYLb483LO96xZ1eJlmTQIj/VWbvw4o4u5iGaHBFuKSxqOKHAZW3FPM0lD2mnhrT9nj1s/3ashwM4Vnp86N56d2r0JO89qu2uG1XCE5UXKR5hmZ0Odhuee74bXfl32vpMF/57E9blrxueik1/JYiXqg8mlfXb5LNz74s8dGtO2kye4l1p3/r0qsYJIQxhfK2iGWUhAAhKQgAQOm4AC/HD7v+9Kdd2CVjjmcja+mV3i8ALf3kjNGXNWpxfRXEDXCtfcKF/KmWYiWPQVRqhnvTUawXuRCY1pdSj+rJKztbi4mcTghudFOBD3wcngrNFFsXqKEF/c08z/TADbnWOo5hBgJZUJIu4LeE3i9hlridZbsd18WxfW1ZXkOAATTrUfO2tqd1876XjeSnzGOmO+uKeZCOLTwmb5ww+Os+LUYau0s2OAFew2T1azeT65HJHPAjKBx5cimBxs485yrzv/WWXPCuPuB9pDu7jzY1ZcwoYwvqiHWgISkIAEJCCBExBQgD8K7y5xIsgtokmTZCtXbINdNFOE4/ql/cuTAS9tMcYKAb4W6PHk0jU+B7eI5pItBALSF43AXezTTFbsEMSnhdf+jE2E4eJHu0hf3Cc1YcHOgZIPZfG5qUU4EJdbteFc8sHsw4LJCC4FJL56NII/Agnnv/nKAPcycDyBrxLQ73yT/QGj0ajdNRGvEytW39u7CKadIT5xYTMyYKKCox11lPq8f+0/z85zBrd58epwnjF+Q2q/gdqPVetZ8Xls9DTF6jNb1Lm4jokGfl9ZnefzbdPS1P7rzr8uq7Zz7OG74oGg/gsxnxrN8Q4uHOWiRdpDuxg7CZqpiLPN8TWzcgZKQAISkIAEJNCPAEJSv5jG2jSBZVZn25d2hHUE1U3XfRXlsfpeTz4gWLRC1irKMY/tEUCgQDDhqAPCIwIJW7ifmSrdOfrS0ZsYv6zOtreusxJej79UZafVV6f281bgEfj5DUnUnVP8Xt4mtWZCbf4ugtMmglid/3jSsNWez7idIfZpat351+UyqcDnADlmQ39w1AZB/TGJxFdJ+Nzc0P7v7jO+Un2VBCQgAQlIQAInJTC0l4CTtsf0EpDA8Amw2n6pVBPBCcGE74D3/S1iRbpcRJgsVqKYPPhAkxNCFKvwjffOOmkjk2A724AeFWdVmskfdgddNfG5RyTGXMVxoBcmFpdcslIfa6ea5J/QdeTPhOujkjeTCr8Uk3s6YsxVTC7wNZG5EdcY4RDG1xrxmbUEJCABCUigP4G+L839czTmNgmwWlmvGrKiicAzrU5c3sWNzQhUJ9U3nlbIkv4IG7wUluS0re8LbUmziMlLMyuUJ+VAelb2Fin7kOLC5xfTYC5Z44xyrFMVQskfJJRjKlzuxthmvC7yJYIk76U4W8/RmRL5TLFw8VuMlanrJie2bnMUgKMCbI+O10bULq+uLwoIgZbb5C+YhIwZjgk9LvZ5O3g4GvSwxKuP1sR5TJ00/678OXbDlwPYRXCswMqDYzd8yeG34scXHJhk+orYHxm9TXVI42ubnC1bAhKQgAQkMFKAPzoIELwQMBbRpDmay2pcXEC3aE6s4FD3ko6LpXjZLG4EYlaRipttj+sUiks5y5hsHeWlsKTlpbc9a17CljFhUadb9wRBXdYh2xFceWba3553BgqC/bliIjwzjplQ4V4CzsPzeTPOqid4LYrdAEzi1JlfPQ7GXYwTK/Jh1ZYz/FzGx1EBBMrzVDnzrPLMVl4jGNTuvnbGM8Jric9z3475ErbPJmOGuxRunUZyuSSr8wi+r4i7aycH9y+wIp/gXmoV+XOUhEvomJyqC+U3kImHK8WTccAYOuNoNOKrGjwrzxmNRkzQ1hNP8ZqqHF9T0RggAQlIQAIS2B0C7Uv07tR8/2vKp48WbeX5mgScnawFAr5nzCfg6mjnrh0DsnP+k1X4UiWEEbY1F3cfkwubeHnnJReT2/PLJ97w4+xzyQehkcuiivvQTC72Okmb+0w4IYDcIYUwcRRjrBAqEKjOGxerilxWV4/ZeG9EMR5e3JR0xbhrATvOpRVCIV98qDN4bxw8ozHGinbXbjzPz58lNM81kyAlKc89z39xH6rJp+4QfC8fAExyPCNmrfjU5uVqjwXty+SP4M7Z/booJhhYlWfi4aUJYDcKkzCxLq1OG19Hkzu+jvLQJQEJSEACEhg8AQX44XYRK5WLfO4IYZWzxHWLXh8HK0QxxorPIbGFd+w49eeSMRGOY/RWrGQhaCH0FMF4VYJOqQTCe1vXS5TAnia7C/j8GBeScSHazycdK1kxRn+bP9wEH2OieHGvhZ5JwAwL26x5uWZbN+doWS1e9WfOZhS/siD6ss6MC736suDccJ8JJ7i0fchq/HNTcN9VRISa+rN9SboSRfm/l5zqXR9MNLB9nxXSBC2t4HjzpEY4jDFRT4+NZzLGWPGsshNh7Dj1h+cKQfOUs5fBRMmFmpg8S3VZTfDOOvntYqcEF7zBjmfxIj1bw2V3t0vcd0TXCubFve78Kecq+VPvLqINrLDzBYYEzVWMLyZs5kVcyfhKIYc0vtJclQQkIAEJSGBYBBTgh9UfdW1+LI4fiu6r2HrMmc8SH0EEAb64MXmBYzUHe9EI8KwAFXcfkzOltWDMuc1VC1Wc9eR28ro+lMvkQe03y84kCLfZlzgfjAVBJsaIlTLOPWMv+hqxzDuXnSgTxYszn3CiDM6icpP1zRKKQBtjp9XZU/u+E0gI5ozXJJmpmDxhC3OJhND8ujgwY/RS5Sx8r8gLRnpr4nPmPsZEXTs2+jjG0opxddsm9YfjbsuK14gxWfNgVw3PKGF9NQIouwfq+PwW8PzXfvtgZ6Lp9mkIn1ij3TyL7URmgqcqfgf+YmroaLTu/BGGOVZRV4EJBSYEa79ZdiYq2cEyK04J2/b4KvXQlIAEJCABCUhgSQIK8EuC20AyVmQ4K8sK0LziiENc0pS4vKixIlXcxcSfy+2KmzT3iaOvsMYK6D0Sv1a8APPSWfutwv7yZMJERIyxYhvyTWP7kuh5ih0JbD+t49F2XtjxQ0hCgKrPwbJSz7eh+664chaVyQvyKxpB6a+KY4dMdjzUZ6QRttldMK8J9AXbf79hXsSEc2kbAlGsY0XavqxJwOezGOfY16HZzv+gZNweJ+Db2wjx1DfBCykmkbjdvP2t5TNh7Q4QMv7z/OG8f4yxosy7xnaW6D4KnuwaYPdAiU97XlIce2ayLfxPmjZdM+6+vPidaI/O1F8kWHf+CPD8fqfKE8WldPVzMgnosDA++A3it7Ej+JjXjo+vY+3RQwISkIAEJHBwBNqXyoMDMPAGs7WSl3FeyqdVlTAuQCJuiYNw+vg4uAQpxhHFuVu2CteebC9/dDzmrRzzovmride+LP52/IpgHOvKFC+bz29yu3/crGjGmKp4+WXF8+JVDG7cf3LcsIkxVqzw/9HYdvqfW8TKBAVcY52qEFgRwupt0UwGcI57aCudTNLQd1MbkwAmHThWEOtYIRjcKbZZEzvE4fx6X6Gac9gIRMl2okg/jzWREd45osAkC+5a90lfx59lZ9ILIb6Ow+/k78eDOxS4KDLWuYoxyGQTY6weIyTkBn62z2NvNdvcn9J4ck6Z+LP6giRwoO7sGsBdNHUvO0+K3z6Z3F1QT/TBCw7wmNfOKyfCxaKLYhKLSbjixlxn/vxWsGWecopmJ1WfyTPG2J2T6J7RrSKM57P1P+zx1dLQLQEJSEACEthBAryY7mC1D6rKrI4/Ky1m5TvGEYUf54d/+YjvaIQfn1FqvMdOBFg+ldS+0N8goQgbbFHuevFjOz/bndkinqgTxaePnjlxrdbCyzQCe71jgDH77BRzt+iuCQdW3p6UsAdG1+oJcbw9ulZMcNw7HqxQxpgomCMstltbiQCbS8XCKmm7tfmJ8X9t9LYVK8m1oMwqH5/ImiXEcwaeHQp13ZnYeVo8GGcxjig4I9AiHNInRwKnOLigjQmkOph68QmsaYIx5dBHpOPYRp222PtcoFfizjN5Ph6eSIyXGEcUK51cBPeI+J4zGiEpxhFFfWkTq7iMh1aI/FBiM0lU90+8jiiEdYT82pML8N4WD8YeYzDWI4qxyn0U7W8B5f16YvIsxdhL1XX0Acb8bnIUpKvRPAvsbOASu5rnyxIZzjEmHzEfYwAAEABJREFUat3502+TwmJh9wQX7U3ra8Yddxy8OXG5QyLGMcWxFnYXHAuIh+MrEJZRppGABCQgAQkMgUDfF+8h1PXQ6oAgUdrMJU1st+XiOIQCNAI4fnyaqsTD5IWdVRmEONxdmvOVN05AK7iyJfxP48/t7AiwrOKzfZiV2b+MPytbMSaK8u8YF6s6MdaiKJet8KxulwIYtwjoXELF57ioJ0zgg7B/oxLxlMkkA0J5zfRU0Iit/1wwVudPGJ9ugjG34SMIUAYmF0uRX3tWHoGeMmZxJ99NaIRDhOW6LCZe6Cc+lYa+YR0YO2zYhcFOhTgnivFFP7MbAgY1ZwTaEpG0jJPi7jIpn3htGJcLsoX/3Qkgf8qBNfnRn78W/yIIw/djcdcKgaZ2n9ROGZyr5hNebV4IfoQxoYBQzMQHPNGsAlNfdnq044N8GMuMq7b+hNWa/kMA5Vmu/cmTsVc/n3BijDJW65Vk0vF8MzE3rzzi7rKmvxgjsK/bwe/mR+PBOIIT44rxxTiDMav0/JYkyljBi91MTOyNPU79WXf+TNbwfJ0qbmzwxQ36mp1N5beY+vP7TP04NlD/HtPHjL9x4vzhmUDHekzRdsfXMSxr97AACUhAAhKQwEoI1C8vK8nQTFZGgFXmxza5sQLJtlw0K25N8IiVIlZteJlrw1o3AicryAhnbRgr21zIxksewjDnods4pEO44/x7G7Zq9/OSIWW1wiXjlzPG1BMm8EnUI+oNcSHEIDzG2qmm5U9kLoi6TiyUgdluh07QmDvnbtutsIRtQ7Mtt2sHBkIwggG6PQZBPdmhwJGNdjKDMC46hEEXZ4QndnX0+cwVglQ7rsmfvuQiRvKnHFi34+4jicgFZaz8xzpR9Hu9ijoJOIEFIYmbwJn4QICblhVb+uGJhu+0eOxkYNWUy+umxan9eYZ5llllrf2x188nnBij+NcaVjzfPOe1/77amRy5bhqHEB7jiGIcwYlxxfhinDHe6kgI/zzD03itM3+EdC7how51nbDzBYLyW0z92SHVjjOePb7uwMQsadAc8WFsYu/Sjq8uKoP2s3ISkIAEJCCB0wi0LzGn+fp3CAT+M5VghZPVvlkCRKKNCEfwYgWufokjbJbmvC9nLR+VSF1CW7w7FauopCN9Z4Q1eHIJF5MWL+iZd2Fy+cRn23OMmarkz9bVmRGrwFLGotyrLNZm/d3kzFbZGJ0KlmytrwNZhedzXNz2jwBYh3XZ2QHxswlAgK9X/+I1VcGMT3dxWSD2qRGrAMohDYIXK5WsoFLXEgWhHiGtuFdlMiHBcQwEIT4PiFC/aN6smF4gidhWTzti7a14ljnGAKu+ZcP0XimBG9k3+XymyK0rtqLzNQQm7RapDM886V49J9E682fylXHM+J5TjUkwK/dMXrHjit84dmGUQHaKMAFU3F2m46uLyr762S4JSEACEtgbAgrww+5KBAhWG7kl+QGpKqsmMcaKF3W2j7P9m09zLStgIFQgHLFiw7Zqtm1y2di4kFN/2N5cl8UFcaQ7FbwxgxdOLrDjfOd9U+q7ouEQY6ywU887xLWM0EX+rNTxKSryIC/anuwmCjbcjk88VseW5T7JcE0WPsOH0Hit5E87YBPrRDGmzjRxnW5BMEaQ4Yw3ux5oa82AfMmPsYLQzIo6aU7PYb6Nujw00eijwpl84zVRbEnn+AYTMIxvJpmKEMuuD86Yl8i0hdXm4l61yQopE2RcIscFY5yRZ+wxFtqy2IXB1w14LhlHxIfXooxKvrQZVnymkTHHbpG2XNz4E86Y5N6IlmfJb99Njo4wocZvBJcwwr4ev7QfN/6MPfoIbjz7hM3T68yfz1wyXhDkGfs8A3V96FPqTbto3+USyFGOGCN23bSfCGVHAXcyED5NO76mkdH/CAEdEpCABCQwHAIK8MPpi1k1QSjgpuHvTiS2CqO5WZyVPc50rkKYZos5K7aXSRlsyaWMohHuS1kIM4nSS1FvhKuSD1t/2wuiemXURGL7PufNObMPh5I/durJpWiL1LPJfsSZYvIgL9pe8seEDReKsWrHC3WbdpqbLe2kL5otr5xFnRa/9V8mPRNACHa0AzalbEzOzyLItOUUN0I2ZdLWmgEXY5EfY6Vuf9vXfdpHHxXO5Eu9imbcMAHxilSIusSYKPqHCYYSF5P6TCKcsjDWGHOEo7Hjdyp4YYN6sKL+S0nJ2GMskG+tmdS4WsJ5LqlnrCtRsGbMMSHTlosbf8KJ17fAts8W4QNH4pe201/k16dsLl4r6TC5j6MrHfmRL3HQlEe5XXFbP34j+EoEY7Uev+SDG3/G3rJ9tK78eWbflMYw9uu2U2+eEepNuyg/0Y4odkYRr2iOF/GMHYk0xcG4YfwwjhhPJQ9M3PgTTrwpWegtgakEDJCABCQggRUSUIBfIUyzkoAEJCABCUhAAhJYJQHzkoAEJCCBmoACfE1DuwQkIAEJSEACEpDA/hCwJRKQgAT2jIAC/J51qM2RgAQkIAEJSEACElgNAXORgAQkMDQCCvBD6xHrIwEJSEACEpCABCSwDwRsgwQkIIGVE1CAXzlSM5SABCQgAQlIQAISkMBJCZheAhKQwHECCvDHmegjAQlIQAISkIAEJCCB3SZg7SUggb0koAC/l91qoyQgAQlIQAISkIAEJLA8AVNKQALDJKAAP8x+sVYSkIAEJCABCUhAAhLYVQLWWwISWBMBBfg1gTVbCUhAAhKQgAQkIAEJSGAZAqaRgASmEVCAn0Zm8/4PTpFfUukbx66SgAQkIAEJSEACEpCABBYhYFwJ7DEBBfg97lybJgEJSEACEpCABCQgAQksRsDYEhgyAQX4IfeOdZOABCQgAQlIQAISkIAEdomAdZXAWgkowK8Vr5lLQAISkIAEJCABCUhAAhLoS8B4EphNQAF+Nh9DJSABCUhAAhKQgAQkIAEJ7AYBa7n3BBTg976LbaAEJCABCUhAAhKQgAQkIIH5BIwxfAIK8MPvI2soAQlIQAISkIAEJCABCUhg6ASs3wYIKMBvALJFSEACEpCABCQgAQlIQAISkMAsAob1IaAA34eScSQgAQlIQAISkIAEJCABCUhguAQOpGYK8AfS0TZTAhKQgAQkIAEJSEACEpCABLoJ7IqvAvyu9JT1lIAEJCABCUhAAhKQgAQkIIEhEthYnRTgN4bagiQgAQlIQAISkIAEJCABCUhAAi2B/m4F+P6sjCkBCUhAAhKQgAQkIAEJSEACEtgagU4Bfmu1sWAJSEACEpCABCQgAQlIQAISkIAEOgmsQ4DvLEhPCUhAAhKQgAQkIAEJSEACEpCABJYnMEABfvnGmFICEpCABCQgAQlIQAISkIAEJLCvBPZPgN/XnrJdEpCABCQgAQlIQAISkIAEJHDQBBTgm+7XKQEJSEACEpCABCQgAQlIQAISGCIBBfjV9oq5SUACEpCABCQgAQlIQAISkIAE1kJAAX4tWJfN1HQSkIAEJCABCUhAAhKQgAQkIIFuAgrw3Vx209daS0ACEpCABCQgAQlIQAISkMDeElCA39uuXbxhppCABCQgAQlIQAISkIAEJCCB4RJQgB9u3+xazayvBCQgAQlIQAISkIAEJCABCayRgAL8GuGa9SIEjCsBCUhAAhKQgAQkIAEJSEACswgowM+iY9juELCmEpCABCQgAQlIQAISkIAE9pyAAvyed7DN60fAWBKQgAQkIAEJSEACEpCABIZOQAF+6D1k/XaBgHWUgAQkIAEJSEACEpCABCSwdgIK8GtHbAESmEfAcAlIQAISkIAEJCABCUhAAvMJKMDPZ2QMCQybgLWTgAQkIAEJSEACEpCABA6CgAL8QXSzjZTAdAKGSEACEpCABCQgAQlIQAK7QUABfjf6yVpKYKgErJcEJCABCUhAAhKQgAQksCECCvAbAm0xEpBAFwH9JCABCUhAAhKQgAQkIIG+BBTg+5IyngQkMDwC1kgCEpCABCQgAQlIQAIHREAB/oA626ZKQAJHCeiSgAQkIAEJSEACEpDALhFQgN+l3rKuEpDAkAhYFwlIQAISkIAEJCABCWyUgAL8RnFbmAQkIIFCQFMCEpCABCQgAQlIQAKLEVCAX4yXsSUgAQkMg4C1kIAEJCABCUhAAhI4OAIK8AfX5TZYAhKQwGgkAwlIQAISkIAEJCCB3SOgAL97fWaNJSABCWybgOVLQAISkIAEJCABCWyBgAL8FqBbpAQkIIHDJmDrJSABCUhAAhKQgASWIaAAvww100hAAhKQwPYIWLIEJCABCUhAAhI4UAIK8Afa8TZbAhKQwKESsN0SkIAEJCABCUhgVwkowO9qz1lvCUhAAhLYBgHLlIAEJCABCUhAAlsjoAC/NfQWLAEJSEACh0fAFktAAhKQgAQkIIHlCSjAL8/OlBKQgAQkIIHNErA0CUhAAhKQgAQOmoAC/EF3v42XgAQkIIFDImBbJSABCUhAAhLYbQIK8Lvdf9ZeAhKQgAQksCkCliMBCUhAAhKQwJYJKMBvuQMsXgISkIAEJHAYBGylBCQgAQlIQAInJaAAf1KCppeABCQgAQlIYP0ELEECEpCABCQggZECvINAAhKQgAQkIIG9J2ADJSABCUhAAvtAQAF+H3rRNkhAAhKQgAQksE4C5i0BCUhAAhIYBAEF+EF0g5WQgAQkIAEJSGB/CdgyCUhAAhKQwGoIKMCvhqO5SEACEpCABCQggfUQMFcJSEACEpDAKQIK8KdAaEhAAhKQgAQkIIF9JGCbJCABCUhgfwgowO9PX9oSCUhAAhKQgAQksGoC5icBCUhAAgMioAA/oM6wKhKQgAQkIAEJSGC/CNgaCUhAAhJYJQEF+FXSNC8JSEACEpCABCQggdURMCcJSEACEjhCQAH+CA4dEpCABCQgAQlIQAL7QsB2SEACEtg3Agrw+9ajtkcCEpCABCQgAQlIYBUEzEMCEpDA4AgowA+uS3a+QmdLCz4W/X+V/qnY91l9Rxp3q+hXRn8yum479r+LH2G/EvOc0WeIHqra1/5jDNIXRb82HXDG6G2rp6YCpU6Lmp9L2vdHPzL6AtFfFq2SgAQkIIHBELAiEpCABFZPQAF+9UzN8TAIfEmaebHod0R/PPqx0ZeOPmt0qxCKCXtwAt4b/ffRN43+qmiVBJYl8DVJeI7o20W/OfpT0deNHvIEUap3YkX7rpNc7hetkoAEJLC/BGyZBCQggQ4CCvAdUPSSwBwC35DwZ0W/LvpHoxdVCPlPTKK3R587WiWBVRA4czJ5RvRTohHuY+yVYtLsJ9MiJit4/r4zdpUEJCABCUwhoLcEJLCfBBTg97NfbdX6CHxLsn5h9LWjT6p+MBkwCXChmCoJrIrADZLRw6P3bUv9bdOmP40+f7RKAhKQgATWS8DcJSCBgRJQgB9ox1itQRJAILpvanbR6Fa9LB5Xjf726C+PZrUQ/aWxf2s0YcSJ9Yj6urh+N/q7o1USYELnTMHA2IexYVIAABAASURBVJmlOX7B3QuMqz9O/FbdPB6c+4+xN4o2701jbIgEJCCB/SZg6yQggXURUIBfF1nz3UcCl0ijbhZdq4/GcZ7oK0a/KPpvo/87uqgvxsKZd8KIc/a43xpdq++J457RCPsxVGsgAP9aIKYvuQRuDUVtJMv/SCmfiKZdl4/5s9H/G10UbeXSxK8tHpoSkIAEJCCBnSFgRSUggakEFOCnojFAAkcIIFxz8Vz9zCCYIzy9+0jM2Y6/TvCVolsh/prxY0t9DJUEFiLA7fXPTopHRdfqfHGcK1olAQlIQAISOCgCNlYC+0ygFkb2uZ22TQInJXCWZPAT0bV6YBwfjl5U/VMS3D26XjFlK/2V46eSwDIEEOI5ivGFKjGTTu2YrYK1SkACEpCABCTQQUAvCQyagAL8oLvHyg2IAGfbucCuVOl/Ynln9LLqLUn459G14kZ6tj7Xftol0JfAxxKRHR4xJuqHJjYtEpCABCQgAQlsgIBFSGC9BBTg18t3Xu6cT+VWZVbPin7AvEQd4ay0PTf+JQ/M34x7lkJQ5OK0X06kV0Z/Mpp0tcaPMM59swKdKBtRXM7F+V0E5P9KiaVOnCf/UNyPjGZr8Bli9lVc6FXywbzLqYRcjMXt1pxdxx/Nqvr9E049YnQqzrn/Z2dIP8/PJBpCPKvwlP03cZPnV8Tsq745EekbbsX/u9ipe63/OX6ML/p4VlsSbWXqK5PTFaIfF/3+6Lr/qBtu/OlDPgnWtw9P2n9t+tembmeM7qsY/7CGJ2fnaUvRCM58uu3CyYyLDmNsRXEunt0ddeGz6nO2RKTupR2FCb8NF0sYn2srYYyl348fX0wofcYW/c/Hr8TBjl+8einikmZW+qcmpxL+67HX6kZxlDDMUv94z1Q8C6v+fZlZoIESkIAEJCCB3gSMKIE5BBTg5wBaczBCXHsz+eVS5tdHL6K+M5ERHmKMFULSM8e243/Ky/nbE/RX0Q+LvnT0WaNbhR9hv5OAT0VzxvbMMdelWC18RTL/ePSDo7kcrhZAGK/fF//bRXPu/D0xLxVNm2IsrFhVf31SMdnBTfGxjtX35u89oumbb4yJYsWdCQTsaAR/BFDsy2ragTBEPejDn0tGCGExZqrC6R8Si7756ZgIYzGOKMYRdaSPYfr8hFJWjJUrxsVDk+tno18afcvoc0TX/RfnCDf+tB1h+APxXLYPaUvf/ksxSynKeHJSMv5hDc+vibtW9N2N4/HGaCZjrhuTfo2xUQXbtm7vXbAGTCDRj9yGf4EqLWPpZ+KmjZeMuYuqPDc8C5v4fdlFRtZZAhKQgAR2nIDV338CCET738pht5CV83+tqvijsf9w9CLqsolcb+9+R9xdL+684JeXc8pJtIXUbRL7TdHfFb1KhQDOahor7rSlb95c+vaqREbYpm2x9lYIJKya/viMFM9JGIJbjBEv/Qib2ItGCF01i5J3lwkn+uAvErgIp0Qfq6vnL2NjVpsTZWHFWGIy5U5JuWg/MFlCH/5S0tK+GL3Uov3XK9MmEhML8GJipQma6mTS6xkJRdhvhel4r1V9W3JngivGWLEq/baxrd8f/j+4Y6KyYyNGp2LXSHv0ozPigDwZV5v+fRlQ862KBCQgAQlIoDcBI+4AAV7YdqCae13Fj6R1fxZdFNvhr1McPUy2LF+1ifeCuFndjzFRvMROezlnGyt1eEJio58Wk3rFOKaYXLhXfKlnjBMr6nXn5MJW2S7h7y8T9qRo6oXwwJbzOI+o+8XFKnpX+gR1KgRhdheUQG6Fp4w/iAdb2ZlUYXIlzrH6l/x9SXStvj8OhE+E6U2suF4j5bH1vH1uqe+7ElY4YSLkd7FiRwEr8otsH0/WUxUTGNyAzrbkNhKTHoTBFQ0rxlobD/d98+e80X3Vov3XN98Sj68C/HEc8IpxRLHtnGektAn+RyLEgdDP+OGYTJxrVzxHrJBzGWIpjOdlEWGbFXcuVyzpOZZBO9HY8X96/rS/LfFam2KHBZzR7WQE5/3xL5rnk50ydWXgso3fl7oO2iUgAQlIQAIHQsBmboJAKwhsokzLOErg3+NE4I4xUQiWXYLDJEJlOXvsvHjHGCsET15kx47qD8LRfSo3Vs5ds2UfIYM82PaMZjswK3n4s9WUuLVGuGH1u/Zb1s7Z5Ad1JKZcyv+RhHH2mHqxfRnBk/PrrdB068RjRTxGL1VWR2HATd3nTyrKuFpMwi4Sk7PaMSaKFfuPTlynWVhBZts/n5SjzueM9zqEeQRkzgDXzyw3jt8w5VFfVsELJ0wuxIPVLya8ZcX5ZtqXoBMpJnGYzGEio87ot+Ng/CLcI1TCFX2Z+J8pmuMeLduvjv9NohG4YsxVtJlIi/Qf8fvoH0skVtBr1vEacSyFoxbcHcEzUtrEcYrrJQLHB2JMFHcB0GdwmniuwQIz6lML36y+PzxlLSJsMwFGXkz83CFpy9EA8uYoAWOd3QUJ2ph6YkqCM5odMXFOFMI9/kWzu6g9grKt35dJJbVIQAISkIAEJNCTgNF6EWhfUHslMtLKCSAAcna2ZIwQiEBW3LNMhP1vqCKwkt6unvNSjnCEkFSiInCyRZhVxvpsdwnHRCC5WyykjTFRrPJxPn3isaTlm5KOT7HV4xCh9Crxv2s05cc4opjweEh8ELoR3mKdKNKwQ2DiMcdCWddOnHaVEoGXlf92NY8VP1bzCE+yI4qt01yMxdEF7iCgH3BTHwSjI5GXcHDOnUmVkpQyEBBZEe2qD/Fg9VuxEI/4sY4V4+GiY9vJ/jCJw2ROnQuX/zFp8Onas7IjWHIMg0kEdj1UQSMmaBhbtd8s+6L9NyuvEoYwzm6Auh4ItFx0eP1E4rmJcUTx/CDc09dtmxAu13FmnDHFlnnGL2ONc/r1c8QEBHceHKloT8c9E48dLbQr1rGi35i84jK7sccO/Nn278sOILKKEpCABCQggf0hcCgtqV/4DqXNQ2wngugbqoohYLXb4qvgiRVhA2F34hHL70YjuMWYKG7QboUIBGduW59EmmLhxZ1t5a1gwurqlCS9vZlAQOipE9wqjq4dBPE+ojgvj0BVC6as+t4iseAXY676w8Rot+XGa6ZCKEIgLmfjuyLzXDHBwIo8Z8OpIyZfGGByZtEVeo5JXLEpiG3DXCjWeHc6Wal8URPCKnJfTk3SiZOV9FrQZVX90QllzMSYqbgt/RFNDC7iKyvrTVCnc5n+68yo8mTijF0pldeIZ+Ux8ZjXrk8kDhfY1UI+Y4GdITyrCZ6rLp4Y/xZNWbM0Y4ryOKLA7pEkmSh2RTCJMm1iZxKxw8JEIrfNU3ZH8E55bfv3ZadgWVkJSEACEpDAgRPYmebzcrkzld3jirLSywpe3URW1hFIa7/WzpZWVi2LPy/frG4WdzFZQSR/BHHicIb3j0pgD5Pz36ws11G5Sbx2L2pHKGX7d53u5XE8L7qvQoBFkK3jswWebc613zT7ixMA+xgLqVcnNuy5lR+2cc5VTFSwxRmOCGj/LykQWGPMVQja3OyOsMYqKP2xiJBFG9tdBqzeLiIsd1WSrxg8PgGcv6dOTG78Y9x9FQI/q+glPhfT8Wm84p5nLtt/s/JFAP/yKgJ17DspQTImxRD4sReNIMkN6MW9LpP7BZj4YxfEMsI79eLLAEwoYt9lPYTfl13mZ90lIAEJSEACEliIwOYiK8BvjvW8ktgGi7BQ4rFSO++28Csncr0Cyip+18s32155qUe45Swrq68Igkm+NYWQzbn8ugJduwfq8NbOKiGCLAJqCePcLuyKe5rJLoUPTgvs4c/2flZW2abL+fv2hvpZWbAay63rXAzGVuV5gjR1RYjkPDkTBxyZYPJiVhmbCOPoBzsmWLWmTnwNYBPlUgZMTtJ/5NFqJhAu2HguOilBcibH+MQfdjRHV+Y9y8Q7qWYcsSuBfll2woDPS9bP00nrtK302/592Va7LVcCEpCABCQggV0ksECdFeAXgLXmqKxcch69FMOqK9vjMYtfbXJBWbutmlX2XXn5ZgW//vQdkwwID3Ub+9iZ9KgFOXidr0dCtnCzBblH1JlROOv9uMTgPDgXtNEn3Kj/yfj1UZytZvKmPt/eJ92hx1lV/9UcmfxhXBY/JoheUxwLmEzMtGP5QgukP2lUvorAVwi4qZ/nYZH8SLdI/KHGpR+3+fsyVC7WSwISkIAEJCCBHSfQJcDveJN2uvpska4FcLbRs8Lb1SheUOuzrwiyCIJdcZfx48WfVawbJDFb2zFjXZlCWKozY8USoaz262Pn1v33NRH7rD4iYLc3VjfZLOz8XFK8LJpPiLEVHIEeYQoBn/IS1KnYXs+q7SruFagL4O4DbuFmlwKf2qvDtmVna3O5H4DVYlanl6kLPFfdf1xEyMRYqQ/HAjhyUtx9TerFHQ11fPq2zrsOq+2vi4Nxw/M3T7Nj4AcSn/Pu7cWV/LbzycH2mEqiT1X89tDmqRF2KGDbvy87hMqqSkACEpCABCSwSwR4yVtxfXc6Oz5PxqrbIpo0q2o0q1/1pWoI6XzSqit/BLNa+GH1nlX8rriz/BAq+AwY2+u5Nf1ZicwZec52I7ywrZ1LvVY9Vuqt/ylyhPCO4IN9EY3QwdnfRdIQlzTLnhMmfR+NQP/KRGSLPQI9K4KMF9oa7yOKPvjV+HC7eIzeCoEY4ZDx8AtJxer/h2JygzgX7SEks/V+0XyTxdKKS/qYeLpEcuCiQY4JcLYaHmx9Z6KJscYEUaIspdbRfxxtQGguFaK+TBAV9yImRywWib9MXOpGX/OlAX4r+PQbz23Ji2eWuxaYICp+s0wuxqN/ZsXZlbBt/77sCifrKQEJSEACEpDAjhHgBW9YVT7s2nwmzX9BdFEIE13b6L82EbgJPcZYIcSyej92zPlDnqxQ89kpBBQuVGMLOuVya/p1kr5dvYrXTikEWiYmhlZpJlj4BB71u09H5a4Xvz5npb8j8RDMyA+Bi8/bIahzU/qNEsZ2/E0/25y/ZucBt+0zHqkb28/5zB3HBLhskTip3kGqs6fVrKzHWItiwoaJEj77WBfARZg/Hw+e+xiqFRDg+R3i78sKmmYWEpCABCQgAQkMncCmX/LXzmMPCuATaqyslaZ0baNHAK9X5lm1Z/W+pJlmcoEdt7z/ZSIgbPUVqKjPJlYUU62VKFael1nNX0nhPTJB6GZLO6vxdXRuP2fCpvar7WeOg5vvPx6TS/BY5Y51rmKnQf1ps7kJFojAajs3t3Pum0mhvqu9FEEadrtg33e9ji3/LTNYPjGe7RcHuJeh71hJctUcAkP/fZlTfYMlIAEJSEACEthlAgrwR3tvCC7OsrLFuNSFy9FYvSxuTIQ8hD3saM5ds3qPfZrmpnA+MXf1aRFO+XMGlvIfGveVolnB46ztC2PfFcX2alaBV1VfBCC2gCM4c9ket/2fdDUVYYuz8bCu60k/sS2+9sPO5MurYuFishhTFW3ns25sq2Y3BZ+L+4qGwMJZAAAQAElEQVTE5jx0jJUqtuWza+MZyZXJhRidim3d7BJglwjntX8ksRi/fPKMyYw4917RL0ykrLuhXKrIcZq6HI5uMH5qP+3LE6AvV/n7snxNTCkBCUhAAhKQwMERUIA/2uUII2w1XUST5lQuKzEQaDh3XmeG0E2d8EOY5kw6djSr48/FMkOz5Z7ttWy9rqNxFpst3ZeMJ4I644HPgV0gbs4ovzQmAkGMlSvqXWfKBWJdgmsdp8tOGupeh61aUOJIAZMo8IM/W9Spb13mMnYmXd7SJGRXxJc2fgjKrNi32+sZK0wCMNHCeXLSsbWXSQAE5eckn3Wucl8j+bMTIMYRxbl/dnhwwRrnylmlZws5Z/GZWGAHyKr76EgFlnTAk4mVkhyW7VnqEjbPZOKkjoPAV+ddh63a3u6W4a4Mxseqyxlyfrv0+zJkjtZNAhKQgAQkIIGBEUBgG1iVDrg6pzedlXIukCs+CNjlBZxPpKFLGCu4rNoXd5fJCvJFmwAEP85yso37tQlDUN+UgJHiRtS5Lg/huBV6iDdPMznBLoU63ntrxwrsbV1Z0WQVeQVZj7h9f14+CO6cj6/jvSIOVlW5II+JFrbIcw463htRcL9jSioTS7GO2FrM59K4eb9cpjfkowzUudY8c+xAKX5MZn13cSxgMgnDMZc6CTsQWLmt/Xbd/oU04CT9y7Z+JheSzcpV+8wO+fdl5Y03QwlIQAISkIAE9peAAvww+/ZvUi22accYKwTtIrSz7bgWmrh8jpXD0Tjm8T+syl6r8eaM7D3iNytdgieK7eLfM3GtxvLRZMNFZzHGijKWEYq5vZ0V8nEm+cOkwLtjrlIhDLCSXed5izhYXY6xtKJvztukRohsBb32yATCOivsbOdvknc6GS/n7gxZ3vNcSVrGZKxjhUD/5rGt3x/G9boEuH41OBqLyRTGZe17kdrR084XB9q7AHjmeiY/cbT2OAOCdjt+T1xIMmCVm4swYx0rxtki/6ecc5xqPX/ox135fVkPAXOVgAQkIAEJSGAvCSzysrWXAAbaKLbbsoKJMFqqeJlY2L59wZhFIXC0511LWDERjBGUihuT89ysuGMvepZJ+mWE61l5IlC8vYmAUMy25cZ7qhMBmK3amCUS59TfVxwrMtsJFbK9cv4wmRJjacWnvy7epH593HW/0zbixXui3hHbJ6L7KlY624mCvmmnxWNMULcSzmQClykW9zwTYe9S8yJtOJzV93YCgnsEWL1dpCrXTmR2acQYKwTot45t6//DzgguvqxL4qgMvxW13zrsTGj1ZcXRl7aeq6zTLv2+rLLd5iUBCUhAAhKQwJ4TUIAfbgcjpH2gqh6CO9vgOd9cvNn6jsBa3F0m54/bVc7W3ZWu+HH++t5xzDkLnBiLKbbetmf9EWavtkA2MLlhE//FcfPyHmNligkVzm7/V5UjAuiT4kaIxx7rQgpBi4vl6vP7rL6zNb7OCCEZwaj241I6+rX2m2anblx81x4zmBa/r3870cI44WK6vulZ2WbCpm/8TcV7Zgqq+5n7Dm4ZPzjGmKuIf/smFrtpVn2soyli4uSLANzXMPGIhUmJejU6XitRPMPcrl9nxqRMH1bnTyImJWOsRVG3Xfl9WQsAM5WABCQgAQlIYD8JKMAPt1954a5X19mSiyCBQFdqjbCBcFncXSbb5NlyXYdxpr7P2V4ERz5bxopinR479ejzok7cafrVCeBCs9EollMKoZjL0U45pxpMZPxeQmuhkS29fEarXsFOlJUohCDqVmfGRMgfxAPh/mwx+yrORzP50q5A8hk2zkrX+SCItP3HxEWfHREI+XdOZveMbhVhJ+m/duKInR5cptcnT+r//FSo7rs4R6Td9m/SO1ORdhIFflzWR/0SPFVxJwHPZD0WuIGf8cFzODXhCgKoG88pl1XW2VE+43be70Sdpq+d5+09TeTrx41wHmOqYpKD57Tt/6kJpgRw1wC/Q1OCR7v0+zKtDfpLQAISkIAEJCCBIwS2/bJ8pDI6jhFAGCirgQjTbNsukd4fCxfYxZipOE/9xiYG59k5O48g2QSNnaymshLOt+VvNfY5/ocL53iBPh7S34fVu7snOkJGjLGibL5Vz8RBe5aXCHD4hVi4vX2yXTdu1IPyBwEsxsoVAtB9kis7I2IcUVwkx6o/Ey43SAhn8mlHrGPFdmG2nN8sLtIzacEERJwTxSfiHhZX1+QDt7onaKKYOOCG+WmrnQjnXCbHpMO0ryRQx3YVfVJADwvjjx0DddT7x8GliPRRrMcU/fXb8eWSxnrnQbzGinT11vOx54b/IGiz4wThtC6avmFcIqTX/tjhzaQTfcuFg/gVjaDKJYPFvUqTcpksQHDnt4DP9NXjjrKoM5NF2FetGav8jtT5slOHr2J0jU3qhoDPUQvurqjT9bG3fcIE2E/MSLhLvy8zmmGQBCQgAQlIQAISOJ2AAvzpLIZoY9stQkFX3RD4eEHtCmv9nh6PdhUXARJBEiHsWQl/fDTCBhfAserLi/n3xq+oD8fCC3uMsUJ4YNVv7DjBnxcl7d2iW8W2bz6zxgof9aJ+CClcmvWYREYYiDFRT4jt4dF1HePspfpGgjef9INbVxq2BLNt92MJZOKFuqARCllZ/534wz3GEUV+CPe090jAKQcTA+0laAjDjAHuMnhh4sEHzf0GlPcn8atXQkud4j1W9B967FjiD+1hx0CdlN8TJlFoB/WgPmjqxxl5Vu2Z7Chp+NxZeza77dcSd5Mmz9zNU2A9sRTniL7nPgTazh0VtI3JFXgjKLeTEvQPOyAW+WQex0j+LYUxbuZpJpWYOEJwr/s6ycfqQ/m7aPlJspBilft1TYoyNrmnoebEZCK/RWViDj4vadLOcnKZJExKHCYLGOc8l4wtnpOzlMBT5i79vpyqsoYEJCABCUhAAhKYToAX7umhhmybAIIQgnRbD15iEYow27AuN8I3AnGXIMHn6bioi/PIN01ibhevxwVpONPLN7wRnhNlrPiuN+e4x44T/KEND016blWnrFiPKI4OUC/qx2pbXbcSkW/ZT0tf4qzKRBBmdftpp2d4Ihv9i+BPvtMyQkhn1wGfaWvjcLHhT8cTPmjOP7dCMKvHl0gcBKoYY8Un0li9HTuW+EO/ke/LOtJSPvWgPmjqRz3rqOwOOE88WgFu1Wf1U8RSCoGc2/+ZZGgzYDfFjeJJ21gFpr1xHlFMil0zPjzDMTau2CEB91njahWV4jfhDsmIiY0YRxS/LdM4cS8Au1UY20cSzXAwucikZhvlrPFg0oBjJe1vEuN0l35f0hSVBCQgAQlIQAISmE6gSxiaHtuQbRBAwGm3jrJ9vF2RnVc3zhzzfW5WsebFLeFPiYXt9pyrZYWrfklnC/2qbjbnJZtzwqxOs3KbYnspGLDyyLbtLuG/VyZLREKo4/Z7BNAuAbZPltSd1dZrjkajdhW6Kz23mF84AaSL0UuxIskECKuwlIFQVxKyXZ1tzsW9jIlwyicKOe7QNz3jiMkgLmRkJbttz+WS0Um29if5yhRb3+HHcYW+mfJ8IfhzmRx8+qZbVTzG5u2SGc/mqr/GkGw7FcdWmNRiMqozQuPJeLli/BiTMXorVtqZLGh/D0sG7IBg0qC4i7lrvy+l3poSkIAEJCABCUjgGAEF+GNIBufB6jlnhuuKITQuIxyw1ZVvL3NzOiuMfF6qzpfPaLGtle3DvAzfJIFl1ZaVstfEXStW0LpWH+s4i9hZXUMQ4LNpD0zCd0XXgjl2/AgjDqu8CLaJtnGFUMCKIIIIW3lhyiQE9YNjWyFYw5Yt5Jw/ZzdB+8m4Nk3r/mA8uAAOQZ6tyQjDo/gVxRZljhncKR6UgTAM0zhHHItAIMVeNCvE7ZbjEtbXpEwERsq7bxLRfvop1rFiGzpjmEmgC8SHCSG2fH8xdhRboGuBjPb9GAED0Yx/dqjQPrjClzaX6rXtY1wy6cb4KHHWaXI0hjrBnvP37KxAQGZb/zrLbfOGE+OJCY/HJbAem4XRA+IPR8ZLzTDevRVHFtglxLPG8YE6IRfasTui9qvtPAu78vtS11u7BCQgAQlIQAISmBBQgJ+gGKwFwYvL6zhvXvSvnqC2CFecC2XllO+DlzwxeflnOzdnzhHY62IQSNiGT7yiEWzIr46HQMFLdImDSXl1nFl2ykFQvUcisSLPTdXkgcaOH2HEIW6i9VLUgTyKZks52397JZ4TickU8mcbP/WDYymnmLCGLcJNvZNhTtbHghF8mdBhB0DLmZVrhOT/l1RdZTw6/qU+mEwitP28bP9RHpf80X76ifzRnLPnwjKOYSBoUv9UY6K444Dt9cRF84k8tldPIpyywJfwohftv5Omp31whS+cSz3mte9U9acaN05IyWsZkxVn6gR7Lodr+Sb7qartay6lJI+pCeYE8DwiJDNJVY/Nwojb/OFYZ1O3v2/5TBbwrLELqGXGlynq/Fs7deS3g9+QdqwybvEjjDjEbdPrloAEJCABCUhAAlsloAC/VfwWLoFdJ2D9JSABCUhAAhKQgAQkIIFNEVCA3xRpy5GABI4T0EcCEpCABCQgAQlIQAIS6E1AAb43KiNKQAJDI2B9JCABCUhAAhKQgAQkcEgEFOAPqbdtqwQkUBPQLgEJSEACEpCABCQggZ0ioAC/U91lZSUggeEQsCYSkIAEJCABCUhAAhLYLAEF+M3ytjQJSEACpxHwrwQkIAEJSEACEpCABBYkoAC/IDCjS0ACEhgCAesgAQlIQAISkIAEJHB4BBTgD6/PbbEEJCABCUhAAhKQgAQkIAEJ7CABBfgd7DSrLAEJSGC7BCxdAhKQgAQkIAEJSGAbBBTgt0HdMiUgAQkcMgHbLgEJSEACEpCABCSwFAEF+KWwmUgCEpCABLZFwHIlIAEJSEACEpDAoRJQgD/UnrfdEpCABA6TgK2WgAQkIAEJSEACO0tAAX5nu86KS0ACEpDA5glYogQkIAEJSEACEtgeAQX47bG3ZAlIQAISODQCtlcCEpCABCQgAQmcgIAC/AngmVQCEpCABCSwSQKWJQEJSEACEpDAYRNQgD/s/rf1EpCABCRwOARsqQQkIAEJSEACO05AAX7HO9DqS0ACEpCABDZDwFIkIAEJSEACEtg2AQX4bfeA5UtAAhKQgAQOgYBtlIAEJCABCUjgxAQU4E+M0AwkIAEJSEACElg3AfOXgAQkIAEJSGA0UoB3FEhAAhKQgAQksO8EbJ8EJCABCUhgLwgowO9FN9oICUhAAhKQgATWR8CcJSABCUhAAsMgoAA/jH6wFhKQgAQkIAEJ7CsB2yUBCUhAAhJYEQEF+BWBNBsJSEACEpCABCSwDgLmKQEJSEACEigEFOALCU0JSEACEpCABCSwfwRskQQkIAEJ7BEBBfg96kybIgEJSEACEpCABFZLwNwkIAEJSGBIBBTgh9Qb1kUCEpCABCQgAQnsEwHbIgEJSEACKyWgAL9SzZscngAAEABJREFUnGYmAQlIQAISkIAEJLAqAuYjAQlIQAJHCSjAH+WhSwISkIAEJCABCUhgPwjYCglIQAJ7R0ABfu+61AZJQAISkIAEJCABCZycgDlIQAISGB4BBfjh9Yk1koAEJCABCUhAAhLYdQLWXwISkMAaCCjArwGqWUpAAhKQgAQkIAEJSOAkBEwrAQlIoIuAAnwXFf0kIAEJSEACEpCABCSwuwSsuQQksKcEFOD3tGNtlgQkIAEJSEACEpCABJYjYCoJSGCoBBTgh9oz1ksCEpCABCQgAQlIQAK7SMA6S0ACayOgAL82tGYsAQlIQAISkIAEJCABCSxKwPgSkMB0Agrw09kYIgEJSEACEpCABCQgAQnsFgFrK4G9JqAAv9fda+MkIAEJSEACEpCABCQggf4EjCmBYRNQgB92/1g7CUhAAhKQgAQkIAEJSGBXCFhPCayZgAL8mgGbvQQkIAEJSEACEpCABCQggT4EjCOBeQQU4OcRMlwCEpCABCQgAQlIQAISkMDwCVjDAyCgAH8AnWwTJSABCUhAAhKQgAQkIAEJzCZg6C4QUIDfhV6yjhKQgAQkIAEJSEACEpCABIZMwLpthIAC/EYwW4gEJCABCUhAAhKQgAQkIAEJTCOgfz8CCvD9OBlLAhKQgAQkIAEJSEACEpCABIZJ4GBqpQB/MF1tQyUgAQlIQAISkIAEJCABCUjgOIHd8VGA352+sqYSkIAEJCABCUhAAhKQgAQkMDQCG6yPAvwGYVuUBCQgAQlIQAISkIAEJCABCUigJrCIXQF+EVrGlYAEJCABCUhAAhKQgAQkIAEJbIlAhwC/pZpYrAQkIAEJSEACEpCABCQgAQlIQAJTCaxegJ9alAESkIAEJCABCUhAAhKQgAQkIAEJLEtgcAL8sg0xnQQkIAEJSEACEpCABCQgAQlIYJ8J7JsAv899ZdskIAEJSEACEpCABCQgAQlI4IAJKMAf6XwdEpCABCQgAQlIQAISkIAEJCCBYRJQgF9lv5iXBCQgAQlIQAISkIAEJCABCUhgTQQU4NcEdplsTSMBCUhAAhKQgAQkIAEJSEACEphGQAF+Gpnd87fGEpCABCQgAQlIQAISkIAEJLDHBBTg97hzF2uasSUgAQlIQAISkIAEJCABCUhgyAQU4IfcO7tUN+sqAQlIQAISkIAEJCABCUhAAmsloAC/Vrxm3peA8SQgAQlIQAISkIAEJCABCUhgNgEF+Nl8DN0NAtZSAhKQgAQkIAEJSEACEpDA3hNQgN/7LraB8wkYQwISkIAEJCABCUhAAhKQwPAJKMAPv4+s4dAJWD8JSEACEpCABCQgAQlIQAIbIKAAvwHIFiGBWQQMk4AEJCABCUhAAhKQgAQk0IeAAnwfSsaRwHAJWDMJSEACEpCABCQgAQlI4EAIKMAfSEfbTAl0E9BXAhKQgAQkIAEJSEACEtgVAgrwu9JT1lMCQyRgnSQgAQlIQAISkIAEJCCBjRFQgN8YaguSgARaArolIAEJSEACEpCABCQggf4EFOD7szKmBCQwLALWRgISkIAEJCABCUhAAgdFQAH+oLp7I409W0r5WPT/VfqnYt911dWuuo3z7H8XAO+Pflz0FaK/Mlq1VQIWLgEJSEACEpCABCQggd0ioAC/W/1lbXeXABMA50j1bxn90ujPRz8x+tujVbtIYBh1Zvw8IlU5T7RKAhKQgAQkIAEJSGDPCSjA73kH27zBEuDZu2lq99HoG0V/SbTqgAicsKlnTvp7RzN+bhHzS6NVEpCABCQgAQlIQAJ7TgAhYs+baPMkMGgCX5baPTX6PtHYY6gkMJPAN41Go7cmxq9FO2YCQSUBCUhAAhKQgAQOhYAC/KH0tO1cB4GnJVNWzufpMyXed0RfNfrZ0f8b3SoE+DvGk7xiqCQwlcAZEvIV0SdQJpWABCQgAQlIQAIS2EUCCvC72GvWedcIfC4V/kT0i6J/Jvq7ol8V3aoHxWMfLvxLM1R7TcDGSUACEpCABCQgAQlshYAC/FawW+iBE0CYR1DnErsaBc/jA+PBFukYKgnsJwFbJQEJSEACEpCABCSwHAEEhuVSmkoCEjgJgX9P4l+Oblfifzh+14lWSUAC3QT0lYAEJCABCUhAAgdLQAH+YLvehg+AwGdShztH/2t0rW4Qx9dGqyQggZUTMEMJSEACEpCABCSwuwQU4Lfbdwhpf5oq/F+lHxD7oopPSD03iep8fjPuWYrL0r47EVgFfmXMT0bX6bHjR9jNEnaW6E0pLnz7lRT2zuj/iqYu6C/G/qHoR0afK5rLvGL0UmxZJ4+i73Iq1VfFvG3030aXsA/Hfv9o6hFjrYo2cgt9XchPxHH+6EXU1yTytaNfFv3P0aUtmB+L+ynRF4pehFmiH1HfHNftoxmznOsn76L/Lv6MQepAXeJcWsGdcdmWw1iAF7evE2fZAki7qfFFHWEO+9+Pg2eqMCvjuc9YO1/Sfj6atLD+ztiL+upYuJWesKIZ7/GeqajXTybGY6MZIyUtJv0Lf/qbfk8U1ZiAfyQgAQlIQAISkMAWCSjAbxF+imYFFoEr1om6XGxfH72I4mX+wlUCBJ1nVu7aiuB+sXi8Pfqvoh8Wfenos0a3Cj/CficBn4p+VDTfn46xFvVDyfUV0R+PfnD0eaLrz2QxXr8vfreLfnf0e6IvFU2bYiysvj0pXh/NZMe3xizqe2O5RzR9840x16kQlp6VAuizGGNFey45ts3/wwQEwui/JCo33F8+Zjt+GB83jv+fRH8gelFm35I05P0PMR8RjdDXCulni/81o4lHXagTdYtXb0V/kJ7+Z1y25TAWGBN8/5w4jPFv6J37aLTp8UXVfiB/3hwNey4wPGvsRZXxzFijPbR9kfaUfBY1Edw5psE35BHSb5UMGCMxJor+hT/9Tb9TN/pnEkHLcgRMJQEJSEACEpCABE5CgBfIk6Q37ckJsGpZb6H+0WTJOegYvdVlExMhK8ZYvSN/3xvdKgSgh8bzddGUE2MhdZvEflM0t6jHWJlCYL1RcmN1lbbE2kv9YGJxhhwBiLbF2Vsh5LIq/eMzUjwnYUxcxFiren9yZ0IixkQxIXPGiavbwg4KJiCY7OjbfiYnYMY46JOGCRPKYGW9uxbHfcmXOr08QfW4jLNT0f/kj0CJ2Rmpw/Nn4/fn0eeMnqXIf9Pji/pcOX94FvvupqDtsF7185VqTBSCORNyTBq1QvskUoeFutEWJn86gvXaEAGLkYAEJCABCUjgwAkowG9/AHwkVfiz6KLYDs/qWHHPM78yEa4aXasXxMHqfoyJQoi5Y1xsTY5xRLE1lzo8Ib7op8WkXjGOKSYX7hVf6hnjxIp6cQ6cbeQIfm2GfxmPJ0VTr7fE/N/oVt0vHqyid6VPUKdiMoLdBSWQLciU8Qfx+O9oJlWYXIl17YoV63c1pSA4f13jVzsR8tit0DUBwRZrVkxpDybbtuu02BkHj4llFjOOeLC9+vsTr1bwqcfLtDIumkR8Gm9WGYkyukb+sL28K968/v+epH1+9LTV4W2NL9r+9NSL7e0xxop+gBX9wjjjuRsHVH+mPV+fThwEb9I+I/Z6xwa7OF4YP8KK/pu4W0V/Uu7PtQFx06dM7JCe558t9fE+otiNwq4U+utIgI5dIWA9JSABCUhAAhLYdQIK8NvvQW4jR+Cua4Jgycty7TfNfvYEXCC6KATPlxRHZZ439vtE14qXfLbs82JPHrdMIJrt1giQ+LOSGu8jiq3SrH4f8VzSwVldhLw2OeVS/o8kgDP41IstvaxKc34dgSNBE3Xr2NhaH6OXYiWSiDAoZ84p42rxJOwiMVkZj7ERxdn+uiB2CEw7ewwXPkHXCtaMIwTab0tGbNemPZisgrP1nB0OCZqoW8Q2i9m1Es5YjDFWTJ6QJ3zq8VLK+LHEapldL35dkwzxHivSIJi2v0WPTijPQNv/bNVnZ0SCJ4qxeKe4ENZjHFHbGl+svpcJGHYJwJ9+gBUMGWf0I2O7Hctdz9dfp1WcRyctbWVbe7zGit8QztETVnTb10y4/Xpi1/0Z54gdJpTHcYfLxIP0PP/s7uCuAMZUvCeKSRbGHv028dRyIARspgQkIAEJSEACWyfQvjRvvUIHWgFWUrlErTSfLcF9t7jzQl6fm2VltF09R7C5STKvVwP/Pm62w/5xTC7TinFMfTY+d4smbYyJQjBBIJl4LGn5pqR7YHQ9Dr8Q91Wi7xpN+TGOKISVh8QHoRvhO9aJIg0rmBOPORbKYmswAlYdFYGKld//qT3XbG+PPNBX9bn8ungmK+j32u/ucdAW7jWI9YhihZYt+kxKsCpcB7ISz2RN7YednR3tSisCJCu08CFOrSkDofGK8WQrfIyx+vL8vW50l0Ko5Kw846mEM0nA1ngmFlh1Lv7FZBX7+nFQjxgThdDZ9v22xxeVQ9i9eCzwh1GsE8Vzx+4S+NDuEgAPJgCKexUmdyognNd5sesEQZwdDNSlDsP+ifxBuOeSx7Z+900YQn8MlQT6ETCWBCQgAQlIQAInJ1ALTifPzRyWJYAg+oYqMQJ3uy2+Cp5YeYFG2J14xPK70Qi5MSaKG+R5gZ94xILgzG3rsc5UCB1su+Vlv47IFu7avYydCYRW6OJCra4dBG3+CIsIcvVWYlZsWVWGXxu/y/2H8Xxb9C4pVuXbLdAIs1z61iWE1W1jy/Yd4lFPWLCizWfr4n1EsTrMynbxZLKDy9iKe5rJSvHDm8ALxs2OghhHFPlf4YjPaHTPuNlmzriLtVMxgcCxiXr8IvSyY6BOsO3xxSQQEyvt81jXEfsf5Q8TaTEm6tyx9R3HiTpTMVFy08Sof++ZwGPiACE9QVMV/cBRC34v6khXioMJoRgqCWyEgIVIQAISkIAEJBAC9QtdnKotEWCllxu16+JZYUUgrf1aOxeSsa28+LOKzyVzxV1MVs/IH0GcOJxvRWgo4fNMzmi3K8TnmJdoTjgrvDds4nDp2fMav1nONyYQ4TXGRLE1edrK9STSKcuLY8I+xtYVjNu6tFvkqSQTMQi+2NEIYuxIQKjFPU+zqv0bTSRW7tuxxm8Dgl+Jyko6E0bFPctkF8g/JQIr8Qjj9Ol/xN0qVpkRvIs/Ajk7BBAai980k0mv32sCESjZ3o/3EMYXk2nsGKA+szQCfjuRxDGI0pZZafuEMY44KlPHRSCHd+03zU5/cKShPh7B+OB4xKomGaaVrb8EVkTAbCQgAQlIQAL7QYCXsP1oye63AqGnfkFmG/2ss8O0uBWAWMVHsCGs1v8cB2dkEW657IvzrQhX8d6aQsjmXH5dAQQehJnab5YdwYLLz2rBl5u1YTcrHWGU80EsA9H/mXq0QjjnjeM9UQhLfCZu4hELkx7tkYl4z1RcBlifoeZTZ/WkAIk/lz982izGWCHMI/RxjnvsMeMPK/xsX2eCiTPfnL2Gd50EAftitUfstGXeinCiTdQrY6MdXAD4+Og8jEwAABAASURBVNg5S89kVayjbY8vxiSfjqMufXQ7QdYnTd84PGf1MRuYLTKBRzn/mD9stY8xURxjYXfPxEOLBPaWgA2TgAQkIAEJDISAAvxAOiLV4AW53kaLsMb2eMwEH1Nc5sZ54zqAVXYEh9pvqHZW8GthkEmGty9RWSY9akEcXufrkQ8rxIsIiz2yPFEUWLQr3FxIWGfKajWXutV+fxEHExkxeivaXq++Ipy3Rxn+LblxK3mMieJmdSZ+uJmeS+zaCYZJxB6Wdos+SV6dP4u0hR0YHAHgvgiOXjCZUyYKtj2+eJ45TpAm9VJd9z30StgjErs26mg8Z3ypoPbrY39NItX9w0TgKo7SJFuVBPabgK2TgAQkIAEJrIqAAvyqSK4mH7Yb1wI42+hZyezKHQHl/FUAgiyr+JXXiawIwqxicj6alVHME2XYJGalvPZiVRDBsvbrY0fIfV8T8Ycad5eTrc1d27q74m7LrxWyOEfODoq6PpwhZ/V5Ec0n99oV97Y/KIPt7GzRx140kwwIy5yHhx9jDjfCHGOmxJtn0g4mLUo8BO+u3SMlfFGzbc+mx1fXjopF27CK+Ox0YJKjzosdG/Rd7dfHzuQNExMl7qyLFkscTQlI4OQEzEECEpCABCQwIaAAP0ExtvB5MlaYFtGkGSdewR9WU+uzsAjp3BLdlTWfx+IFuoSxel+/XBf/eSYr+ZyRZXs9N4I/Kwk4I89WZM7Ls62d87OrHiusJqeoiUJ4X0aoYMKDy9kmGfW0kKbdst4z6VqinbkjV9pWeyPAt/Eumwhc3LeI5hK89sw7AnWyOqJYpb9NfKZxYkywjZoVeW6/ZxcFdu5lOEPSzVKkrQV+2lpfSDgrbZ+wbY8vJiMYY33qus447K5oz9LzXC9TJpMsq+yjZepgGglIYGECJpCABCQggX0iwEv0PrVn19vymTTgBdFFIeB0baNn+zErryUewg+r98U9yyRPVqifnEicc2arNFvQKffB8btOdLt6Ga+dUmzrZWJilypNn9T15dZ3dgnUftuwc+6ZLeqca59XPkIzq/F/moiMK26UbyccEjRWrL6zmj925A+X+A2hvanKXLWL42tuo5aM0I7bJbMxmQQkMFgCVkwCEpCABAZFQAF+UN0xrgyfUGNb+NiRP13b6HlprlfmWbVn9T7RZypWWbkRnM9bsQrbrsxNS0x91nlGd1q5y/p/KgmXWc1Psq0oVknZbVEXzpbvoZzR54I1VtU5J/+UVHLainyCJgrhnE+9scW+z6WCk4Q7YNm18bVOpEMZo+tso3lLQAInIGBSCUhAAhJYLQEF+NXyXEVunE9F6Cl5cVYZ4am4MVmV57Ne2NEvyx9W72NMVayi8om5q0+NcVoAK6GU/9A4rxTNVmu2br8w9l1RbF1mV8Ku1PebU9H2iwPcaTCvT1mlJx27Kk6qb5w6zFIcK0GQv0kiIZwziXSP2JkMijFVMX5ZxWfyqI7EOKv7iDE27b6HOt0Q7Ls2vtbJbJcm9tbJwbwlIIH1EDBXCUhAAhJoCCjAHwXCFvJFBSHSHM3lZC7OmXLuvM4FoZt64Yegw5l07GhWx5+LZYZmyz0Xl31HE4dz5w+JH7dUI6gzHvjcFDeMcx7+pQn7dPQ6FPWu8z1rHFy4FWMhRRrqXifqs0Jcx9+2/VypQHts4fXxa3cRIPB+Mf5FcQfCNoRe6sDFgXxWjlvxEegvnEo9Lrrt13iNEOK5YwF70Yzz+jw1uxDqSakSb1mzrcehji/GDBMONcdvqx0L2Dki0R5NIf8FsjCqBCQggU0SsCwJSEAC+0cAgW3/WrX7LWKlvL5oCgGbG+FpGZ9IQ2NHs1rOqj32aZrPzfEJsDocYYuzvFzC99oEIKizyhrrRhR1rstjcmEZwYLJCQTEutKsFNfuIdsRXFn9LhM01JWV9VdiaTTb6pl0qb3PXTu2ZGeigTF765TPZMrNY3IJYoyJQoCvj2xw4SKr8CUCkwCMgeLuYyJMwonb+jGZpPqeUwkdX6eBoG9gcZrrtL/snqj74jTf+X/50gATfCUm9xzAvrg1JSABCewXAVsjAQlIYIAEFOAH2CmpEjdYvyFmUQjaRWi/ajxrYY/L51jNjHenQkC8VhPChWRsf56Vrk5ypjiKYBTrSlT7SSrKYDV30cy5Qb9evWZS4N2LZrLF+OdJ2fRpjImi77smIdhSz9b6ScRYmNxB+I21t2LL/nsSG+GrCL7UI14TxbGNX4uLcC6X4zx7nHMVq/NPSqyHRdeKfqovtEN4b9tyiTpBDzu7DziXz2fSuCvi55OmTHQ5vgLjlGKS75R1bMCMMTB2LPDnIk1cfqfqicYmWKcEJCCBwyZg6yUgAQmsg4AC/DqonjxPtqU+NdkgjMYYq8vkL9vnLxizKFZk+XxccXeZCMZMANRh3BLOinvtN8tO+mWE61l5Ijy+vYnAp9BYVW28pzqZnOAyPswS6eOxsL07xuAVuwc4gsFW+FJZ+vzxcXRNrrCayrGGBE8UAjzn4CcePSx8eg4hrgi+fCqOLeZ1UoTpe8cDwZgwdnD07Rva8MaknaXY1t3GoV6LCJZ8wo7b7Es5fE2hTAo4vgqV0YjnjE/8FR+YXbs4eprsjuALFXX0t8SxyO9IoqskIAEJSKAnAaNJQAIS6CSgAN+JZRCe70gtPhBdFII7QhSX0RU/tr4jsBZ3l3mGeNYCYpyj1o3fNP1lCUCQ4/xrrCtTCKPtWf+LJ3e2WsfopWBywybmi+NGeIsxaAVXLgpEQK4ryor3K2qPxv6auLkFPcZYcW78PrExGRBjruIyOXZf1BH5ggHjrfb7kziYSIoxVrCuv3ww9pzxh23adTDjlM8W1n4vj6M+B89RiJvGr95hEmenYjKBLft1IGyKQHno46vm8qE42jF1+/h9X3QfRX/cMhHr+EzSPCt+mDFUEpCABCQwLALWRgIS2FcCCvDD7VnOCNer66yY8hJdrzY/M9Wvhaw4jylWcv++8WXVlvOsjfcxJ1uzHxXfrtU66sGLfYKXVq9OyvYWc7ZfXyP+8xQTGb+XSAiwMcaKi8ueGNvQhYqzp46spLPjINaJov73jKsVdOM1UWytp90Tj1iYBHh0zHnnmunPX008BOUYE/XbsRXBN9axQqjn84RjR/7AGbbsxohzpmJsMVbrSFzKx5np2o+jHNxQX/vdP455/c+k1G0TjwmfGGPFvQFPjq3u+0MZX/QNfZvmdyp+I3iu6nsJ2H3BlyXm9SfP+C8m17tH14qJpnYHRR2uXQISkIAEdpmAdZeABAZLQAF+sF0zrhgCelmh5AX9ymPf0/6wVbg923payNG/XVuVOc/O2fl2lbSkZHWYlXCEuFsVz8bkwrl5AmOT5JiTs9UIBrVgQdnPS0wmDuoz0/EaKzj8Qmxs32Vbb6wT9aDY3hk9NMXuBc6Ac1ndm1M5zmcjdMc6UTDg8jfaNfHssCCgcr6c/q+DbxAHAhVn1xG64jyi6OvXxedm0bV6VRyMsxhHFOftmRSoPWkD8dnqjhBdh2Gn3EvFgrDOGIt1rNgx8Iyx7egfBEsEdsJLCL9Jz47jbtFd4+ss8UcY5Qb8WCfqCbGxVTzGRO3r+OIrC/UkD5NpHCXh2Zg0vrGwO4GjGbU3k4LcF3HdeHb1J0I+k0U8i/RLoo1Vn4mmcUT/SEACEpDAYRKw1RKQwPoI1C9l6yvFnJclwGpru7W55IUghYBS3LPMpyewXYVnBZvVby6hYissL/essPJCz/ZjBPzvTbqiPhwLwmOMseKFH4Ft7DjBnxclLcJajCOKc9kIkVy2Rr2oHxMWCC6PSUwE/RgThQD38LjqOsa5VnWj5E558zQXtnE++ymJzyf6YhxRCO9saW5Xo49EqhyfiJ3JAASpWCeKPuV+A1a6WV2FGXcp0Mf09fknMU+zcAnZHWOFc4xjiokUjiTUAYwJtmOThlVYykBjp1zGZTuxwlEBxnKdT7FTL7bCw6D48buEgP7ZeNDn5M8YYCwg7MM9QRNFmRwjoB8mnqcsuzy+TjXhmMEz8NeNLxMz9AlHFdDt0RImS+6aNLCKMVFMkjG5wk4d+hDWjBny5ygKwv0kciz0U5+JpkRVSUACEpCABJYiYCIJSGAGAV6UZwQbtGUCvJAjSLfVQFBBQMNsw7rcCN8IxKzcteHc2s3lVGzn5vzxuRKhHhekQbj8mfgjOMQYK7aB9z13PU4w5Q9tQMBjmy5ltdFYJaRe1I9Ly+q6lbgPiWVa+gQNWiGk/nRqyKQELGLtpVip5ygEQnibgJVr8oQZwi593MYhHbffs8uiDStuhDry4Fb84ldMymAXAeFo7PiV8GLeK5Z5EytMFFAXtsEn+kTR1/Q5+TMGGAuTwFMW6sbuA56VU15HDJju2/higo2JiSMNjYNJLSZP0O0xiQSPYHTNWJiwi3FEkZY+hDVjpmtrPWP1KklFf8VQSUACEpCABIZIwDpJYL8J8IK83y3c/da9JE1oV1oR3jg/nKDeitVdtj5/pHeK0YgVY7ZC/+ZoNGJVD6Ev1rFiC/15x7aT/0HI+q1kU1aQY+2lYMCq8l0Su0v4j/dgFcIxwi3CFqvcMFi0shwX4OsAbHFmZbRverbGk47089LwpYPLJxKTJIuUwRZ/BMIHJG2fvmGcnyNxuyas4n1MkSf9Tt2o47EIlQds9218cQEkO2uqZh6xwpKt9Uc840CIv37M60X/U3Rf9dhEZPcFdzfEqpKABCQgAQnsKQGbJYGBE1CAH3gHpXqsnr8pZq1eFgcv4jEWUpyBPmdSsNrJKlr7As9Wb7bYskX2GxPvJtFs144x4pIzztFiL5qVT1buivukJtusL5RMED7YQv2u2BHUYowVdvwIIw7nvd86Dhn2HwRftrHDFqGT8+h83o/z36xqnqT2pL9dMviGaLZNU0ZXv7IVvfQrF8CRLkl6KSYbqDfbrdmtwdhpj2TQN3w1gcmecydXJgi4RA7hOc5eirHGBXbfmdj3jaavyTfWscJOO+4QF+ezmVSgbnH2Uvs0vrjbgnPv10rLYQKbWCeKFXTG2MSjsnwxdu49YBKOCRC2zDNBF++Jan8Lfj4hHF+IoZKABCQgAQlIYBoB/SWwbgIK8OsmfPL82S7L5XWcNy+am8SXzZkXfbbf8uL/Tcmk5ImJEHiZ+HHeGIE91olCEGMbPvGKRpgjv0mkWBDsEB5KHEzKS1AvRTmcF+dTZ6zIc8M2eaCx40cYcYjbK9NEog7kUfQl4lcfCYhzpupqV8lrnsl9AXy+DbYIne9LSQhRMVammNBhRZYyuvqVs/dd/bpIBRAan5MEjB225dftpm/Yts1xC7bln6R97PTgTDt9Tb6lHOy045GpQzs+49VLMWYYO4yhrvzxI4w4xO2VaSKddHwtkx7GTKbABDaFEyY7UxDCU7WpimeX+wyYCGif2Vm/BVMzNEACEpCABCQggRMRMLEE5hJQgJ+LyAgSkIAEJCDi/aRMAAAQAElEQVQBCUhAAhKQgASGTsD6HQIBBfhD6GXbKAEJSEACEpCABCQgAQlIYBYBw3aCgAL8TnSTlZSABCQgAQlIQAISkIAEJDBcAtZsMwQU4DfD2VIkIAEJSEACEpCABCQgAQlIoJuAvj0JKMD3BGU0CUhAAhKQgAQkIAEJSEACEhgigcOpkwL84fS1LZWABCQgAQlIQAISkIAEJCCBlsAOuRXgd6izrKoEJCABCUhAAhKQgAQkIAEJDIvAJmujAL9J2pYlAQlIQAISkIAEJCABCUhAAhI4ncBCNgX4hXAZWQISkIAEJCABCUhAAhKQgAQksB0CxwX47dTDUiUgAQlIQAISkIAEJCABCUhAAhKYQWDlAvyMsgySgAQkIAEJSEACEpCABCQgAQlIYEkCQxPgl2yGySQgAQlIQAISkIAEJCABCUhAAvtNYM8E+P3uLFsnAQlIQAISkIAEJCABCUhAAodLQAG+7nvtEpCABCQgAQlIQAISkIAEJCCBgRJQgF9hx5iVBCQgAQlIQAISkIAEJCABCUhgXQQU4NdFdvF8TSEBCUhAAhKQgAQkIAEJSEACEphKQAF+KppdC7C+EpCABCQgAQlIQAISkIAEJLDPBBTg97l3F2mbcSUgAQlIQAISkIAEJCABCUhg0AQU4AfdPbtTOWsqAQlIQAISkIAEJCABCUhAAusloAC/Xr7m3o+AsSQgAQlIQAISkIAEJCABCUhgDgEF+DmADN4FAtZRAhKQgAQkIAEJSEACEpDA/hNQgN//PraF8wgYLgEJSEACEpCABCQgAQlIYAcIKMDvQCdZxWETsHYSkIAEJCABCUhAAhKQgAQ2QUABfhOULUMC0wkYIgEJSEACEpCABCQgAQlIoBcBBfhemIwkgaESsF4SkIAEJCABCUhAAhKQwKEQUIA/lJ62nRLoIqCfBCQgAQlIQAISkIAEJLAzBBTgd6arrKgEhkfAGklAAhKQgAQkIAEJSEACmyOgAL851pYkAQkcJaBLAhKQgAQkIAEJSEACEliAgAL8ArCMKgEJDImAdZGABCQgAQlIQAISkMBhEVCAP6z+trUSkEAhoCkBCUhAAhKQgAQkIIEdI6AAv2MdZnUlIIFhELAWEpCABCQgAQlIQAIS2DQBBfhNE7c8CUhAAqORDCQgAQlIQAISkIAEJLAwAQX4hZGZQAISkMC2CVi+BCQgAQlIQAISkMAhElCAP8Ret80SkMBhE7D1EpCABCQgAQlIQAI7SUABfie7zUpLQAIS2B4BS5aABCQgAQlIQAIS2A4BBfjtcLdUCUhAAodKwHZLQAISkIAEJCABCSxJQAF+SXAmk4AEJCCBbRCwTAlIQAISkIAEJHC4BBTgD7fvbbkEJCCBwyNgiyUgAQlIQAISkMAOE1CA3+HOs+oSkIAEJLBZApYmAQlIQAISkIAEtklAAX6b9C1bAhKQgAQOiYBtlYAEJCABCUhAAicioAB/InwmloAEJCABCWyKgOVIQAISkIAEJHDoBBTgD30E2H4JSEACEjgMArZSAhKQgAQkIIGdJ6AAv/NdaAMkIAEJSEAC6ydgCRKQgAQkIAEJbJ+AAvz2+8AaSEACEpCABPadgO2TgAQkIAEJSGAFBBTgVwDRLCQgAQlIQAISWCcB85aABCQgAQlIAAIK8FBQS0ACEpCABCSwvwRsmQQkIAEJSGBPCCjA70lH2gwJSEACEpCABNZDwFwlIAEJSEACQyGgAD+UnrAeEpCABCQgAQnsIwHbJAEJSEACElgZAQX4laE0IwlIQAISkIAEJLBqAuYnAQlIQAISOJ2AAvzpLLRJQAISkIAEJCCB/SJgayQgAQlIYK8IKMDvVXfaGAlIQAISkIAEJLA6AuYkAQlIQALDIqAAP6z+sDYSkIAEJCABCUhgXwjYDglIQAISWDEBBfgVAzU7CUhAAhKQgAQkIIFVEDAPCUhAAhJoCSjAt0R0S0ACEpCABCQgAQnsPgFbIAEJSGAPCSjA72Gn2iQJSEACEpCABCQggZMRMLUEJCCBIRJQgB9ir1gnCUhAAhKQgAQkIIFdJmDdJSABCayFgAL8WrCaqQQkIAEJSEACEpCABJYlYDoJSEAC3QQU4Lu56CsBCUhAAhKQgAQkIIHdJGCtJSCBvSWgAL+3XWvDJCABCUhAAhKQgAQksDgBU0hAAsMloAA/3L6xZhKQgAQkIAEJSEACEtg1AtZXAhJYIwEF+DXCNWsJSEACEpCABCQgAQlIYBECxpWABGYRUICfRccwCUhAAhKQgAQkIAEJSGB3CFhTCew5AQX4Pe9gmycBCUhAAhKQgAQkIAEJ9CNgLAkMnYAC/NB7yPpJQAISkIAEJCABCUhAArtAwDpKYO0EFODXjtgCJCABCUhAAhKQgAQkIAEJzCNguATmE1CAn8/IGBKQgAQkIAEJSEACEpCABIZNwNodBAEF+IPoZhspAQlIQAISkIAEJCABCUhgOgFDdoOAAvxu9JO1lIAEJCABCUhAAhKQgAQkMFQC1mtDBBTgNwS6RzFnTJzXRv9fpZ8a+yrUXZJJne/n4z5ftGr7BNq+qftp1fZVjadNUvupFFZz4BnhWYn3zqqzpeYfi67bRTvjdUy1cX12RyOZHBsmekhAAhKQgAR2nYD170tAAb4vKeNJQAISkIAEJCABCUhAAhKQwPAIHFCNFOAPqLNtqgQkIAEJSEACEpCABCQgAQkcJbBLLgX4Xeot6yoBCUhAAhKQgAQkIAEJSEACQyKw0boowG8Ut4VJ4BiBB8fnS3rqH0+8L0TX6qpx9E1/48RVSUACEpCABCQgAQlIQAKDIbBYRRTgF+NlbAlIQAISkIAEJCABCUhAAhKQwFYIHBPgt1ILC5WABCQgAQlIQAISkIAEJCABCUhgJoFVC/AzCzNQAhKQgAQkIAEJSEACEpCABCQggeUIDEyAX64RppKABCQgAQlIQAISkIAEJCABCew7gf0S4Pe9t7bbvrOk+JtF/2n056L/r9Ifi/0p0ReO/rLovupsiUjaktdr4z5jNJeyXSzmm6NL2D/H/vvRF4o+Q/Q09ZUJuEL046LfH/1f0SUPTNz4PzL+Pxk9K68EdyraSFtpc11/8ofNO5PqAdE/EE1bYgxKwRjW1BdNG+gLKvlD+fOS6C9GE0Z7Xhb7T0XT7hidirALJOQ3omk/6UhfNPn9VcJgdrmYxI9xIkUe10oOjEn6tZT1t/GjnHljJdFmKvruuxPjl6NfGf3J6FJGMfEjjGeDZyRRNqrot19Jie+OhnGpV3leLhP/ZcZ4ko022X76knHBM07dSzsYR/jxrFIf6nVSvYnfCJifKxXld+ZDMeu+Yaye9DcoWaokIAEJSEACEjhEAgrwVa9r7STw7fF9cvSnon8nmhfpr4lZq++MgxvO3xgT4em6MXmBjbGw+oqkeGj066IRCGOM1dfn789EU8YlY7bqzPEg3WdjvjT6ltHniEYwiDFRuPG/XXwQ/D4Q81LRfYQD4lAH2kg9aDNtT/KJgs154rp7NHn/WUyE4hiDVvwW3CY1/IvoK0XjjjGiPZeP5Q+jbxrdqq+Kx22jGR9MuNwxdtpPulgnivwQhmH28vgS/yTj5PzJ433Rz4lmTNKvsY7Vt+Yv5fxJzPdEXzx6EUU/M4H09iRi0uFhMS8dfdboVuFHGM8GbXpUIjAWY6xVwfc3U8LfRfMlA4RFGMc5VuV5+eO4GIfwirWX2mT7KYvnj75kXPB8UfdSUdqJH8/qs+L5DdHLKvpl3b8R1I3xxrhjUoXfme+LZ903jNVlf4OSlUoCEpCABCQggUMmUL9UHDKHVbR9H/PgxfodadjPRfdVCDTPSGQEGl6+Y+2tGI8IgKx4Tkv0lgT8eXStfjQOXpjvFJOX4xi91fcm5quifykaYSJGp2JC4q4JYTWQNsbaSyE4IRTDcFb+vTJbYyRWslktpA+6imHS4hVNAJM7r48fgiTCUay9FfEZJ49OikX77JpJg3BO38U6U/1gQl8dzeREH/7UBSGPCSTGVZIupCjnTUnxXdHrUt+RjNlBwcRJrHMVnOB1jbkxR6NNtp+y7pE68fxRx1hnqmsn9LnRywjx9OW6fyMYX0w2MN4Yd6lqL0XbYXCfxIZJDJUEJCABCUhAAhLoJvD/dXvru3kCgysRIYnVu2/sqBlbrp8W/ydE8+L53zFbhcDKy/bXtgEz3Ky4s3JdorC6SDlo7Pg/PX8+E10UgtKz40CoiXFEfTwuwqgnmrp+Pn5d6r7xPG/0NHW1BNw/ulXUqy6DCYb/bSLxnD0mfj8RPUQFO4RW6kn9/jV/aNOTYrJ6G2P0wtFo9Nej0//Rr2xT//HTvSa2f4rtD6Jhjsb+L3F3qVvFk+35MXopxgiTQ7WgU+pLWa9JLl38mZyYJ8AigE2bQGLcsJuCMtCMyY+krC71w/G8V/SXRq9aseOBZ6DmTnsZd6VePJ9tufCij9kF0YYV9ybbX8q6Xym8Mvk9YczQHkzYl2B237DLAQ7Fb565qd8IJusem8qU5yjWsWLs0w7ag+Z3iDaOA6s/94593hhNFJUEJCABCUhAAodMoH3ROGQWu9321db+x5IdQlI7Pp4Zf7YnIwSwRZlt6pyx5WX6eglj+3qMieIs+q/H1VeQQcjgxR6B5A5Jx/Z0ykGz2stKFau2CRor8kVQ+v6x6/Q/vx0rEw+8uLMiRj3R1PVMCeP8OmdQY52or47tJtGUH+OI4mwzL9c1jzckxvdEf1t0XQbbuVld/tX414r8aRN1rv2HYKfNsKcuD88f+pg2ca6blUT6gckLziUneKxunb9sHY8xUWyzh8k3xYcJD5ijsbNqSl6s2Cd4oiibOIyhiecMC0csCsO/STzqQN7Ul3zYNdLFn75DuEK4TrJOxQQOq6B1IGVwNpsJCyYPKAPNmGRrNP5sYa/TYGcCjPZiX6WGV9nZghB4l2TOnQaMu1Ivnk/ayV0ECZ4o+oaJtYlHY9lk+y+SslvhnfbcPP60jzFDezBhTB/QFwkeIcT33QXDWNnEbwTn6u+Wyn1ddFEfjYXfUn4/aAftQfM7RBtpK21OtLGib5lAor1jD/9IQAISkIAEJCCBlgAvta2f7uEQuFGqgtB0Uo0QnaymqyoEQYrV6PpFFIGa7brXT7y/j24VFzQh3CM0vLUJ5IWVF+7Ge6bzngllWzb5xjpWMOCFmAuuxh75g4CEoBTrRCFo/mJcn47uUuTDFmfOOLd1RQiq213S8xLOGePiRvhnOy/no4tfbbJiCMN6NwHhCCHtZAP+Q9GsqCMQ/ntTIQSnf6j8vjn2VhDkLDrb8KcxSZIRq/lM6jwPR6U5M89lbJXXXCsXg100sdiuTJ/GOlGF/8/Gh7EbY6yY1EFAQqgbe1R/EJ6YwGGipXgz1pkQYCdKPRZLOCaTVghupMVdNOOIdhX3qk12HSAEPyQZt/0Vr9F78wehEU6xTtQlYkPgj3FEbbL9/MZwqbVUIAAAEABJREFU8d6XVzWgPdTtifGrhdo4R7CnD+jvtj2Ez9Kb+o04eyrBb0qMsaI9Px0bkyjt+Iz3iDbS1hvGUYezS4eV/HirJCABCUhAAhKQwHECCvDHmRy6D2dFETRrDg+Mgy3g9YtmvCaqWD4RCxeTIfjEOlaMMS5y4qV97DHnD2etOWc+ryyyYSUdQQk7GsGaM9V90rLN+xEkqjRCJCtjldfYeu78RcCJMVZsV/7HsW36H+rAFnTqVGKxUswqZ3EPyeRm7MenQggWMWYqJjO4hKtEQlhhwqJPWoRNuP9PSRyTFUdWKWPtpSjvBonZtVU83mMFf44BMHbHHqf+MOGDUHfKOTEov51oIu2HJzGmWyiLLdLthBA7QKanWj6E8tgBwTiclQt8mAir47BroH5mStgm29/1G8MEIRNrpT5dJu1B4P1CV+AUv039RrDrgee7VONdsdRHTuLsVOxaqe+W4HemHYedCfWUgAQkIAEJSOAwCSBcHWbLbfU0Agjg9coYAmhfoZg8EXgQfLAXzSrmjJvYS7SxyW3TrPiOHXP+sNqL0MnLMudMn5/48wTrRJko2lYLA9x+zeryJMIpS9lefso5QsjvWsUt4cXkE2NcuMdkAeen2doPnxI+JJMbs+HRp060hzFBm7CzOto3Lflzdpy7A7Cjmdz5Fiw9NefZ5wmvZIWgyyQKk0K40QivrPRirzUr9ewiQRAnPsLiH9UR5tgZf6x619HqSY7a/6R22s6n/frkQx8xaVLiThvjm2z/VVKZ+jeGOr4ofn0UbeerGH3iEmdTvxHt7wG/Ee3vBvVpNX3DsRLGD79jjFd+A9t4uiUgAQlIQAISkMCYgAL8GIN/ThHg5f6Cp+zFWFQoJh2CT73lmm3J9aVbxJmm+XRXvTo7LR7+rFzdajQasaLH6hc3Wo/W8K/dtnv1lMEKMKtlsU5VCJAcg+BMOOenfyExEVZiDE59MDViZTvGXIWgwa4K2kTbrpMUffssUU+kqCOXI/bNhFVQJhjq+AjwrcDF0QyOX7DtnPsWWFHlyEadbih2LkGrL3KcVS92xTDJUuIwZrt+9zfVfrbvsype6oO5SHt4ptih03e8beo3gt87hHHag+b37vax9BHimfDk94vfMe6d6DuZkexVEpCABCQgAQkcGoGuF7lDYzDk9nLTNS/cJ9V8/qxPO7msrF415GWZW737pK3jsLqKIF77Xah2zLDzybUZwasP6pEjn9JjVbZE5blhFZA28sLdtWpf4u6KyQo8/T30+vIpMFbH+9aTNr2yicydBmwZb7x3xvm2E9R00d0OJyiqMykTPif9jWFCjS9MdBawJU8mwHiG6uK5EPF98eC8PxNC/I7HqZKABCQgAQlIQALLE0AQWT61KfeNADc7s0JW2sW2zlpwLf7zzP9IBC5vijFRnAeu854EVBZW1Siz8lq5lduiuSiKm8M5f8rugHmFsIqLwN7GY8WM2/pZfWPrPrecc8M0ZbRxh+5mpXaddWQlkksOudiPSSEmi5Ypj1Xxf1swIQI/Y6skY5x/S3GcwEQg48Z+dmO8PPlgxli76nPXwNorkQKWaT8TJ9x5kORj9bn8rXcIxDlXkYat8XMjLhmB53fR3wh2RHCspC2SL2fwW0N9GbfsHuCziTWDNo1uCUhAAhKQgAQkMJWAAvxRNNzAzYrdIpo0R3PZXRerc7yUlxbwosyW5eJexOR27kXiE5eL1OptqPgto8+QRKz0sVWam/O5yItzpbSH/NnGzqoYwleizlWMh4cl1qxzx5THN83Zrk0ZnH1ndR6BJUmnqcH4L9NfbeUZO7QX4Ycb4LkhndVvtmfTt6yePyCJ6hXYOBdS3GS/UIJEpj8oP9axYny0W+jHAVP+MPHE1wPYXs+4eVbiMSnAuXEmuH43bi5+3MTvKXc2sMMlRW5MrbL9TJzwO1Mqz4Qdd0UUdx+TrwzAvU/caXEYAzyzq/qNoBzGBZN42Ls05+L53CETh/yucm8E4+k7uiLrJwEJSEACEpCABLoIbOKFs6tc/Q6PAJ9Z4hvs62o5L8d82gwhkdVWVsRZ6X16CuSGaz4RR5w4l1KssF0jKZmw6bMCyhlYVuc/lTRvjqZ8BNxYV6i2nxUr66wovjFVgTvtZYKEC+HuHL9LR3O3QoyVKD4ptmhGjAUExb7p6CcuXWTXBZM+rJyyRfoFyYDVVM78L7uDIFkMXu1r+3n+1/kbwe/CbdK714vuMyHGRBbjieMAbLXns3NMLCS5SgISkIAEJCABCXQTUIDv5qLv6gmwysbW+lXnzAsvN+ezKonAxTbtvmWQhtX1vvFZyWVVGYGU7373XQ3msjd2AHDJHgJv3/LWHu8EBSDk8XUBBA9WFLmYrO/vCdxZvT5B8Qsl5cZzxkmfRFxg97xE/MtohD2EvljnKlZU+whtczPacoR9bD99v6nfCCaYmLz6xvTjVaN57mPMVXza8IWJxaRf3zGX6CoJSEACEpCABA6NQN8X7kPjYntXT4Btr6xQrTJnhGFWsJ6RTM8cPU0hLHKOne+C/2Ii/Ug0Qh0v2AjlcS6kaMtTkoKXbj5LRj5sn8U/3lPV/RLC7e0xdlohvMOR4wKc8Z3VmL9PIJ9mY+cCuxDYPs3uhGXP3COMJcuFFBMus8ZHyYw7Dd4UB18ZiDFVsZrPLoOHJsaVohHWKAMBLM6dVfvY/m39RvBbx23yfNWDMX/ZjIrHRTORGWOqYtKI4zqLHPGYmpkBEpCABCQgAQnsHwEF+KN9ijCIcLKIJs3RXHbXhTBbr0hz9hUBdZkWfVuTiO3Vdd5N8FJOtrT/UkdKzl3zIvwDCePlGaGPLfycP/2t+LG6ygt2rCdWbK3nRZ0z3xwRoN03T65vje5ShO36rfWccWfct78fXFyIYH+uNBwWPEfcM8DZcXYu8A3vahdGYi2u2Ha8aCrGABM2JR0r5QjhxY3JpWLcldCeR+aCNep+yURCUKfNfPKLXRWcX35p/D8dvetqU+1n9wXn+AsvmDJGiruPiXDbd5V6CL8RjHl+k26dxvHs02aOYfCJOyYX431E8VvC5OARTx0SkIAEJCABCUgAAryMYqolAAEuhqoFGwQVPn9E2CKal2vOENdpWAGft0Jdx59nR+C4YyIhJMYYK85f87k6VrueGh8+N8XLc6wbUUxQIKA8MaWdPxph8A0xa8WL+Xlrjx2zIzzdIXWub+9nMgSBhHYxQcI9BJwdT7SVKyZIGF+jUf+sOVZBvUsKVv/rcY7/FfPnotG1YsWUryewe+C1CUBQp49j3Tu1qfa39xEwjujTRYAyOUS/zEszxN8I6sw4ek4sl49m5wY7iGKdKCZNuRRx4qFFAhKQgAQkIAEJFAIK8IWEJgT4HBqf6cJe9EWKZQGTVSaEpjoJt7LX7pPaWeU9X5MJAj0XxjXeU50IAQgQUyMkgEmMG8VEKOfW6A/H/j3RfRSCIjfRs4pbxz937dgxO5e3cXN3XW1W458bj77CLees+ZRbkiysGFeMr74JEdzb+jLB8K9VBsS5VuXGynjlzgJ2peCepxEq+46LeXltOnyT7WfihOeobiOfXqzd8+xwbicIu9Js6jeCHR4cu3hMKsEuFI6N9P3dZDcIx2rekbS1Ok/t0C4BCUhAAhKQgAQKAQX4QkITArxctwIwK6usJBPeV187EflcVIyxYsvstC3l4whL/EH4RvAoSflU2duKo4fJyj2XsM2Lysv5fRPpptFs3+bMN2fo4+yleJl/b6+YuxGJ7c5sAS61RWh/XRyYMXqpcha+V+QmEuOKLfyN91QnOx6u0ITyzfa6vgjfjKc6GpePsVJa+9X21k76RcZFm36b7k22n1043J1Qt5fV/0V+Y/jqwbyJN/KnTzbxG8ERndunwF+IRvBmjHKpY5y9FOPsL3rFNJIEJCABCUhAAgdPQAH+4IfAMQDcoFx/M/v7EuOW0Qi8MeYq4vMyW0dkG/mqhVjO59dlcFlVfc65Duuys0J2i66Axo8tv+3kww0Sh/JizFVs422PIbC1f27CgUb4ytQLgSXGWDEu+rIgAePj7lhOoO+ZtHzDO8ZMRb1+OTHYkhxjrFj95fOCY8epP7SnFQhb96monQbl3DshdTlxzlKDCtt0+1+S1nNrf4yxYkz0/Y0pcccJ5/zZ1G8Ex0X+pKnLNeM+S3QfRT2ZbKjj9v3CRZ1GuwQkIAEJSEACB0BAAf4AOnnBJrIFlMuV6mQITFwWh7BW+7d2tkYzAXC2KoBLmjgX3XcrcpV0ppVvJ9cRWEXkRvB5dSQNN0M/P5ZW4Cdt+0xw+R7bwxN9othhwHZ94k88OyyEs/2+fjnnmAKMO6LvhBfHARBY6sqySwMhtvbrsiN8cVN7PT5KvD7pS1y20T8wDnZHxOhUCKV3SgiXGcaYKL4ewKTMxCMWxiY7JWKdKC6taydeJoGVhTo8Km7GRIwjitVfxsARz5U4VpvJptvPJZLcUVG3gkmdG8djFi+Oszw+cbrGT7yPqU39RlDwi/OnnvjkDowHxa/PuL5y4l0suih+c15fHJoSkIAEJCABCUigJtAKK3WY9sMkwMs8q4n1Chkk+LQR38dGSMdda4QlbnvmHCefCKvDODvOTd213yrsrKRy6V6d1/3j4MIxhKpYjym26f52fPlUWL0NPF5jRTq2v44d1R+2/HImuvIace6bW8unrbLx2TLOxCJo1un43Nxf1R47ZucywnY3BULyI9MO2hzjmIIRY4p0CN/HIsTj+6MXUdwtwO3/fF2gTUd5T4pny56dII+Nf6vY1v3GxpNz1i+I37Sz1ghm3K7P1udbJV6X4nK2RS/c68pn5X5NhptuP8cXHp461DtR+L/oyfHjmWrHEUI9n7hjlZuJlUTrpTb5G8EuHT6XWFeMHT48711jlHj83tw1Fi6xo42xjtXL8neR40CJrpKABCQgAQlI4FAI8NJ0KG21nf0JIIjzuTNWz+tUXNT0N/FAiGMFjdUwPo+E0I9w3wrFr0rcO0dzS3mMlSrqwAt/nSnjmVUvPu3GGWbqh2bVlzPyrMjxKaeShgukWBEvbkwEM8xac0aVC81aHrdJJG6+52K7wgMTN3X4+YTXCoEFwQUBpvbfJTvtenRHhWkrdyi8O2FM2sAd4YVJFhj9WvwLW8bDx+KuFZNAtXuanckg7lQg/NL5w6WLCGqlTCZaKI+dDwmeKMYtl4VR/4lnZXl67O0qPEIjq8W0gbbQJsqhjXzdAAGfOxGSdKzo97pvaVMtmI0jDfTPIu1fRfvpf46itBOFPFOMoz8LJ3jDnWeU3yTuM4h3b7XJ3wjGNGOcsVdXkN9MxmjXGGInC79X/G6VNPC4Xxz8psZQSUACEpCABCQggaME6heHoyG6Dp0AAvlVAgEhN8YRxZZwBCRWmBCiimBWR+LFm3Og0wSmOu4ydgQldgWwWtWmpz5clEb90D+dCHyuKcZEcVkfF05xHnfiGcs0IYGJClZ9W4YLBoMAABAASURBVCE+SUYIcYUHJm78a42QST0QXGr/XbTTt10r2fyecPM3F/7Bna31XHpXt/EjcXDBFyutsU4UK/N9hF22FrPLou4HLhcsZbY7QCgA9nyya9bRBYRvhEcEMdLUmjbQFtpEObSRtpY4pOHeh5+JB0JZjLFi5ZU7EMaOgf/ZYPsnJN4SG0cPEFpjnSjYclEhvOHe3nfAM98+t5PElWXTvxFM9lw35bftiddo3hgiDsI/v5lwwa2WgAQkIAEJSEACxwjwonTMUw8JnCLAaieCFd8sPuU110BAQ/DnRXZdwnupBPnz+S/OIBe/eSar8AhafPObFTpWbOs0fH+ZS6VqP+wIA5yfvkAcCIQxeikETerHhML7eqUYfiQEVlazfyVVxR5jrmIiiDQIvzBnFRemJSFCPUJOcU8zScPRBCZDyHNavOLPboG+7LkX4bJJyBiO0UsxJthuz4QEY4uV/pKQLfTnLY4dMLfRfibGGBPsZuiD6GGj0YjjOuyK6RN/k78R1If2/FgsHNeI0VvxG0u6V/dOYUQJSEACEpCABA6SgAL8QXb7Qo3+RGKzCvadMbkUjK2tnJmNc6wQUFm9Q4BBuGU1lNUxBK1xhDX/oS4IhtSPz729K+XVQmVbP4StZyfOF6NRnKutV8y44I4XacK6NMIn56JpJ2esKY861HG56I3jAzeMJxdvUb8+wmai74yC8UNTWy4Uu0PMdlzEa4RAy5ECVr85XsFERtkazNnx+qZtdnX0Pd/M2OLSMO40YEySF/1MmWgE8AfEwpi4bcxF2PNJvHMmzVWj2YVCX8Y6UWzvpm85YkKbbpIQnpEYI4TK9oZ7tomzI4TwXdDbaD/8WHlmsvBxgcS4iTFRdX9yJKeMoUmEORaeT55BxsN9E5dnlvEb61gxdurfsJP+RjAxyKV0lMf45Nlg3IwLO/UHN/48O9y7wW8sHE4Fa0hAAhKQgAQkIIFuAgrw3Vy24cvW20ukYLYRF82tzPE6seLCtZInJhdrLXpJEiuL/y81QUhnhZp80Jzz5QIythDzQloE40SdqzhzjOBGPuhl6lUKoX73iYNzy9wuT37oefV7T9KwvZ646K+Ie97qGQLkBxOPc/GUV/MgD7b8XibhnCtmBTDWlSj6DEaUUTQXuS2aeddYWyYfykVo5QK7dlxQP/qWC+74qkEtMJGOm+ARlIlXNLwIqzX1KuGYjOUSjmDOmDx3POhnwtHcds+XExgTCVpYUVfKZXcHfUmeRTMhQ99yFp6215kzLtiGX+JiIpiRXx2vHffEo7w6TrG3cel/xkEJn2e26WeVVfKivtRnXe0v5dQm7LjkkDsqGDfUs+iu/uS3sYT3ZcJ4OOlvBGX2+Y2gbZTH+OTZYNyQtmjc+PPs8CwQXy0BCUhAAhKQgATmElCAn4vICBKQgAQkIIFVEDAPCUhAAhKQgAQkcDICCvAn42dqCUhAAhKQwGYIWIoEJCABCUhAAgdPQAH+4IeAACQgAQlI4BAI2EYJSEACEpCABHafgAL87vehLZCABCQgAQmsm4D5S0ACEpCABCQwAAIK8APoBKsgAQlIQAIS2G8Ctk4CEpCABCQggVUQUIBfBUXzkIAEJCABCUhgfQTMWQISkIAEJCCBMQEF+DEG/0hAAhKQgAQksK8EbJcEJCABCUhgXwgowO9LT9oOCUhAAhKQgATWQcA8JSABCUhAAoMhoAA/mK6wIhKQgAQkIAEJ7B8BWyQBCUhAAhJYHQEF+NWxNCcJSEACEpCABCSwWgLmJgEJSEACEqgIKMBXMLRKQAISkIAEJCCBfSJgWyQgAQlIYL8IKMDvV3/aGglIQAISkIAEJLAqAuYjAQlIQAIDI6AAP7AOsToSkIAEJCABCUhgPwjYCglIQAISWDUBBfhVEzU/CUhAAhKQgAQkIIGTEzAHCUhAAhI4RkAB/hgSPSQgAQlIQAISkIAEdp2A9ZeABCSwjwQU4PexV22TBCQgAQlIQAISkMBJCJhWAhKQwCAJKMAPsluslAQkIAEJSEACEpDA7hKw5hKQgATWQ0ABfj1czVUCEpCABCQgAQlIQALLETCVBCQggSkEFOCngNFbAhKQgAQkIAEJSEACu0jAOktAAvtLQAF+f/vWlklAAhKQgAQkIAEJSGBRAsaXgAQGTEABfsCdY9UkIAEJSEACEpCABCSwWwSsrQQksE4CCvDrpGveEpCABCQgAQlIQAISkEB/AsaUgARmElCAn4nHQAlIQAISkIAEJCABCUhgVwhYTwnsOwEF+H3vYdsnAQlIQAISkIAEJCABCfQhYBwJDJ6AAvzgu8gKSkACEpCABCQgAQlIQALDJ2ANJbB+Agrw62dsCRKQgAQkIAEJSEACEpCABGYTMFQCPQgowPeAZBQJSEACEpCABCQgAQlIQAJDJmDdDoOAAvxh9LOtlIAEJCABCUhAAhKQgAQkMI2A/jtCQAF+RzrKakpAAhKQgAQkIAEJSEACEhgmAWu1KQIK8JsibTkSkIAEJCABCUhAAhKQgAQkcJyAPr0JKMD3RmVECUhAAhKQgAQkIAEJSEACEhgagUOqjwL8IfW2bZWABCQgAQlIQAISkIAEJCCBmsBO2RXgd6q7rKwEJCABCUhAAhKQgAQkIAEJDIfAZmuiAL9Z3pYmAQlIQAISkIAEJCABCUhAAhI4jcCCfxXgFwRmdAlIQAISkIAEJCABCUhAAhKQwDYItAL8NupgmRKQgAQkIAEJSEACEpCABCQgAQnMIbBiAX5OaQZLQAISkIAEJCABCUhAAhKQgAQksBSBYQnwSzXBRBKQgAQkIAEJSEACEpCABCQggf0nsFcC/P53ly2UgAQkIAEJSEACEpCABCQggUMloAB/es9rk4AEJCABCUhAAhKQgAQkIAEJDJaAAvzKusaMJCABCUhAAhKQgAQkIAEJSEAC6yOgAL8+tovlbGwJSEACEpCABCQgAQlIQAISkMAMAgrwM+DsUpB1lYAEJCABCUhAAhKQgAQkIIH9JqAAv9/927d1xpOABCQgAQlIQAISkIAEJCCBgRNQgB94B+1G9aylBCQgAQlIQAISkIAEJCABCaybgAL8ugmb/3wCxpCABCQgAQlIQAISkIAEJCCBuQQU4OciMsLQCVg/CUhAAhKQgAQkIAEJSEACh0BAAf4Qetk2ziJgmAQkIAEJSEACEpCABCQggZ0goAC/E91kJYdLwJpJQAISkIAEJCABCUhAAhLYDAEF+M1wthQJdBPQVwISkIAEJCABCUhAAhKQQE8CCvA9QRlNAkMkYJ0kIAEJSEACEpCABCQggcMhoAB/OH1tSyXQEtAtAQlIQAISkIAEJCABCewQAQX4HeosqyqBYRGwNhKQgAQkIAEJSEACEpDAJgkowG+StmVJQAKnE9AmAQlIQAISkIAEJCABCSxEQAF+IVxGloAEhkLAekhAAhKQgAQkIAEJSODQCCjAH1qP214JSAACaglIQAISkIAEJCABCewcAQX4nesyKywBCWyfgDWQgAQkIAEJSEACEpDA5gkowG+euSVKQAKHTsD2S0ACEpCABCQgAQlIYAkCCvBLQDOJBCQggW0SsGwJSEACEpCABCQggcMkoAB/mP1uqyUggcMlYMslIAEJSEACEpCABHaUgAL8jnac1ZaABCSwHQKWKgEJSEACEpCABCSwLQIK8Nsib7kSkIAEDpGAbZaABCQgAQlIQAISWJqAAvzS6EwoAQlIQAKbJmB5EpCABCQgAQlI4JAJKMAfcu/bdglIQAKHRcDWSkACEpCABCQggZ0moAC/091n5SUgAQlIYHMELEkCEpCABCQgAQlsl4AC/Hb5W7oEJCABCRwKAdspAQlIQAISkIAETkhAAf6EAE0uAQlIQAIS2AQBy5CABCQgAQlIQAIK8I4BCUhAAhKQwP4TsIUSkIAEJCABCewBAQX4PejEgTXhbKnPx6L/r9I/Ffuuq6521W3sY/9kILw/+nHRMPmamPuozpdGfT66ZkJ743Uidcakfm10nS9u/OOtkoAE1kfAnCUgAQlIQAISGAIBBfgh9IJ1OBQCZ01DzxF9y+g/jP5s9G9GnzlaJQEJSGB/CdgyCUhAAhKQgARWQkABfiUYzUQCSxHg+bttUr4n+kejVRKQgAQk0EFALwlIQAISkIAETiOAAHGazb8SkMC2CHxHCn529HdFqyQgAQlIYLUEzE0CEpCABCSwNwQU4PemK23IFgg8LWV+SU/Ns/aNiXvhaLbPxziivj+uh0Z/WbRKAhKQgAQGQ8CKSEACEpCABIZDAKFiOLWxJhLYXwJcvPbpNO9N0VeL/tno/42u1TXjuES0SgISkIAE9oWA7ZCABCQgAQmskIAC/AphmpUEehJAmGfL/N2a+DyP14sfq/oxVBKQgAQkcOgEbL8EJCABCUigJoDAULu1S0ACmyGAEP/UFMVn5WJM1E/EdpZolQQkIAEJSOCkBEwvAQlIQAJ7RkABfs861ObsFIF/TG3/OLpW3x2Hl9kFgkoCEpCABLZNwPIlIAEJSGBoBBTgt9sjX5vi/zSa1diiHxD3oupLk+C50SUPzN+Me5ZimzbC4i8n0iujPxlNulrjR9jNErbJVWFuZf+VlPnO6P+KLnX6Yuwfin5k9LmizxDdV/1UIpZ8MO8SN+qr8odPuf1tTPzRH479/tHUI8ZaFeXWBXx5HNQpxlxF+38ysR4b/bFo6l705+JmbN0+5jdH91VnTMTXRpd8yPdscaN+KH9eEk0/EE4ZL4sbtrt0+R79ugvji37j2XthGP9dNMxr/c/xo495hmlTnCoJSEACAyJgVSQgAQlIYOUEFOBXjnShDD+T2AhAMSbqcrF9ffQi6jsTmdvNY4wVQu8zx7bjfxDcLxbvt0f/VfTDoi8dfdboVuFH2O8k4FPRj4o+c/S6FALiK5L5x6MfHH2e6FowZLx+X/xuF/3u6PdEXyqaNsVYWH17Urw+msmOb41Z1PfGco9o+oab42PdmGIyZl7/I7hfJzX6aDQC3K1iMgZiTNTXxIZw/4iY/xDNmXvaG+vCCu63Saq/iL5SNO4YI8q4fCzcqn/TmENXuzK+Sj3pN569nw7YMokS60QxTuhjnmGemecnZNk+TlKVBCQggWERsDYSkIAEJHCcQHkRPx6iz6YIsHL+r1VhPxr7D0cvoi6byN8SXdQ7YnlvdKsQhvlU2esSQDkxFlIIcdyivuot3gjgN0pNWHGnLbH2Uj+YWK+KRtimbbH2Vgg/T0nsH4+epp6TACYuYmxMfSElsdoao1MhNCPUPSuhrdAer6nq2glhXDDhEetC6lqJza6Hab8X7CJg4iXRBql2ZXxRT54xJkoWeQ4K9KvHQh/PGtOJopKABCRwEARspAQkIIG9JDDthXwvGzvQRn0k9fqz6KJYgWV1tbjnmV+ZCFeNrtUL4mB1P8ZEIRzcMS6228Y4oj4fF3V4Qkz002JSrxjHFJML94ov9Yz1O0xiAAAQAElEQVRxYkW97pxcuNCtSwj/y4Q9KZp6vSVm++m1eI3ulz+sonelT1CnQlBid0EJfGsslPEHMf87mkkVJldiXZui7UxC1AV8No5/ie5SHLmgfj/XEUidmcygDfQfW9/baOwmYFfBNdqAGW62ZjPpU34r4MJqPn3ygVPp2OL916fsQzNgvCvji37pmiihb98VsDCnfzER8rueBfqYFXmOQiSJSgISkIAEliNgKglIQALDJFBeyodZu8Oo1b+nmQjcMSYKwZIX8YnHDMvZE3aB6KIQsDinXNzFPG8s94mu1d/EwZZ9BEPyuGXc6BvHZKs6/mxlj/OIumZcreAZr6UU56cf1JGScin/RxLGOWDqxXZhBBPOryPUJGiibh0bW+tj9FKsZBMRBtz8fv44KONqMQm7SMz2hvh4rVRxB0G70opQzN0DbUFMmPx6PBkbMSaKHQL0B+fmLxNf2kD/kTfCdzu2mOR4YuL9WHQfhQBMGuI+PH84avAzMekTxgC7ALgvgLPZ8R6c2pXxRV/Rv/VvMrsxbhiijEd2zMCc/sU8d/x5Fn4xZvsscESG8ZsglQQkIAEJbIWAhUpAAhJYE4H6ZXFNRZhtDwJsP2Ybcol6zlh4YY8xVyHQfUMVi5X0dvUcIewmifPV0UX9fSxsp+YWdC4li/OYYjX4bvElbYyJ+rrYOJ8e40Tqm5L6gdH1OERouUr87hpN+TGOKCY8HhIfhG6E71gnijTsEJh4zLFQFlvL/7yJh0DEyv//NP6rdNInXDD3bU2mXCDH5XCN9+iS8UB4izFR7BpAEOfsc1cffiIxEe65pK9eraX/7pswhP4YvRTHDZg4gX+dgD7grHbt12XnnDxC/kn0vyXji0f3Vbs0vjjnzqRZaRv3WFwhjqdHMx5jHFP0xW/Fl3jEj3WsGFsXHdv8IwEJSEACO0nASktAAhKYRqAWnKbF0X/9BBCC3lAVwwt4uy2+Cp5YEcAQdicesfxuNC/2MSaKG+QRACcesSA4c9t6rDMVAhfbthEW64irOAfPBEIrcHMhW9cOgrps7JyXv34steDCroVbxA9+MeYqhMq3zY21+gj0268mWwT4GBPFajrn7icepyysvnNJXP28MgFz3YQjpMeYqui/xySU/o4xUVxG13eVFsaPT8ppgmSCBql2ZXxxDOaKDUG2yr+x8Zvm5CLGFzWB7MDo+xw0SXVKQAISkMCOE7D6EpDAHhOoBYI9bubgm8ZKb3trPCvrCKSzKs9t6WwrL3FYxeeSueIuJquv5I8gThzOR/9RCexhcia7vRTvHD3SzYqC0ML24DrOy+N4XnRfhYCDoFPHZws827xrv2n2FycA9jHWrtjuzHGAe6Yk+N87Zqt+Ix4t53iNvj9/OOoQY6IQyPtMwJAAIf7RsdRHAnj2rxe/PkIeN/7XaZNs8GqXxhd98NIQ5W4BvizA8/b7cdNvMeYqxnC7i4SdHWy9n5vYCBKQgAQkIIGjBHRJQAJDJsBL/JDrd0h1Y+t7LSSxjX7ebdJXDiC2Q8cYK1bxWc0fO6o//xw755QRbvnMFKtzCArx3ppCyOZcfl2Brt0DdXhrR8BB0EGAKWGcyYZdcU8z2aXwwWmBPf25OZ869NFs/+biMS7c4/N8bRFcQMd2aPJqw+BUH5Ngy/oiEzDk94/5w1b7GBPFMQR2Z0w8pljgxN0KU4IH6b1L44uxyAQLdwswKUdfMzk1SLBWSgISkIAEJDCTgIESkMBaCSjArxXvQpkjYHEevSRiVY7t8ZjFrzZZ0W233bLKXguzdfyh2VnBrz99xyTD25eoJJMeCJglKbzOVxwzzH9K2Lzt54myEcUdCHx5oP1yQCm8Pf4Ap1mfmivpWvM18agnCJjI6XMUghX4Ol2yWVhxJIS+OYk+U0rlE4gx5irH11xERpCABCQgAQkMj4A1koAEZhNQgJ/NZ9OhbKGtBXC20XMRV1c9EFC4Ob2EIciyil/cJzURtFjFvEEyYms7ZqwrU6yU15mxqoxQXfv1sbMy/L4m4g817i4nN73/R1fABv1oL9vYOY/OBEZX0WwFP1sTwCWFy9SdXRdMFJXsuNSQPi7uaeZQJjqm1a/L/xDGF7snuGWfXSjs7OjioJ8EJCABCUjgkAjYVgnsPQEF+KNdzC3brDQuoklzNJflXWyxri9VQ0jnlvGuHHlxRwArYaze18JZ8Z9nspLPGWu21/9KIj8rmjPanJvnvDzb2jl/veqxUm/9T5EjhNllhFImPD5PBgtq0mzyUrb/n707gbs3+Of6f/fwL5IWlSytWrSJ0k9RikohRbY2RclSEpEtW0o/hLLLrhKSSItSSYQWRFooyZJKWSISEf0/z/v3nfv3+c73LNc59znnPufc7/sxc89cc83MNfOaueaaz2xn8LRUXp0xyEAwt2pi1QnyIzsOsJv3MiuXcX8X01JtB9LtEobfVb8GwP2c9bXULwM4Vkl439+6gP/F0v+htDrj0EMHMVp6P37qr25FhUAIhEAIhEAIhEAIXCuBQwtl18rpVPmyhLr/brdZ8FXL6P0+up+OGukixJq9H9ebTHESHj+pPPm5MnuzLUH3XL+9bin3PHtZXi9KEXgMTBw70X+pHoDnEv0C5df5A36r3c/gWTVACCvnJepoftSFo0V+pREfu3799OL2Z0sbkDPo8o1lJ6j7NQHnLvi5ubTdBSUqBEIgBEIgBEIgBB4bgXQCz6/E/YSaZeEjZauW0RO6+sy8WXuz9yPMOpMA6ZR3v3H++8rTPLNbTiuV9FzSLKyZyX1m81dm/ioc12fiEpfHr8/Nae4cq379uEr+h5f+T6XfofS67TN16yllJYmfFXzKMRchEAIhEAIhEAIhEALXRyAC/PmVqf3NfS/7L6gk9p+Kq8sbs/I/iuWJ/twyzd6XsVb90rrjJ+Zer8xNyk9Yef4Hlid7s/2U3YuW/bNLX4qyPN6qhEtJ70Omc9HAzEMm8AyffYz6ZXDN9oq32ZJfz/6q8uMXC6yW8XNxL1jXH1o6KgRCIARCIARCIARC4MoJRIB/uoAtIV+yHLr7EebpWO53Zcmsfec9FkK3Z3IjTNuTzk6bHf9rLBu0JfcfVvctzS3jTtl3bjm3U84J6uqDn7B6pfJhP7zfpv6Osh9DSXeP10+r2e/b3ZbYhZH27teMZL++ZLuBCEJbzwOhrV8vtdsXPm8tEP/S8Pv6e4hwl1S/7F93CN1zJlDago8pNwNpDht0HoLyMxj3h8v9M0r7NQJndpQ1KgRCIARCIARCIARC4NoJENiuPY+XmD8z5f2gMgK2Dry8+Ik0mp02W27Wnn2d9nNzv2a6STCwl9eBal9Q9wjqpxQEpLk/z+DCPoKpwQmrFCoLd+qr72yXb7EVAKueE1solm5/6OH8bJwBmuHm/AMC4Lg+U3OvZGF2KfWL4O7XCHpG/bSgWfk/WI4G0iyRP4czEyo5USEQAiEQAiEQAiEQAg9FIAL8Q5Hf/NxvrttfVHoogvYQ2sfvaY97Dp8zUzeuZ9Os3RtOjl9W1+9eelO4un2n/P72z767Ooxl/kkzz3jZPaJ2gn4/dI/Q5nfL94jqbIMYpOmJ+8V18eKld1WvMgVQz/pA0XT7oi+fX7+el41zrl/zlhjCuhn2dT8t+LwcPf+/1Tkv9/zL2EIgBEIgBEIgBEIgBK6VQAT48yxZy5r9XBRhdKTQ6eWWz7/ycCjzv5X283FlrFUEFwMA3cM/qwsz7mUsUsLvI1xvitzM71dMHt6iri0RLmORMjjhMD7mCOAAMCe8j+trMHHqwtxLVKbeqPQuygoHe6Z7mC+ti13qQXm/GHWw+lU5Pmb9EvfPr2d09ZV1scvhgg67e4UKExUCIRACIRACIRACIXDlBCLAn28B68T/+5Y8grtl8Pa/DmdL3wms43qV6efLXni6MV9Pt5+6tD/3vcrF/ukyDqYsDZ/3+r9qxf7bSi9VmPzeyfPfrmvCWxlXo/zutyXVPUNvVxd+TqyMrcoM7VuWr+7f4NCnlxuzjKtT51K/toElwP/oyZND6by3k/PKS2Xr4Lt5G8lKz3EMgRAIgRAIgRAIgRC4bAIR4M+3/PwGdJ9dt2yaEKbDP1L9aWUxW1/GWmWZvCW53YM99fZDd7dVdoKFn7VaNdsrHYSHVeGWun1+efSTdmXcqU8s2+uX3qYMZHxKeeqn8Tu47BPK7dqEUmWMyw9X3oZ6ybL4ZQCrI8q6Vikjy7HfbfLxeXX9xaWvWV1C/TLQML+fBqaerHjZWDyE/HcqH+9RelbuKfvZPdchEAIhEAIhEAIhEAIXTCAC/HkXHgH9B54kkTD92k/sjH9X/+a90eX0jHKC+Syo2c9u77zD0J4JUA5m3c2E/+uyv1XpVcqBc/scpNbj+ta6IFh2wdSzP7PcDRz4XeyyPqVweOtysfzbsvCy3qn3K9u/LH2N6h9Vpj62dFcGdez3/13lSGAr4ylFyDfIgWV/1w10EPr+11O+r+/iUuqXwZRO3woZJ8z/+nJcJYQr619V9/5p6XW/guFciBe5KQ9RIRACIRACIRACIRAC10Ogd+qvJ1fXkxOnqVtKvypHfjOagLLq3uz2l8thnuUzg2322yFmllITDs1eEwjNChLwf06FG+rrytJntgkRq4SL8raT+lvl+4+XnpVlwf+zHP9NaemSPgMWhM6PLDeCfhl36uPK9sGlexrr8mqUWfh3rdwo9zLulEGOT60rKy0Igjg5P+Eby81WAsJ9We+UwZI3rysDIGVcvbqE+mWljYMle2EYnFLWziiw0kK50s6vUNZfUp5fsfRQ31SWMdhX1hvvJ82+t07AEAiBEAiBEAiBEAiB8yIQAf68ymNODQGWID27E1J16pnzvVXXhG8C8Q+uuOnn6Rxu5gC5N6v7v6R0rxfC2G/9O8qd8FzGrXrp+u8n3Mq4l5KHD6wYLPP2rLI+pcwyS5f0/Yq609NWl7fqA+r/uvB162qU+vAGlRsDLmU8pQxo/IZywelNyly1tP67y92J51Y4lPVRqEuoX4R0q0q+fUWJOLjydctdudK/suzKuow79UFle7XS/eA7PxdoBUY5P5jKg0MgBEIgBEIgBEIgBA5MYJUwdOBHJLp7EvicCm/Jcxl3yuzpPGN3d3ON5bPK/TeW9vvYZSxSf6F8WW7/YWU6LM/PjpX1VllCf6iTrwlZH1WxWhVghrGsixQGZiHfpXyvEv7L+eoUIf6NK1d+N/zbylyqPro8WlHhN8XL+qjUJdSvL68S+dWl1ekyFikz9wa47IP3ixS21YyAtppYgj+uL9BMkkMgBEIgBEIgBEIgBGYCEeBnIud3bfb8n0zJ+ty6JsiVsZP6wvL9C0u/TmmzsLMA+J3lbtmuJdY/uey/v/SY1TNLaB92Od2p31O2eTawnPZWtgzY2+tntd63Yvmq0l0wZ+fmHj9mIwk+5e1RqR+q3DofwSDKa5TdknkDLGW9U3NZ/qG6s2qGt5wfiVFiJgAAEABJREFUjTr3+vW1VRIOsCPIrypT51nYRvKO5c8e999UpjyVcWPbyzw4Y7XGT3LzUepkOgRCIARCIARCIASukEAE+PMvVB1zh9fZbz70e98j2YRg+4LfsOLw+9EjTqZlt69e7vacE9jLeqfMYlqGz9/Qlt6L785TWey1t3x7+GF6Xt1apDyHIPPu5duMvFPmxUGzc3OPH37L2yIlDeIY2pLjviVgWySr8vWm2wId+T72fl7u99VzZuabyrK8r1WYYDM4MbFbG2DFjX9Rbg44FHboXeOoKJ5Rq9Imrdyf8bzGQZ1Rd9QhdUmdGmlk5+YeP/yuieYZZ/kb8TB3TdeI0OCMAbtVZfoi5emVSv/Z0n01TF3eqo+o/549tC0n83tcXqKWEIifEAiBEAiBEAiBEDhHAhHgz7FUkqYQCIEQCIFLJpC0h0AIhEAIhEAIhMBRCESAPwrWRBoCIRACIRAC+xJIuBAIgRAIgRAIgRBYTSAC/GoucQ2BEAiBEAiByySQVIdACIRACIRACFwtgQjwV1u0yVgIhEAIhEAI7E4gIUIgBEIgBEIgBM6XQAT48y2bpCwEQiAEQiAELo1A0hsCIRACIRACIXBEAhHgjwg3UYdACIRACIRACOxCIH5DIARCIARCIAQ2EYgAv4lO7oVACIRACIRACFwOgaQ0BEIgBEIgBK6cQAT4Ky/gZC8EQiAEQiAEQmAZgfgKgRAIgRAIgXMnEAH+3Eso6QuBEAiBEAiBELgEAkljCIRACIRACBydQAT4oyPOA0IgBEIgBEIgBEJgG4HcD4EQCIEQCIHtBCLAb2cUHyEQAiEQAiEQAiFw3gSSuhAIgRAIgUdBIAL8oyjmZDIEQiAEQiAEQiAE1hPInRAIgRAIgcsgEAH+MsopqQyBEAiBEAiBEAiBcyWQdIVACIRACJyIQAT4E4HOY0IgBEIgBEIgBEIgBFYRiFsIhEAIhMBSAhHgl5KKvxAIgRAIgRAIgRAIgfMjkBSFQAiEwCMiEAH+ERV2shoCIRACIRACIRACIfA0gVyFQAiEwCURiAB/SaWVtIZACIRACIRACIRACJwTgaQlBEIgBE5KIAL8SXHnYSEQAiEQAiEQAiEQAiEwCMQMgRAIgd0IRIDfjVd8h0AIhEAIhEAIhEAIhMB5EEgqQiAEHh2BCPCPrsiT4RAIgRAIgRAIgRAIgRC4uQmDEAiByyMQAf7yyiwpDoEQCIEQCIEQCIEQCIGHJpDnh0AIPACBCPAPAD2PDIEQCIEQCIEQCIEQCIHHTSC5D4EQ2IdABPh9qCVMCIRACIRACIRACIRACITAwxHIk0PgkRKIAP9ICz7ZDoEQCIEQCIEQCIEQCIHHSiD5DoFLJRAB/lJLLukOgRAIgRAIgRAIgRAIgRB4CAJ5Zgg8GIEI8A+GPg8OgRAIgRAIgRAIgRAIgRB4fASS4xDYn0AE+P3ZJWQIhEAIhEAIhEAIhEAIhEAInJZAnvaoCUSAf9TFn8yHQAiEQAiEQAiEQAiEQAg8JgLJ62UTiAB/2eWX1IdACIRACIRACIRACIRACITAqQjkOQ9MIAL8AxdAHh8CIRACIRACIRACIRACIRACj4NAcnlfAhHg70sw4UMgBEIgBEIgBEIgBEIgBEIgBI5PIE+4iQCfShACIRACIRACIRACIRACIRACIXD1BK4hgxHgr6EUk4cQCIEQCIEQCIEQCIEQCIEQCIFjEjiLuCPAn0UxJBEhEAIhEAIhEAIhEAIhEAIhEALXS+AwOYsAfxiOiSUEQiAEQiAEQiAEQiAEQiAEQiAEjkPgSawR4J+AiBECIRACIRACIRACIRACIRACIRAC50xgXwH+nPOUtIVACIRACIRACIRACIRACIRACITA1RF4IAH+6jgmQyEQAiEQAiEQAiEQAiEQAiEQAiFwVAKXKcAfFUkiD4EQCIEQCIEQCIEQCIEQCIEQCIHzI/AoBfjzK4akKARCIARCIARCIARCIARCIARCIAQ2E4gAv5nPqrtxC4EQCIEQCIEQCIEQCIEQCIEQCIGTE4gAf3LkeWAIhEAIhEAIhEAIhEAIhEAIhEAI7E4gAvzuzB42RJ4eAiEQAiEQAiEQAiEQAiEQAiHwKAlEgH9kxZ7shkAIhEAIhEAIhEAIhEAIhEAIXCaBCPCXWW4Pleo8NwRCIARCIARCIARCIARCIARC4IEIXKIA//+KVfTNzQUySJpTd1MHUgdSB1IHUgdSB1IHUgdSB1IHHrQOFP7LVZcowF8u7aT8fgQSOgRCIARCIARCIARCIARCIAQeMYEI8I+48B9b1pPfEAiBEAiBEAiBEAiBEAiBELhkAhHgL7n0kvZTEsizQiAEQiAEQiAEQiAEQiAEQuBBCVyiAP8jilj0zU0YXBSDlNfNTRjc3ITBzU0Y3NyEwc1NGNzchMHNTRjc3ITBzU0Y3NyEwc3NSRncXPLfJQrwl8w7aQ+B/QgkVAiEQAiEQAiEQAiEQAiEwKMnEAH+0VeBAHgMBJLHEAiBEAiBEAiBEAiBEAiByycQAf7yyzA5CIFjE0j8IRACIRACIRACIRACIRACZ0AgAvwZFEKSEALXTSC5C4EQCIEQCIEQCIEQCIEQOASBCPCHoJg4QiAEjkcgMYdACIRACIRACIRACIRACNwSiAB/iyH/QiAErpVA8hUCIRACIRACIRACIRAC10IgAvy1lGTyEQIhcAwCiTMEQiAEQiAEQiAEQiAEzoZABPizKYokJARC4PoIJEchEAIhEAIhEAIhEAIhcDgCEeAPxzIxhUAIhMBhCSS2EAiBEAiBEAiBEAiBEGgEIsA3GLGGQAiEwDURSF5CIARCIARCIARCIASui0AE+Osqz+QmBEIgBA5FIPGEQAiEQAiEQAiEQAicGYEI8GdWIElOCIRACFwHgeQiBEIgBEIgBEIgBELg0AQiwB+aaOILgRAIgRC4P4HEEAIhEAIhEAIhEAIh8AyBCPDPIIlDCIRACITApRNI+kMgBEIgBEIgBELgGglEgL/GUk2eQiAEQiAE7kMgYUMgBEIgBEIgBELgLAlEgD/LYkmiQiAEQiAELpdAUh4CIRACIRACIRACxyEQAf44XBNrCIRACIRACOxHIKFCIARCIARCIARCYA2BCPBrwMQ5BEIgBEIgBC6RQNIcAiEQAiEQAiFwvQQiwF9v2SZnIRACIRACIbArgfgPgRAIgRAIgRA4YwIR4M+4cJK0EAiBEAiBELgsAkltCIRACIRACITAMQlEgD8m3cQdAiEQAiEQAiGwnEB8hkAIhEAIhEAIbCQQAX4jntwMgRAIgRAIgRC4FAJJZwiEQAiEQAhcO4EI8NdewslfCIRACIRACITAEgLxEwIhEAIhEAJnTyAC/NkXURIYAiEQAiEQAiFw/gSSwhAIgRAIgRA4PoEI8MdnnCeEQAiEQAiEQAiEwGYCuRsCIRACIRACCwhEgF8AKV5CIARCIARCIARC4JwJJG0hEAIhEAKPg0AE+MdRzsllCIRACIRACIRACKwjEPcQCIEQCIELIRAB/kIKKskMgRAIgRAIgRAIgfMkkFSFQAiEQAicikAE+FORznNCIARCIARCIARCIASeJRCXEAiBEAiBxQQiwC9GFY8hEAIhEAIhEAIhEALnRiDpCYEQCIHHRCAC/GMq7eQ1BEIgBEIgBEIgBEKgE4g9BEIgBC6KQAT4iyquJDYEQiAEQiAEQiAEQuB8CCQlIRACIXBaAhHgT8s7TwuBEAiBEAiBEAiBEAiB5xHI/xAIgRDYkUAE+B2BxXsIhEAIhEAIhEAIhEAInAOBpCEEQuDxEYgA//jKPDkOgRAIgRAIgRAIgRAIgRAIgRC4QAIR4C+w0JLkEAiBEAiBEAiBEAiBEHhYAnl6CITAQxCIAP8Q1PPMEAiBEAiBEAiBEAiBEHjMBJL3EAiBvQhEgN8LWwKFQAiEQAiEQAiEQAiEQAg8FIE8NwQeK4EI8I+15JPvEAiBEAiBEAiBEAiBEHicBJLrELhYAhHgL7bokvAQCIEQCIEQCIEQCIEQCIHTE8gTQ+DhCESAfzj2eXIIhEAIhEAIhEAIhEAIhMBjI5D8hsA9CESAvwe8BA2BEAiBEAiBEAiBEAiBEAiBUxLIsx43gQjwj7v8k/sQCIEQCIEQCIEQCIEQCIHHQyA5vXACEeAvvACT/BAIgRAIgRAIgRAIgRAIgRA4DYE85aEJRIB/6BLI80MgBEIgBEIgBEIgBEIgBELgMRBIHu9NIAL8vREmghAIgRAIgRAIgRAIgRAIgRAIgWMTSPw3NxHgUwtCIARCIARCIARCIARCIARCIASuncBV5C8C/FUUYzIRAiEQAiEQAiEQAiEQAiEQAiFwPALnEXME+PMoh6QiBEIgBEIgBEIgBEIgBEIgBELgWgkcKF8R4A8EMtGEQAiEQAiEQAiEQAiEQAiEQAiEwDEIjDgjwA8S12v+yMrac0r/ydL/rPS3lv5/k+bmHj+/vO69QOlrUS9UGfmc0j3P31nXL1v60Op3VoT9OT9c169Z+hTqJesh31S6P/+31vUlqlevRGPX8/IR5fYjSh9S/fiKTL3vz/nccvvRpaN2I/Ai5f0LSneWl1r/KhtRD0DAt+d767mHrkOr6qa6yr0ed9HKO9Z5XUu+Tl0ov6IeqF+A5b8p+08p3ZW68vfLwf0fKvMNSkeFQAiEwIMR2FOAf7D05sHLCbx0ef240jpEX1bme5X+laVfrPSsuLnHz5fXze8p/WdK/6TSl6AMOPz2Suj7lJ7V95fDJ5fu6ifUxWuXPqT6/yqy1y3d1ZfWxT8tHbUbAfUVux7qt9TFS5U+pPpFFdkvK93VX6iL7ysdFQLXTOCnVeY+pPTLl44KgUMTuKT6ZSD3fQuAfkEZN+9f/0xqlHGn/lfZ9C9+oEz95vcr82eWjgqBEAiBByGgITr9g/PEYxL4cRX5h5f++tJvXtoMfBk7KTOQ71whvqX025YmIJdxdsqMrIEHQvKnV+p+RulV6ovK0ex0GXfq9crmw13GQZRnv9oUk9nc/zm55XI7Acz++uRNZ+nXTG73vTQo8KNaJP+l7P+8dFQIXCsB3wcDtb4Pb1GZNPBYRlQIHITApdUvfYi3rpz/htLUF9a/zy69SulnjMmAn1ce3rv0Pv2rChYVAiEQAvcjcJEC/P2yfNWhX7FyZ/nX25S5SX1b3fzmJ5q9rCuVj9OH1p2PLE2oL+Os1B+p1FgCLd9lXav+a93526W7MvNqBra73cf+myvwS5Qe6rvK8tdKR+1HwLYHDHtoKxwOJXC8eEX8+qW70nH7xu4QewhcEQHLgq2wslVK235FWUtWzoDAJdYvS+ff4wk727aeW3az7WU8o/5vuXxw6W8vTb1p/Zu/IeUUFQIhEALHJ/AYBfjjU32YJ1gSbv/bT1/x+P9Ybn+w9E8trcx9aM0Y0+yEop9b93y8vrvMWb1VORDkz63Tt3RQwb61v1J58AEu4+LDL3sAABAASURBVFaZeX2NW9v9/0mH2dwe0z+si39XOmo/Athh2EObgV9Vv7ufpXYDOD+/eVY31BF1pTnHGgJXQ8BKqhe8mtwkI+dG4NLql33tlsW/8BOQn1mmPlQZa9VX152PLk2ZvTcLb7uA6+gQCIEQOBkBwtzJHnYdDzrLXBhF/suVsvEhKuutIrj/prIRVD6mTDPRqwQUh7LwayTaLPIfL79Go8u4U3+gbK9V+lLVv66E/4vSXRn0eNHusKfdTD7hsgc3+04o7G6xLyeAHYY9hAGoX9Ud9rTreP2OCsss41apG+rI7UX+7UzArJUtJJgO/bd2jiUBQiAEdiHgHRvvG9M76F3cJY7H6ve3VcZ/Y2nK3naz6z/oYoPWf/qLdd/2wjJufkH9M8GBfVmjQiAEQuA0BCLAn4bz859yeJuD5pzQPQ5gGU/4rLIQ7P9BmQT0MhYpB3g5xMWhcF2IV1cI+J63KKIz82RftUGOnqxfWhe/uPR9lZOA++CJ2eN/dN9IE/4GQyw7CmcXWDHS3Xa1/6wKMDpuZb1V6oY6cnuRfyEQAiEQAldLwMrDd225019yeGpzWmv9urrzsaWHsrrRIP64jhkCIRACRydAKDv6Q67wAfNPdjkgjdvRs7riAQ6qm/eAW3r8ZuX3f5TeV/mgmYnv4T1nFnz6/XO349KZEAQNVNwn3WbwzeT3OAya/PfuEPteBDDEsgf+dXXhAKEy9lZm8c3mjwjUCXVjXMcMgRAIgRC4XgL2ro/B+zGrbtXX0hxbHTbOaPnJFciBkJmFLxBRIRACpyEQAf40nI/1FD8V5yC3Hr/ThQn1q2YTu79tdh81P6n1byePb1jXBN8yLk79h0rx3y/dlQEJB5p1t13sv7w802XcKkvxPu3Wln+HIIAlpiOun1iWcWJwWXdWL1QhfnfprtQJdaO7xR4CIRACIXB9BMy+94N+/WSpE+Z3yamVYX5lZoR547JkFr4gRIVACJyGQAT403A+1lPM/PaZRM/5wPp3qJO0/RbqOLDl5uamYr65mWcvbx23/LPs3h56J8bbn2dwgLa0n+DkgDwfvyUj2PafCUtb6t8f/SZ1wX1oB9I4qKacb5URdgLh7cWTf84HcKDZk8udDOm1j445Alr2/S/HxQqTX0u4/1jd+7zSGI/0DpObe5hhV96OrhxA5Cf5lLcVJSMtTGWm7N6uUrHrYMe7VBhxDG27QTnd+LmhP1OW7yztnrrwr8qOS8+zfelz58qBgQ4OLO87K4c1qsMjoGerU+rGcFtlKreXqRvSrM5Kr7B059PTXt63qnV8BHRoJF46ilYJeBZtQEMdm1kJs6uWXvVMfevPkD/5XPpues+8b9I3tLSvSo/VSr2OCSf88OudVA/9rN+IS3pW1Y8RhqkOK1uHEfa8KB8/JSk9mPK7jx6svAvi7GnbhVV/9rHL3+Di99YDpdUZKA4urctbZduPU+ndGxqj25sb/mHobBWctVUjLBN3den3VPhD/kxnRffg6qdXCvy8qnfPOyi/tLo5yv+XlB/1sIxFCm9xDK0+CKh9Mzjf3wFLt/903ZSOMm7VHH5+l249rfinbJSRslJm4/lMZcpdu6DOrwh+53SM+uUb49l+FUSdlaaupdc7qP3rLO4StcXy6+v+mH0v680+26d8L3pfwiz8G4ksOgRCIAROQSAC/CkoH+cZ4wPcYzcqPP9+dr+/j93SYvE6BM9s9c+uSHS+y9iqCGl+k97Prnz8zc0NAfHHtFDqH4HqbcvNTP8/L5MgX8bRlGfIz3gAwYxAyBxuS82XKo/ClnGn/FydcwTuHJ5YxP9ry/4Vpb+h9AeVNpP8YmXOipt7H183sMMQy7o8uNLZtI3Ayg2dIgfy9E6+ByozZfchdfHfSv/V0vc5edfZA37uUGd4nN2gLuj84vKXKn4z5WXcEJQsV2QfWlp+zrjY0TToNZ4p6L+vf19ZepNSJ9UbfqVZnZXeEabzOVR5vWpF/jWl/2Zpv5Zgq0ZZbxUB6uXLhpXnGbTT4S+nxUp9+rDyrbOunqlv/RnyJ5/j3fzC8mvgqYyjKasr1C3vp3ro/RoPk55RPxwgZbDOOzXuSxsh/UvKwQGFPS/K51XKHUuDAL+w7LsorLyDWGOl/olzxCFtnZW6os6M+/uYxy7/fdKkjhEqcfh7FQHO2qqy3inc1aVPLheCljqGX11erFKWVun8p8qBATzvnnewLm9VL3/1S9tGSOz189bjwn/a1n9cfrHr74A2793L3YAegbGsOyv1VjuubJSRslJmPSJlyl1dV9bq/inKcHD2jfFsPxtqsK+njV16vYPaP2Viux9m7m3T6vDva54sgzfo0ZwWWx182vtC3geDD4sjiMcQCIEQ2JeAD8++YRPuYQnozBr97qnwIbNvuLvd106I0OF1UItR+e9fGKH98joyfanatqDCmHEV5pnOz7bAC+/jg1P3TgjvHaV+b5PdyfM/s3kwW/I57XpYdfYIWYQgwutwX2ri8U/Kc39WXd5b6czpKH16xTQL7eW0VplpIPTqpK71tOaGASBC2qaZEx3LXs/+TsWlU1fGrSKAE8RvL3b4Z9DLIXg9iLyrE91t2A1uWHWgTqqbw32bqbzU/X3KWr0X/vPrITrsZWxV71g+1Gn5K+tW9crlw69OEMaWfgPUdWX+6hX2GIoATmhRt7bF7336pPJkH2sZN8+pfw6gkq+yblROjcZWm7bR45Obyl1ZKpMnTlsNYdQZYZTn1gDNA//CSeOxyr89brHVr5M48ZxQuVSYU7fUMQMaS3kvTtAJPCoLA0Vm3A1eL32kOmbgm7Ctri4Nxx/h1NY1ddr1Kv0Z5UiwLmMnZYBMGWrTlM3SwOqjd/9YZYizZ3hnduE80q9Nl75NzIZfgwTasnH9VWXZd8Wi1QFW3FUUt0q5O6Pl9iL/QiAEQuCYBHZpxI+ZjsS9O4FfXUH6XnRLuv5uuZ2Dcvq9GYtVQhrBwQzrx1VC/0ZpyzvLuFPqpBH/dyoXH/YynlI6+cLSRsD7TR9i7kMTpnHhp2uz5JZADjeCcf+oD/dNJvZmCLofB65JQ3eTh7cvB8v9ynhKybvO7UgvLvg85enJhSV/71l2zy3j3oqwh3+fjRiR+ikdHVDpkqY+yzD8mAEyEzSEqOG+zXxueRiH0PmVAx0gz2G6NvvKXt7ulFmWeZZEp00e7jwtsOi89e0S/7vC6NCW8YxSbsrMbJU62T3g08vNHkpp737UffnwLnT3bXb78y1b78/EXzngpFw8f47nNcvBIFsZG5X0GBBRfrPHbc8xcEJ46AznOPa5lhZCizo+wpsZM9CzLs/42ELjvf3UCiSOMm6VlRKfWDaavaxPKcLoe5XLtncJq2O1Y/X4lerQ5f8d9RSDdDji1Ns9y5ItU3Zv6G8u/7PSPmp3zcrO97Rh2hHhlZcVHbMfgo3wSwSsOexDXXv/fYNsr1klhFsxpn7J96r3X7rfp/4Z8FgVvm6tVATZztkWB8/A2HvvvZhXJK2MaHKUBu/LLGBqtwjOIy/aGe3AFPzGwKtVeHObe4j65Rsyt3meL78E7JE2prRKs/tde//NyPetOP3+sNtyYOvIuLZixyqvcb2L6f0xqdHD6BNsa1e6/9hDIARCYC8COkF7BUygByWgc/FyUwrM/lqaPTmf/FJnz54ynf3+cD915yNrqemb1o23LG3/uA6B/ZRzx/H96r6PbRlPqU+oK2FpwkRd3imdRO5Dm/XuM7nDoxkVwtW4Zm758PLylDZj/WrNxcfcbC6zOd+8Ql38idJdyas8y/sr1Y2RXlzw4W6pZt16Sr1BXekMl3EvpYOhM9c7iiI0q+MZlhmaaZUuaTI7SiCdt2foFCqPXQQ6s/6epWNqhtEsvucwzex5/jwjbhBGR7qz9UwCubiWaistflTzbMn1V7frbtWpVAe723fXhX2j8tDLzXJOaX+3ut87l94B6V66vLOC31iGOdplvHWc8VcOOCkX9WOuU8IajNm0hFM6pEe6+B963XPMBv7Z4emJKeyfKrs6UsZBFMF9rCYa74a2AouRZ9cE0P5A74pVLWNAyBJ59dQ7Yg8tzW7Jsy0iPawBD/e6W7cfux3rz+p2eT5k+RtQNOOKo5UafSWLrT72VLs3tLaxp4dARIAcjMc9A20GkX9sOWjHhZd29U95WhFRt+6U8rOyRh28czxji2/P/P5LrnbZ+/eydaF+ybf3Hyf71wmddetOGVSzDeXOYYtF28KL98AAktUcnoGxe7aCYM/PLlpZSW8Po+y1W/oS7nmOdkZ7o90xWNj9Gyx7re5Q9vvWL++rb9Go8xXljYHV31sW+bWKaaSNKa1Y/+G6P7O2RQ2furVSCde/2Tx9sX/30MpCekcUVgF5B8Z1zBAIgRA4CoHeaB7lAYn0KAR8iAiQPXIf0vuePN/j28dOMDRL3Dt7BJrfWZHpxBitL+tTygFAZq51VghU46a6eazfnddxNQs/nsXUOdGZYF+if3N5MpNXxq0yCzMftmag5ffX3Re+qX9PlP27hFV5lvcnzk8ZBEU/4Sdsv0F4Iox0t33sZmF01npYAjWh2FLsVen6z+WZcG1JrDKty1slTbsKdIQpS6XV2dtInvwzm7dOoLZEss+mEsTtDX8SdKuhU0Uo7x7N+qoL3Y1dPZg7lQ6pImR+SnmYO47ldCPtOvzSZJaMG01ItJ9bXXC9VBsMwGjVoJw0m90jMPT4PIsw0d263a9T8NPdNj1HnsxCzs+xfcEe7R7PIewYew9XvRveiXeoh+gwl3GnBldCpl/IUE/vbj6x2JdsZrt3tNVbQs0TL08Z59CObSqXfcv/qUwuvDBgNS9rNgNsAMu2nj6oNqL0DmM7D/6oewYRRpkN/5tMgzKecR/9PfWAXeqrU8rft8L4BpVxq9QdA4DvWlfqYhlPKWXyAeXiO0b4LuudEsagxp3DFotneffnQRDtjpl/A5pbonjmtrav5+cjy4dVKN7xsj6jtDva+/5N5olgPc4ncX1fbeDcQNyIxwoRg2smAeR3uHcT648qB/74L+utUq+0H7cXK/5p1209HLcMZvVvynDfxbRaoX/H9MuOtdVgl3TFbwiEwJUT6A36lWf1qrK3SoD3Idl3Kdih4Oig+ej3+AiillbqgHX32e5j6rfrCbjjntmHufM47t3XtLzeqoURz08tixOsy9iqzD7qzHWPlpPPAyhO8CUsd386hk4T7m6r7HhZNkmwvmkezAy2y52thBOc+7uP+e+qmFYJP+V8p6RJx08e7hzLYjBj08xHeXlKmYnrnZ6nbq65MCtvhUO/TZA0S9zd1tkNTjjdfNxX9pbBj+tuzp1KAjlBZkm5WVJpkKPHZyDGrFZ322Q3uGTp/qqBlBFOWZhNnwVaM4PDTzcNYJgh7W4GMCw73fYcnWUz3SOsjrKZOnVpuN3XlB+DfNqxdXGpAwaY5vuEGoN96zr8/FuKO2/DWCdUPXQ7dozyx2CS1BDnAAAQAElEQVRXbabZqo4ejlBpVnlu67ofdmWh7Z9XSV3Cz20ZYJ3rhkE43wx526StYJDHLlhaffAWFch7U8ZWZdBi3h62NdAGD2ay59VKDiH0zm0IdqOMtfXdnxVl+5wXs+o5BgLmGX0DcUtnxa24m7dAaWfXcSZYOwdgpMX3zq+gjOt9TN8G5wSNsJ5tEGdcxwyBEAiBoxDonfijPOACI7V0zgdrk3Z4iZHWkT12bpvCuCfuEeY+JgHSDOR94jhGWDNgZrZG3Dp7lljL+3DbZBKQPnbycOgR/xE9AdJM37hmmqXTqWDfpHWG+ki/j7hZqTmMmWo/NUMQJzASTuw/nv2tu9a5MJvV73chtLtvsvd7VkdYvt/ddNKw727r7MrSdoguOGpHsNN5WRduuJs9IuSO611MnTWzUyOMGXF6XK8zpYvwyhx+7P1VB8b1MAkthPVxzZRfdZl9iZbOPjhgcGhmvikenVizTJv8uGdFC+GVfeh19cPMPMF0+MNRvghaw22daWDQz7r1+zqpBqi6233sq1awrIrPLyXM7gaEVu297v5spZnPl1DW3c+wP3Q7dozyH3nbxTSAqpxHGO++WVv1brhtMtUtq3O0j8MfYXYe/Bz3zsHU/vvm9LQQdj+zO2yxE0CVYfdmCfxSwdcAjnayh7+PXbs3D7ZZOr8kTgc4WjHl++U75ntuRcOSsNv8SJdzewzwe4bvnZ8mVM+2hXUfo7ld1tYasHB/1vO34mvLQ6+bdbmzkoZ5Ft/gj7ztHFkChEAIhMBSAjreS/3G3/kQMOu49AO8LtVm8c1I+Vjuqs38zfGKb95fptOztLM34iPc+SiO60OO+I84mfJsRpfpmrYs9KVZtmgDMf0gHHsFu0A7gvupHvsMdd7s/TQ7oKMy7j+EiWefhbDyYcugwjPJXDUTqqO/RKATdpXg/MxDVjgYzOhLOnWSXmeFv9kJ976SQ/1a11G0nLMvsyToEvZ7PZnjn6/NXKkT3d3z5050vz/sykOneVxvMuVj7jyu82/vfL+HI57dbZOdgE0A9jwHXdliQEDbFGaXe+LHbVsYnXz5Hv7YHUQ1rjeZhJBN99176HbsWOUvb7tqq4e8YyOcWeE+MDXcN5naxfldsFeZoLwp3EPdI2RrI/vzDRAtGVAbYbQV2hd1c7gZ5DcDPK7XmZ5DsFx3fx93y+Tnum9gZUl6zFJrE32/fMesdPm2fRKxIoy8GkQ0uOo8FN8lgx8rvN7bST32HegR+Q4pq+62j31uR5W1dmSfuBImBEIgBBYRiAC/CNPZeSJUmFE6p4TZNzjP/tl7umsafVQJeSOcpb8O1BnXhzR1RnVKR5w6EPPBbuPeMA2eWLo9rplm33tnjdu5ap3ynja/S2/1SHdbYncIYO/86BytXt7/dGxm+ved9dDh05nuMRKM1ZHuNtttjTAzM9yVudOMx3U3zVL3wRkClU5s97PE7hndn85yX53S73U7Prt0kFftx+3xsZuRsmqEfWjLT/Ec19tMA0868vhYPm+G0QDVtnBL73sXl/iV5r48Wf53HSTc9JyHbseOUf6b8rvunjpj1Ua/74wPAyjdbZtduzivdLLNQzu6Laz7BugIX/fRDtrrW0DEu077hvWzTdRxbeQ6/+vcDVx0QVz65xngVWG9+/u0N6viGm7aaauCxjXTN9VAoUFse8nPdUBFWg+h1ef+DRDnodoNdUR8Q0eAHyRihkAIHI1ABPijoT1qxAQgy1qP+pAdIzdzYXnkCKbT4KA0S+J30U75fbERSZk6PtsEtPK2l9IZnfc1Wt5pi8K6CHXC6HFfR40wO67va8ovlpZxW7rJvG+cI7xO2kuOiyemWdV9BoMIdH2ghdAr3U+iXWs46X6n500xOTirzybpcNvfPnm7u5Rny/vvHMrigKR1s72zoGuli9nmXeowv/YJ16PulMEhcd05rLH8n3K39aKMgynPtXWiR6je9uuHthPE90mDdlB7uE/YVWHU4Ydsx45R/qvyuc1NGzi3FfN2jW1xjPvCEeTHNb44j+tzMglfPT0G8AjV3W2JXZ3se6OFmdsWbrO2FeQ+7eMc37g2iDIvN9f/++3lwTJ2A2MEeocnGmx8gXI/V2Wll1VwVjk4zHNJOg3izKvrHJq5JOw2P8rMpMrwZ3DKQOC4jhkCIRACByegAT94pBceoZFqQtQmrfPht6lHVtm5bQrjnrhHmPuYlq7quPY4jC4bZe5up7T7aPUlwvJryZ3De3bRhK15f7/le8fKi9lzna0Rv1kny/nGdTdHnpjDXceoC7LDfZtpiR2hCqN3Ls9mQuyRJ7wRUM002zd9yHdU+cx1xLPq8TsrHb4+E7o0Ass5e2d+abjhzwoNS9rHtbIw6MIcbt00a2wGfriZLZmX9I57zLmuETYc5LVLHebXygDxDU2I9o6M63Wm8sBo3f193HXG6R5W+fXrh7SrDwbTHjIN49nKyHsyrtUr76gy3UXv244do/xHXnYx/USkNqqH2WeljvDq2j5thbCn1vMqGcL7PgK1Or3PeyyM7/uh8222+a0rUgOoZaxU9m4/t+5YEq7MCMi+QepCOZ9UGXi1oougLt227RG4HbgpDw76s/T+IdK2DYS2trch2/znfgiEQAjsTOCQwsHOD0+AvQkQ3gkyPQKzJWZNutsmuzjsWddB3aSNXC9dfrjpeed6zwx0X76rAzcvkR9pN0hDWBzXOqUOqRvXm0yMzcB8UnnC3kFAllj6DW6rDsyEzLM/5fWilPwdO8FWdjjkiTmepUyUzbjuprJUpsPt75dFR7CMJeoq/FjBQjAdmTFbZNZoXD+06T0iMDx0OvL80xBYulrnNKk53VMIpPOgyOmefnPjF02sVvLN2fZcgjEB2SowAxh+fUQfY1u4+9z3M29+etCAuPZAH4eg7tlvUhEbjN23z6pvNE8MVJQHUdpTjA4SWSIJgRAIgSUE9m0Ml8QdP8cj4GPh52r6E5buQe5hYr+50VHwc1qdxevVxaoTqp08rxNWt2+VpfNzOdzemP6Z1XWgn6WkZnPnWfDJ+92llQH7Li2+i+SElkPv3VyXdHtxHXo27isTZTOuh6kMleW4JvSbyTE7NtyOayb2EAiBmYD371xWXMxpO+a1mWPf7mM+Y1vc2ujXL08Gi/9cmb4xZWxU+olmwZ1p4yf2Nnre46bVSR9e4axkfIcyly4/t1LBT6BWkK3KAKbnbPW4hwcMDcrvETRBQiAEQmA/Ahrm/UIm1EMTIDwSSEY6zGq88rg4A9PH2Kyomef7ajPUx8ySGXhLV8czzFLMs8mWxPl98OGHaSbYAAD7Ov1L64Z9212QLKdnlA6tdHxg3fG76pZu63T05eJ166zVqQYb7F//3ImEslFG3VkZKsvh5gT1rxwXC00nrt+3/gpv0GY+2G5rEg7kQd3qZaOtWNpJPlASLjaaS2rHLgXyY11xYXm8wYtzKKdvrkT8sdLO5rA33JkdBkVt4Srnlco3yUB0b1NXetzB0eC2LU1vsyUMdl9Vfj6qtNVqtgy+YNk/tPQSNbeBS8Is9aMt9a1e6j/+QiAEQuDeBCLA3xvhg0XgFG0CSU+AA8/MOna3U9nnjokPmg/bqZ5/n+dYqtcFZUvtXmOK0H51+wGHM4F/PgBv3BumsviwurA0sIw7ZV/lB9SVE+F1iryHOlJ+xs5+eIcK2bNYXg6qlJGOUI9UR6hfL7Vblj4vBxX/0vD39TefXWAGfub8u+ohyrKMW+WcAcszby/W/DOr02/hQ/jubpdiH+k0yERoGtdMS0qZ0U8TmOvwJbVjT+fkflfeg3lW0YDsPrFi2Oubfcwz533iPUYYs6k9Xgeq2o/d3ZbYhdG2d7+Y9utzsJsE8P37mEqM81+k268E+D6tOvNAu/8Hyq9ByTLupSzTdwjdc6ZYtFfSYyBbnTMw61tjMPwPl9/PKC1t0l7WRUqccxu4KOACT9Jn3/sCr/ESAiEQAochQHA4TEyJ5dQECCIEkv5cv8XtJ2G626nsPqj2dY/n2TtvafO4PmdTR8CBPb1Tae+0judIt5+XI2SPa4fX6fiM61Xma5UjwbKMO6Vjgsu7lMsXlCaoe35Zj64s37Tnvz/ILPU+AqotG52HslcHetzHtDtF3czNeAZBux9WZ993P0jOPsUlh0g6wGnEybTvUqeV/VI1QcxMck+/n4Pr1yvszzg5v8He+X9Wd8yE6fCX9aqUOqwuj0xdUjs20nwIU52Z27dX3DPil6twXeAzgOl093I+O6V97O2xQUFty64JNXg7v2Nz27JrnKfwb5DBVi/fJ7Pj+hPzoIbv2iEG5wnuDnvs+XJGiedaEWAg2xJ5Az7dzz52Kwv6932fOJaGkd5TPWtpmuIvBELgyghEgL/sAjUSbV/dyIVOkhFtAuJwO5VpRtqyvP48M9bS1N222Y3++2jbq2dW3EyA/Xrbwt33vhUNfYmz0X6n8orX7JGD0thpHTyDJ0zXq7RR+TecbvgZn3cvN7MBZWxVhAe/17vV4w4eLNPv3uWRsNvdlthfZfKk7NWByflolzpIZuH7A2xTwJ2bZZ5+Yo6d/qL6t6QDbZ9nL1d175dU2F2VJaGEIAMN9t27Vo92jecQ/gmk82qdX10Rm20rY5EymOXdNCNJcP9DFcrgRhlr1GU6q8Pqck/9JbVjPd33sRvsm8/3ePmKUD0oY7HyPvaBNQG9E7bBsJ+b/vpKkMHxMm6VNli9v73Y4Z8VW9qOEUSbom0Z16c0/SyclV2+pwaofLuUy7Y0SLND7N5+8vgSdU3ILuNeyje1r5Dy3TfD7pdClkSsb2FwaIlfK8/m99rg9ZKw2/xYJWBb0vBnub6BznEdMwRCIAQOTiAC/MGRnjRCAomDaPpDdRw+oRzMAJRxMmUm2b78/kCH5az7Sbbub9h9kJ18q4Ng1sO+Zsv19pkhHnEuNXUo/T748K+DY6bBtQ99n0m3V9BBau6t0zp+80CKmUuc1oWZ3YXfp/M4x9Ovv6IuegcJ6zcqt12UWSn7EHsYTHbJWw+7r119IwyM8IRSneZRj5jjnoMKlwycGMjpwq443qwisdyzjEXK7xQ7NVm9NYjAri7pEC+K4AiePm+Kk1C1iwBuNrF3ltUhdWmK9nCXDxSTOqxe9cdfUjvW031fOw69zv7yitC2nzIWK0K/ut8D/OO6MEBQxtkpAu5cr/18oCXcSxPr2+GwUuYIYwXM14yLE5v6BM6R8T11krwBuF0GbbWJVjAdMtnYaBt7nM4nMXDf3TbZrQJ4hU0e2j0CvMG55nSjj9Gv97UT4HvYb6gLg6ZlRIVACITAcQhEgD8O11PFqnNlKWtfSuzZlns7bIZw5npfbcbQ6bM6+9vikJa/UZ4sVSvjVuksGPlfKvyY9TZTeRv4yT+dPR/EJ5dHNSxp78sFzbyZcXr1emofYXeAGoG/nNcqe+J6GB7na27rNGbvVTcPvXzbT6hZplhR36m3K9tSKevzkgAAEABJREFUYY5A+5aTf2VvVodZt06mzHL0uq++O8hRh6oLGjpu88qDdYkUp1mnfv8N6uJ1Si9VOu/zcuPPqsAPKbTIPw6VjFulXjnESj27ddjwT2fbQFqfLbOaZF5ivSGKk9/a94Hq8KW3Y/vmfQ6njA3MDXfv/rvWhQGqMrYqdctS7N7uaV+3nR2yNeIjevCOfvIU/6vW9W8rvVRpg37v5NmBpwYHJueTXP6bekrfsmBguLePdXujIuj2MjTD3FcpbAy85qY2Rf+i33Yone9md1tnVxf1FQwsrvPT3b3XtgZ0N98J6ehu+9gNGvdw2lkDBt0t9hAIgRA4KIEI8PvhtNTLR9BHhGbntl9s9wtFkLSc1dK/HhMh3kyi2cP5Q9n9rbKbOdRh/6a6aeReR6ysW9UXl4+/U7orsxeWjW+Lw35qvwFLsBjhDQYYoNCpGm6bTOm+zwfZbC7hfDzDgIJ9er92OJSpAzov3S7nZ5TZ3rlO6DTZO/6M58lBeflZnVUz4/Knzk1BFl9aev6J5RvbMm6VgRbLK9XjW4c1/zzXEsd3m+6b3VX2k/PRL3XKPqWe0g8nsozekvfeqZK3pcKmOD+u4uxbU7STH19uBnLK2KgMdr3H5EPHccn++ynYQS8NgslDj9RAg+WxyrW7d7t7BjB+f3PE6GPrWh0v4+rUF9/c3DxkO3YqoAZktDXrnufbYuVKv29gykqlbSu8tPfvVwHnNsxZI9rZunW26vMrZd7ZMu6UNtNKjDuHNRbfDG0StsOLb4ZVcd6b4XZK0+y/wen+TN8XZ+Z0t1V25fyO0w0ryfqAwHT77hKDdfXLN33+Phr4WLLijJD/TvWUuZ0tpxv3tFnsszbD391sLej9jX5vqd02JGXe/duK91Bl3dMRewiEwBUT0DG94uw9mqyZVdXJnvd4+d1THQfLQj+kaNjvrGNV1meUD5kDa8yk+skpnX37XWePZmWeOzs+udahN2usw/LE6db4E/WfEDUvmSvnGx9bvy1rpoeAy21oaZ87HuMec36OQYslnRJhV2nCrdm3cY+wTHBxOvxw85NwXzcuNphG4Geh1n72v15hLMkv4xmlbMz0WLL4Vs/cfZ6D2RADFc+72u+/pbEEsB5a3bBH08ntOkH9HjshX8dUx6+3G8pAR8p+b/5OrW0j6R0zAy4OQFKvpEVHSt1jul6idd7ff/Lo/TAzry57r6bbNzqqVpuor/yO+wZKhDGzP9weyjQYJm/9+QboPrIcVs2qqmfeZ0JXL3MzqA6YqmBXqe7fjj2NZVs79rTv4105oKy/p9o3gzjq7rqnEtYd2Nnv+04QUrTb4z3r97XzBvWs8OjuvlPeK+1sdz83u3fVIKV3d6RN22xVm/Zv3ftvtZrvmC1GIxzTQMZ8ngD3U2m8vft9oFMbpVzfuBIhb2U8o3yntGd9+xgmDmIV5xxg1/qljvQ4zPI712ddvfJdMkBq+5p2q4cddgO367Y7mNDoAw/Kyfd0hN3HNMDRVwHgog7sE1fChEAIhMBiAr1TtjhQPJ4lAR0EM8U+bnMCddAsk7aUzkfc/lWj8rRlfYQby+J0yu1tXlUvfJwth7Sc8GvnB7RrwtSb17UPfRl3yk/CmHmx9M4gAQGSKS2WQc975X0ECT6eexfJZJlPDNYp+ZLyowMmbzooqwST8rJWEW6lc3gg0FodMK4trzR7MK43mTq/8yyD0XpClGV28o+DDj7hWbwE/M7CYIHyGc/RiVnVaR73l5g6GZbC4t7965h+ajkQYHSupM0BbGav1RMs6vadUsbKWlndOZ7YYpYQ5/FYqwjs9RzX0mbQaVwvNf38n5n47t978d7l4JneJeWGkRk7gpFO5dwZ/qDy3weF6vLBlPfCihyDLj0RVvBYcdDzZMm9gTz57X4JYZauqiPd/drsp2zHnmF3JAd11Lvco7fSSn3WXtLz0m9hrKJS7j2cNkr7Ya+vATLvgfZM+6799C3q/tW531MOVnWVcfbKipk/viKV6j5e87uCk4Gw+f3XhnxwxdPb8Lo8uTKY/Oenp2rvtZ0Gm82qK0Naefou+075XvVg2jxCfXcbdgx2qV++z3PbTKhWr0w6SIf00NKnzfF9twpkPFN90qcZ176P9Ljupm9YP9/AOTVLZvx7HLPdgIHB7eGub6T+j+uYIRACIXAUAjqkR4k4kT4IAR9Po+V+mkXne10i7Ov2oaT7x2eVfwI0IcRv2joR3kd0lb/uZqbCnuFVB984eMYggU4hk9Ddw7J/ef2zomAWfsv5KUXoNQP7lGNdWDkgbz7ORsjLabHSAdWxWBXAh5mAv+reKjfCtw4fhvN9++/kHwdClWXf/X0UxqCLQ/10jEb4ly7LrnmqIM8onVCMdbrnmzqhVjNImwPYCMWzH/XLKcLKer536msdPh3OVc/VQZXXVfc2ueFvu4BtHav8WbGg3DCycqSX3fAvrNUJBkyG20ObBjSkd16tI109T1ayzHmyTcfgiE4z/9eu1e1TtGOH5rguPgOEBNP5vvdde0n32cThT3mbFV01OGyVhjrhPdCead9HuGEaaFXn1L3hdu4mgfsDK5HaAG1BWZ9S294Vnn0v14V3/5Rafmxl0x7Oz1X+DrZThrTy1EeY/dlOYcvNKh787lq/COlWLRg8FL5rz5cO6aGlTzq7H/2SVyuHfvCdwfZ1fRrpc6ZOBblT4r272MPiED0TJCOo/oF8jeuYIRACIXAUAnMH7SgPSaQnJeA3SD+tnkhAtPxb56kud1bCCe9Dar8ZgW2XSCyztZTSkril4XQMzPKbvekf5XXhzSj+0bppdqeMZ5RBBxyeubHFAb8+qj+8ExQ9c1wvMR1e9hvLI55lLFI6SpbbmwU2K9aFLUv+dBoWRbTFE8HWEkoDPn6beYv3u9sfXTYzcFZslPXBldnB+WA+iVIv1s0Wub9Nq4/qvsEMgzfb/I/7yloYYcUx3M/FtFrH4NZH7JAgfv0030OdpL1DUg/q9RTt2EETvCUyK4hWCXEj2M+/ubmxtH5cD1N7rE7bJrJkEFc4df89y+IkenWurBelCL2WnpuFNgO8NPFmlc0S+5ZhsDTcsf2Zabdl4o/Ug5aWYXm98W3wjbDaShzc1uld65fBer8egtm6OGd3A+wGULSvlsT3tpkwbbBpDjOuvc++C+NandZPGNe7mPa/G+AbYdQXhxUyh1vMEAiBEDgKgQjwR8F6FpH60BIEnS7udG4f379aKTOLNncq+LU/zEE9llDyL5zw7lWwvZROn1kZ8RG0Lcu1VL9HpnNgbzF/BgvMWuzSubDU2+y1jpYlcj1uHdFVs8fdzyq7zqaR9H6PQG8P+D4f5y+siByY42NvVk+ey+lOYWJwQBnpTBg4wY4Ho/lzWixFnWcj+N1HjwEfAwOvURFYMm/QoKx3ak7fWHJ95+GBLWa4pXsuGwcS9s7dPskUpyXyBF4/o2ZQxbvS3yFbCax+sTfUeQkGroQRdp9nniKMATkdefVtvJv9XZcnZzH8qUqMZaL8ClOXj055F7VPx2zHTgVVGRPi3rAeqD3u9bicbrSXlhazz1q7bFbaCic8VrVl33Zzc8P9t1dg7fmfLtMzy7hYZZWXvdfe6/etXHxV6c6NnZt7/JjVJZiWt7NT2nuDcVZxjfZe2+V9H4ll56ZNfZVy9G0wqC1sXW5UynrX+mXZuQPsCPKeOX9/xKmuOkxPW+TXYZSJhJhVnweSrSxbt3XOqjjn2AhLv0z9W7XqpJy3KpMDfTDdCpNVq1S2RhQPIRACIbArgQjwuxK7TP+Whdu7Zjm2mVOnw9pHPbRDX3zE7Ic0O8P/IXMqvg+tCAk3lriN5zItuXQokpl6H+rytrPSwbZUUUdDnF0TuneNUEdVmno8fuLmPh9nnTzLV3Wc5bnHjYkTzpURgb2nlxBoGX73r3Msvu7PdgOd7+7P87qfTXbxmcXW+Zrj2ZS+TXG6Z194T9ObcjyCJqxrz/qz7Nkn3B/icTqvBFrbGrwr/R2y59LWBofn6Wjyu/SZ9+Vz3/Dq23g3tQODnzwZsHAORV8Bsi5ftnlYzjrCM9fVv7muWobtULR1cXd3/vgXP62uiq/7WWe/L6tjtGP3TdM+4dVPQrb2uNdjPM0cG7Bbx5C7dlp7vaot07Zxd58//pfq27Itz9Ix9Lo6VN4Wq1V1U13lvjQS7TBB0zJ0M/KdGzs39/jhd2m88jfyytw1XfuG7+29tsv77vk0OzffAnvO+V2aH/72qV/CEKw90zstHUNrl9RVW5JWtUUGJIZfpu0/2jVpmTWB3yqB4W6Q3/d0XO9iGnQwqDfC6DtZ1TauY4ZACITA0Qjo8B4t8kQcAiEQAiEQAiEQAicikMeEwDYCZuwNtA5/tri9+LhYaFqqb7Xi8O5QWsvzx3XMEAiBEDgqgQjwR8WbyEMgBEIgBEIgBC6DQFL5CAiYJbc9cGTViiqHLI7rJaYVFz3MJ1Ug2w7KiAqBEAiB4xOIAH98xnlCCIRACIRACITAtRNI/i6FgMNl/UzeSK+l+2bVx/Um0zJ9h7/aOsGfLTz27u+ydUK46BAIgRDYm0AE+L3RJWAIhEAIhEAIhEAIHIZAYjkZAb8m8/7taWbTn9OuN1mdI/T6zYOza/zySHOKNQRCIASOSyAC/HH5JvYQCIEQCIEQCIEQODaBxL8bgc8u734hpowbs+l+aWPbr7uYfXcQ60sKVNqvnPj1kcy+F4yoEAiB0xGIAH861nlSCIRACIRACIRACJwhgUeXJL9C8J6V6x8oTb1u/XPafRlrldl3v9YzPDy3LH4Fp4yoEAiBEDgdgQjwp2OdJ4VACIRACIRACITA9RG4zBx9cSX7A0pTZuHfuSzr9sKbfX+buj9m3z+j7J9eOioEQiAETk4gAvzJkeeBIRACIRACIRACIRACg8ADmZa+f0g9+8tKU69d/16r9Cr1K8rxLUpTX1//CPs/WGZUCIRACJycQAT4kyPPA0MgBEIgBEIgBEIgBA5E4D7RfEcFNrP+XWWaZf9TZf6U0l2ZlX+Pcnjh0j9cmvCen40rEFEhEAIPQyAC/MNwz1NDIARCIARCIARCIAQenMDNl1YSXrQ0Af5ly3RKfRl36vvK9ltLu/8CZX5m6agQCIEQeDACEeAfDH0eHAIhEAIhEAIhEAIhcNEEkvgQCIEQODGBCPAnBp7HhUAIhEAIhEAIhEAIhAAC0SEQAiGwK4EI8LsSi/8QCIEQCIEQCIEQCIEQeHgCSUEIhMAjJBAB/hEWerIcAiEQAiEQAiEQAiHw2Akk/yEQApdIIAL8JZZa0hwCIRACIRACIRACIRACD0kgzw6BEHgQAhHgHwR7HhoCIRACIRACIRACIRACj5dAch4CIbAfgQjw+3FLqBAIgRAIgRAIgRAIgRAIgYchkKeGwKMlEAH+0RZ9Mh4CIRACIRACIRACIRACj5FA8hwCl0sgAvzlll1SHgIhEAIhEAIhEAIhECSCsbkAABAASURBVAIhcGoCeV4IPCCBCPAPCD+PDoEQCIEQCIEQCIEQCIEQeFwEktsQuA+BCPD3oZewIRACIRACIRACIRACIRACIXA6AnnSIycQAf6RV4BkPwRCIARCIARCIARCIARC4LEQSD4vnUAE+EsvwaQ/BEIgBEIgBEIgBEIgBEIgBE5BIM94cAIR4B+8CJKAEAiBEAiBEAiBEAiBEAiBELh+Asnh/QlEgL8/w8QQAiEQAiEQAiEQAiEQAiEQAiFwXAKJvQhEgC8IUSEQAiEQAiEQAiEQAiEQAiEQAtdM4DryFgH+OsoxuQiBEAiBEAiBEAiBEAiBEAiBEDgWgTOJNwL8mRREkhECIRACIRACIRACIRACIRACIXCdBA6VqwjwhyKZeEIgBEIgBEIgBEIgBEIgBEIgBELg8ATuYowAf4cilhAIgRAIgRAIgRAIgRAIgRAIgRA4XwL7CfDnm5+kLARCIARCIARCIARCIARCIARCIASuksCDCPBXSTKZCoEQCIEQCIEQCIEQCIEQCIEQCIEjErhEAf6IOBJ1CIRACIRACIRACIRACIRACIRACJwngUcowJ9nQSRVIRACIRACIRACIRACIRACIRACIbCJQAT4TXRW3YtbCIRACIRACIRACIRACIRACIRACDwAgQjwJ4aex4VACIRACIRACIRACIRACIRACITAPgQiwO9D7eHC5MkhEAIhEAIhEAIhEAIhEAIhEAKPlEAE+EdV8MlsCIRACIRACIRACIRACIRACITApRKIAH+pJfcQ6c4zQyAEQiAEQiAEQiAEQiAEQiAEHoxABPgHQ//4Hpwch0AIhEAIhEAIhEAIhEAIhEAI7E8gAvz+7BLytATytBAIgRAIgRAIgRAIgRAIgRB41AQiwD/q4n9MmU9eQyAEQiAEQiAEQiAEQiAEQuCyCUSAv+zyS+pPRSDPCYEQCIEQCIEQCIEQCIEQCIEHJhAB/oELII9/HASSyxAIgRAIgRAIgRAIgRAIgRC4L4EI8PclmPAhcHwCeUIIhEAIhEAIhEAIhEAIhEAI3ESATyUIgasnkAyGQAiEQAiEQAiEQAiEQAhcA4EI8NdQislDCByTQOIOgRAIgRAIgRAIgRAIgRA4CwIR4M+iGJKIELheAslZCIRACIRACIRACIRACITAYQhEgD8Mx8QSAiFwHAKJNQRCIARCIARCIARCIARC4AmBCPBPQMQIgRC4RgLJUwiEQAiEQAiEQAiEQAhcD4EI8NdTlslJCITAoQkkvhAIgRAIgRAIgRAIgRA4IwIR4M+oMJKUEAiB6yKQ3IRACIRACIRACIRACITAIQlEgD8kzcQVAiEQAocjkJhCIARCIARCIARCIARC4CkCEeCfwpGLEAiBELgWAslHCIRACIRACIRACITAtRGIAH9tJZr8hEAIhMAhCCSOEAiBEAiBEAiBEAiBsyMQAf7siiQJCoEQCIHLJ5AchEAIhEAIhEAIhEAIHJ5ABPjDM02MIRACIRAC9yOQ0CEQAiEQAiEQAiEQAisIRIBfASVOIRACIRACl0wgaQ+BEAiBEAiBEAiB6yQQAf46yzW5CoEQCIEQ2JdAwoVACIRACIRACITAmRKIAH+mBZNkhUAIhEAIXCaBpDoEQiAEQiAEQiAEjkUgAvyxyCbeEAiBEAiBENidQEKEQAiEQAiEQAiEwFoCEeDXosmNEAiBEAiBELg0AklvCIRACIRACITANROIAH/NpZu8hUAIhEAIhMAuBOI3BEIgBEIgBELgrAlEgD/r4kniQiAEQiAEQuByCCSlIRACIRACIRACxyUQAf64fBN7CIRACIRACITAMgLxFQIhEAIhEAIhsIVABPgtgHI7BEIgBEIgBELgEggkjSEQAiEQAiFw/QQiwF9/GSeHIRACIRACIRAC2wjkfgiEQAiEQAhcAIEI8BdQSEliCIRACIRACITAeRNI6kIgBEIgBELgFAQiwJ+C8sM+40fW459T+k+W/melv7X0/5s0N/f4+eV17wVKX4t6ocrI55Tuef7Oun7Z0odWv7Mi7M/54bp+zdKnUC9ZD/mm0v35v7WuL1G9eiUau56Xjyi3H1H6kOrHV2TqfX/O55bbjy4dtRuBFynvX1C6s7zU+lfZiDpTAi9d6frPpXs9+z91/cqlL11dSvr1Eb63EjvKgJ1bOV2sutb2612qREY5Mf9iXZ+7eoNK4A+Vlt6/Veb8Pf5p5fY1pd3Xl/sVZY8KgUdHIAL89Ra5js7HVfZ8XL+szPcq/StLv1jpWXFzj58vr5vfU/rPlP5JpS9BGXD47ZXQ9yk9q+8vh08u3dVPqIvXLn1I9f9VZK9buqsvrYt/WjpqNwLqK3Y91G+pi5cqfUj1iyqyX1a6q79QF99XOioErpmATvCHVAZfvvQlKe32T50S/KPq+o1LH3qAr6K8JJW0hsDFE/iZlYP3K002+YEyP6D0/D02gPfccqf05d63LAbjy4gKgcdDwEvyeHL7OHL64yqbH17660u/eWkz8GXspIx4vnOF+JbSb1uagFzG2SkdNgMPhORPr9T9jNKr1BeVo9npMu7U65XtkI2+Z79axdmV2dz/2R1iX0QAs78++fRh/zWT230vDQro/I94/ktZ/nnpqBC4VgK+DwZqfR/eojJp4LGMi1C+S97ZVYn9beX4s0pH7Usg4ULgYQnoq753JeHnlaZMvOjbsc/6s8vhC0tTv6H+vXVp/cEyokLgcRCIAH9d5fyKlZ1/U/ptSm9S31Y3v/mJZi/rSqVB/dC685GldZ7KOCv1Ryo1lkDLd1nXqv9ad/526a7MvJqB7W73sf/mCvwSpYf6rrL8tdJR+xGw7QHDHtoKh0MJHC9eEb9+6a50Cr6xO8QeAldE4KdUXqywslVK216XF6V+aaX215UeyhLaYTcrb3Z+XMc8MYE8LgTuScD3+E2fxPHtZX5w6f9bepX6X+VoFt5Wu7LevEf9y1L6ghD1eAhEgL+estZ5sQf1p6/I0n8stz9YWidHmevImTGm2QlFP7fuaxC/u8xZvVU5EOTPrdO3dFBBR++vVB76x8DM62uU2yGUdMwzQ/+wIv53paP2I4Adhj20GfhV9bv7WWo3gPPzm2d1Qx1RV5pzrCFwNQSspHrBC86NNla7LQve0z9XFmYZt+r31P9Drqqq6KJORCCPedwEbOkx+z5m0T+6cHx16U1Kf/czn3h44TJtoXSWQVmjQuD6CRDmrj+X159DI49/ubKpESvjThHcf1NdEVQ+pkwz0b3DU063yoEh/BrFNIv8x8t1jGyW9Vb9gfr/WqUvVf3rSvi/KN2VQY8X7Q572s3kEy57cLPvhMLuFvtyAthh2EMYgPpV3WFPu07C76iwzDJulbqhjtxe5N/OBMyI2EKC6dAOINo5ogQIgRUE5hUz/738/I3S/6n0UAbltMXjOuajIXDvjKb9ujfCvSPwvTBJ9AuexGAr2yeWfVVftZzv1A+WzXZRe+XLevMb65+tNGVEhcD1E4gAf/ll7KA5J3Q7zKPn5rPqgmD/D8okoJexSDkw5P3Lp0PhuhCvrhDwPa9uX5yyr9ogR0+4JZm/uDvsaXfadh88MXv8j/aMK8GeTwBDLJ/vcnPj7AIrRrrbrnZ7ZX3sezh1Qx3pbrGHQAicBwHCuYHokZp/X5avKq2NKONWmZ3PYXa3KPJvJwLx/JAEDLpZITrS8PFl+YbSS5Q98vq6w++7lsWq0jKiQuC6CRDKrjuHx8nd/JNdDkjjdpynbY7VQXXzHnBLj9+sgv2P0vsqjaKZ+B7ec2bBp98/dzsunQlB0EDFfdJtBt9Mfo/DoIkZou4W++4EMMSyh7QHdhxy0913sZvFN5s/wqgT6sa4jhkCIXA+BLTT9saaqRup+pKy2O41H3ZpBs4AXd2OCoHTEMhT9ibgnXaY5k9+EoNzb+aVd09urTSs1PPTeGO23oSMvfQrPccxBK6JQAT4yy5NPxXnILeeC6cLE+rvO5uoQfSTWv+2R172NyytQ1XGxan/UCn++6W7MiBheWZ328Xu92/pEcZyrk8bFzHvTQBLTEdEP7EsTp0tYy/1QhXqd5fuSp1QN7pb7CEQAudBwFkttmeM1Pg2jZl3W18MoI97BubmAdVxL2YInCOBx5wms+9WzQwGfrlnXnU37q0zzcJ/abvpEOfMwjcgsV4ngQjwl12uOio6LD0XH1gXhzpJ+1srLoeJlHGn5tnLuxsbLJbd20PvxHh7zXTAaEv7CU4OyNOQG43dEM3trTHaKryl/reOT/69SZnch3bIST/UxGgtgbC83SnLMi3PvHPYwSK9ZnyYI5iO5b8cFytMfs0Q/bG693mlMR7pHSY39zDDrrwdXTngyk/yKW8d4pEWpjJTdm9Xqdh1sONdKow4hrbdoJxu/JzVnynLd5Z2T134V2XHpefZvnQf6Lp1pxxm5eDAO4cdLA5rVIdHEM9Wp9SN4bbKVG4vUzekWZ2VXmHpzqenvbxvVev4COjQSLx0aqwS8CzagIY6NrMSZlctveqZ+tafIX/yufTd9J5536RvaGlflR6rlXodE0744dc7qR7aCznikp5V9WOEYarDytZhhD0vysdPSUoPpvzuowcr74I4e9p2YdWffezyN7j4vfVAaXUGCmG4Lm+VbT9OpXdvaIxub274h6GzVXDWVo2wTNzVpUMeKDf/wsfXVNrU/zJu5Gn+hZFDPNtheOKRF3mSt6Hlmbv3Rp2Qjl31seOXHuX0SmVx2B9evc7Ki3fKUmUD9cqT//J+dOUbgp1f/VB+0tI13t4x7dsuh5aue5eWfGu0P9qhno4l78KAZWD4NevCWUMEUG10j8s1d+2p76y2qrzvpTDxM7/awx+6ubkZz/ELRJjJ714RrwikTqgbx3rX36ieOWbf5WPJt7iCPKVMVvWVOGbhf/1TPnIRAldIIAL85Rbq6AD0HPhA9Ias39vXbmmxeH2YzFb/7IpI57uMrcqHxCEjfhLEviYfrh/TQql/BKq3LTcz/f+8TIJ8GUdTniE/4wEEMwIhc7gtNV+qPApbxp3SmXSOwJ3DE4v4f23Zv6K0TtMHlWkm+cXKnBU39zDDDkMsZ3+HuNaRsI3Ayg2dJofJ9E6+ZygzZfchdfHfSv/V0k6NLWMv5ewBnQ2dkHF2g7rwSyo2XP5SmTpEZdzodM5L6qTl57i5hzboNZ4puL20X8myQauT6g2/0qzOSu8I0vkcqrxetSInqPzNMv1agq0aZb1VOlUvXzasPM+g3a4DGurTh1UchBH1TH3rz5A/+Rzvpt/cNfBUQY6mrK5Qt7yf6qH3azxMekb9+JZyNFjnnSrrrZI2Qrql1Q4o7HlRPq9SvrDU6f2FZd9FYeUdxBor9U+cIw5p66zUFXVm3N/HPHb575MmdcyKLxz+XkWAs7aqrHcKd3XJbzgTxNQx/O487GghWFn11YMZJP2OJw46/dpc5hOnG2e/2O41rncxlat2TtrlQV60GY7UAAAQAElEQVTkqcchz9zVBSzUjaV5PHb80tnLyeDn25ej9sKzy3qn1Fvvje0JylNeflfd9U0o4+DKO2G1k28Idn4W1GDe/CC8vWPaN4cU2s637/dml2/NnI4l18pd+2s7x9+tAG9Z2gCkNrqsd8o1d+2p76xvCSGzt2F3ntdYPEtdw8RAsvZQGQ7vBFfM/ESwfsmyuEfop81eh9SNY7zrBnLEO56MybZv8fA7mwbU/ndz/H1ll4cyokLgOgn0l/86c3i9udJ4m13pOfShs2+4u93XTojQ4XXIiEby+xdGqANFSLOcaWGQG2HMuApzn4/Ppufhg1P342PXhYV+b5PdyfM/s3kwY/g57XpYfbx95AlBOhTDfamJxz8pz/1ZdXlvpUOnI/XpFdMstJfTWmXU3IdWB2StpzU3DAAR0swirPFyo+Pc69nfKY86fWXcKgI4Qfz2Yod/Br0cgteDyLs60d2GXUfWqgN1Ut0c7ttM5aXu71PW6r3wn18PWTpI8Y7lV52Wv7JuVa9cPvzqBGFs6TdAXVfmr15hj6EIEv+4Ila3ytiovE+fVD7GXsfnlP3LSstXGRvVL6i72GrTyrpVKXdlqUy2en7iQRh1Rhjl+cR5kcG/cNJ4rPJflJDJk18n8asCuwjk6pY6ZkBjKe/psTe+c71cCepmbpnDr1UEvlPjGsN5ZdS4t8k0gCSP3nlp3+S331Ne3o1teTx2/NJE0PUe7VJOwtEExE8ti0NxvWNlPYhSHhh5J0wC7BqpNhtf7/kuYff51uwSv/Zd26D93ZWXd9vkyDvUA/EpY6NSt7xHOG70WDeVo19oMDC/JO4K8pTa6V1/EtL7suu7bpBGe/wkihsDGwaUx/UuJuHfN2CEcVaO8hnXMUPg6gh46a4uU48kQ7+68tn3olsCbAS4nB9cmQEx0r5KSCM4mGH9uEqlj4zlnWW9U+qkUeZ3KpdVHx+dE2Fp+x/L252ydYD70IRpXO48PLGYsbGk7cnlDcGYgDKul5jYm0Hofh24Jg3dTR7MgFja1t3Z5d1HeaQXF3zcm7XR9fcsR88t496KsIe/keo5Mj/PonMhXdK0asWFZW+Wdg8hao5j3fVz68Y4hM6vHJhN8xyma7Ov7OXtTplxsLzxzqEsOnXyUNbFygxQ3y5hxF6HfVUEyk2ZmY1TJ7sffHq52X8n7d2Pui8f3oXuvs1uf75llv2Z+CsHnJSL58/xWL5pkG12n6+lx4CI8pvvbXuOgZPPqECdYV3eW0mLZbzq+IjMYUYGetblGR9baLy3hA5xjLA6c36GiGYf7sPUQX2vutj2LmF1rHasHr9SHbr8zVQbpMMRp97uEYIJw+4NbfZuTpj2Ubtr1nm+pw3TjgivvFZ1wHXShd9VAPMsM8JOl2entfk0+9BmjuVjXDMJ8AaF2JdoApj6pOPf/XuvCZ7qkjx6D70n3Q87YdEqtXVt0rHjlwbP9h6t4vxt5WGUk3yw275Uzs8oq192WT7+TASTg2/E3Kbxoh3zSwKDLRNrzN3v2vttdtmKjO6+yb7Pt2ZTfP2ed0J91853d3bfK/dwprXZ3hP3Zv2nyuEVSm9SnqW8vEezP+0bbrRVjOO+9pGbVX/DbYnpWd7VY7/r2l7vdk+TCSJtUndbardSz+qr4V+bYeXauI4ZAldHwEt+dZl6BBkiXLzclE+zv5ZmT84nv/QB8JNcOvv94Ub1fYQtNbVkz1IznSydDnus5o7j+1XgVZ2ITyh3YWnCRF3eKR8e7kOb9e4zucOj/YCEq3HNJIz7qLAv0Was54OVzObOHyAf5z8xRSiv8izv9iiO9OKCD3dL5KZgN29QDqs+4uW8k5JPndX5I60j7BmWnplplS5p0hHWUZm3Z+iUKo9dBDqz/hJr1swshFl8z2GaOfD8eUbcIIy9cZ2tZxLIxbVUW2nhwz78W3L91eNiMnU61cHubJmkfbHy0MvNTIK0v1t57p1P74B0mxWrW4uUJYWjXcabYIC/csBJuagfc50SucEYyxLZV2npkB7p6vfXPcdS1j/bPZZdWJ1OdaQuD6II7mM10Xg3tBVYjDy7JoD2B3pXrGoZA0KWyKun3hF7bGl2y4dtEelhDXi41926/djtWH9Wt8vzIcvfgKIZZRzNFPaVLLb6/Ol6uHtDaxvL6U4RmAghg/G4YaDNIPKPLQftuPDSrv4pzz4bVl5ulJ+VNeqg6yVaXPOMrUHZVYLnPCjrbJhdVunIi/rS04WN99q31j159B56H72XBLPu32DSa3WHZj92/B5lAG9u070T0upQr1FO8sFuRYB3wHdT+KH1L/g5xDvuffStGXXaMwyc/t6yaEfNkg62TKzVuT9c9wn4ZdwpwqitMHcOWyzi52WXbw3/27Tvp8H0+Z348xVQPdd2eBcwpLXZ3hN1wHtT3u6Ucyh+f11hXsYzyjdWP2Z+lrqnXJUfbvTLVmjPl46y3oh7XX10f9a4n+pd9273lTXfU4mxmqGMXdRTfg2qdwf9M3nqbrGHwNUQ6I3q1WTqEWREo0SA7FnVUXOYR3c7tX3Vh41A8zsrIfZ+mQ0q61PKQTpmrs12EajGTXXzPepi30OCKuhapeOqw9c96HzpbHS3Tfb5YCWzsPYb9jA+yj7OPqTD3f5dwqo8y/tw7yZB0U/4CdvdCU+Eke62j90sk45FD6uTQyi2FHtVuv5zeSZcWyanTOvyVknTrgIdYcpSaXX2NpIn/8xSrBOoLaE02/DE6w1BfJcRdh0GQvkIzzRbpS6wd60ezJ1Oh5QRMj+lPM4dy3K6kXYCvzSZPeZG62CZ0VIXXC/VBgMwWjUoJ83vUxE5tKmMO+VZBhPuHCaLX6fgpztveo48WQkzP4dgZI92j+cQdoy9h6veDe+E5aZzB3hw1fG0V1o9ndNi37uZbYLDuKfe6lCP626eQzu2qVz2Lf+ex6V2A1azEO1MCgNYtvX0QbURp3cY23nwR90ziDDKbPhfZ6rLwoz7ym/dihnP1EYMv0xpN9jFvk1rG3xzhr+PLItVGt6Bsj6jvJfaw/7N4olgOs7vcD30sePXvhnAG89jGuD2Tkir61Vam2ow6zOnm74zq/anT962XhoYN9A2PFoB4nkG+Ve1o/yp3x9VFv74L+utUm+0D7cXC//t863ZFrU6qey7P4M9Bh1W9XH48554XwxC+NZyG1o91x6N624SQudnGTQ3ubGqXD1fOuY2u8e5zu59OdW7bktA78Oqh1YurEvbEnffD2dXDL+23/iWj+tnzbiEwAUT6B+sC87Go0v6KgHesj7LiB4SxqoPG0HUcjIfsE1pMzP0ZuWBgFvGrbKXdP6g3N44wD8zOVYtjKjM2DjBelxvMs1MmM3tfiwnnwdQDD4Qlru/962Lryu9TeFl2dz8sTe6vy3spvuEE5z7u4+55WyrhJ8elzTp2MpDdzeYscvMiJm4WXjv8a2ym5W3wqHfI0iaJe5u6+wGJxwiNO4r+3nEftybO50Ecp2bJeVmGaBBjhEX00CMWTv2JdrgkqX7qwZSRnhlYTZ9FmjNwgw/3dTBNyvU3QxgWJa67Tk602a6R1gdaTOR6tJwu68pPwb5tGPr4lIHDDDN9y0dNdi3TiDg31LdeRuGmWL3Zv3Q7dgxyn/O45Jrwu8sFJpZN9M7t3VzfMpC20+I7Pf8ZNSSlTPqljaphyUsE9S727BLj5Uk45ppULjP8nFbpc3UzmlycJc6ucr/cPNMbWH3Z8XVfJ7KseOXHsJKb9+0WQZWlYP7mzSBWXtjpdPwp+x9v8b1PqaBjHkG2EDbFy+MzMqAecBGO6r9WRjFzT7fmm1xG5zqArc22ArDXg/WxWErA9b9voESdaS7sXsH5m+1949wrsz4WaWl44Prhva9jEVKeZ/yXfdu9nLU7puFX5TYNZ70IQ3YjNtWmBgoGNcHNxNhCDwkgd6Jf8h0nNOzjWxqADdpP33SRw/ZuW0K4564D5FXAqQZyEPEdcg4jPb3D5uPjdFieV/yHALSx04e181oTN52viRAmunrAc3S6XR0t1V2nb0+E6CzZFZq9mum2s/WEcQJjD5S9h/P/tZdWyo6d1h7J21duE3uluJZvt/96IRi393W2ZWlzopOy/CjHcGuf5DHvdnUSSTkzu5LrnXmzMINv2bE6XG9zpQuwitz+LFnVh0Y18PUkSGsj2um/KrL7Eu0dPbBAYNDM/NN8ejkbuqgjbBmWwiv45q5rn6Y5SGY8kPjKF9LOvgGBv2sm3BD64Ddt4M/4mKuWsHCfdYOOprddNJX7b3u/mylmc+XUNbdz7A/dDt2jPIfedvFNICqnEcY775ZafVuuG0y1S1CpPZx+LPEdx78HPe6uaqdMrCx6b0wKNuf5X33LGaPe7a7T1jq7pbO9+t1dst+CQ3ad+28790siBw7fmkjGHqftTvsvm29jeZnk/Zu6MMMP/oYzooY1/uY8u1cHgP4GPme+Tky9WhJfL4Vc7urLV0l7K6KT/h9vzWr4htuZr71UwwKypNBRYOL4/42U7lof4c/g9AGWMf1MPUrzcCPa6afBFzy/nn3rIDp74Pw6/Qp33XvmoGunha/zqO8utuudu+dPlYP17953f0c7ElDCNyLgI73vSJI4AchoMFf2sFYl0Cz+GakfEx31Wb+5njFN39sLMtb8rHpcfng9oZcQz/PaHT/+9rl2Ywuc8RhWehLj4sNpoGYvizefjQf5TmI5VyW1tlvaO+n2QMdmdnfKa/xNDI9nmnUepdBBeF0VnRa2IfW0V8i0Am7SnAe8WwyDWaYhRt+dBBfZ1xsMHHvKznUr3UdScs9zWaN6HS0CPu9nox760wzc+pEv+/5Oi7dbZVdeRAKVt2b3eTD0sPZfdW1fZjdHUc8u9smOwFbJ9/zHORli4FO4qYwu9wTP27bwugwy/fwx94PLxruq0xC1ir37vbQ7dixyr/ncand6iHv2PDv8DgC4rheYmoX53fBMuJtA6X2cvd2Sls6xzM/3yCkZcrdXdvr/e9us90y+bluGHhYMntn1ZI2Q/vuWVaCEKD7M44dv2cRJq1g8Q2z390J5N4N9x5KG2wxqGDw1HknynPp7Psh0nyfb82m5zvY0rYo+/fl6d03eb7HPaup+iCKtkE7uTTKVe/eurCnfNcNDs0DFrPgvS6dm9zVd9+n7scqq96G9XsXbk/yHzuBCPCXWQMIFWaUzin1Og3z7J+9p7umkXDnwzvCaegd1jKuD2nqjOqUjjh9jHUcx/Uq0+CJpdv9ntl3H4/udq52H+qeNiPffeal39tkdwhgF2p1kpcs79fJXjorMD9fh9Bsa3cnGKsj3W222xph5ma4K3OnHY/rbhqx74MzOk066d3PErtndH+Egb46pd/rdnxmAaDfn+32hs9u87UZK6tGurvlqXh2t012A08EFXwsnzdLTKjaFGaXe97FJf6lue+Llf9dBwk3Peeh27FjlP+m/K67p85YtdHvO+PDAEp322bXSZgA1QAAEABJREFULpoN7v4IJtrR7tbtVkbMq2C0N/a4dn+z3TdxPujQez+313M47ZhVM93dN8dAmkFee7G3DTj0sLP92PHPz8v18wh4l/b91jwvhof9P79/u36rvXvzgNaqHJ36XTdIanVBT8uhviXzt8D7L3/9WbEjEH3xBCLAX2YR+ihZ1npOqTdLbnnkSJNOi4PSLDXbRTt9/cVGJGUaPd0moJW3vZTOqGWXPbAll0aIu1u3W7JNDzej3DqX4/q+pvxiqQNrHybzvnGO8Dqh9tuNa6ZZVR1f9l00ga4PtBB6pXtbHE663+d5I14dkj5bZtDI/vZxfzbl2fL+7u4ApXWzvbOga6WL2eZd6jC/9gn3ZxocEld3W2X/P+Vo60UZB1Oea0lyj1C97dcPbSeI75MG7aD2cJ+wq8Koww/Zjh2j/Fflc5ubNnBuK+btGtviGPeFI0yMa3xxHtez6R2c3+mlg6Rz+yBubahBAfZ12iDDvFxb/8hMtmXgBo4I9A4XNBj3AusiWuN+7PjXPHajsxPOzVDKk2/YLFRtDHzEm1ZyWeVmlZTDOvd91H2/Nfs+d1U43yGr1PRv/DKA7+Uqf8NNP8Cg+LhmOqtm12/n1wi4RZ/6XffuawNGskxIbdsCNfxuM+dBPofYRYDfRm2P+wny8AR8oB4+FeeVAiPxGs9NWgPUT8xk57YpjHviPkRuLV3Vce1xPfRIoxmVvkRYfi0pfItK5C6asDXv77c8saI5itIx7AKAUW/L/VY9bOSJOe7rmHVBdrhvM41CE6oweufybKbHMjLCGwHVTLN904d8R5XP/DHzrHr8zkqHts+ELo3ActLemV8abvizQsOS9nGtLAy6MIdbN80am4Efbkb6Ny3FneuajobDfXapw/xaGTCeySREe0fYN2nlgdEmP7veI2zQPZzy69cPaVcfDKY9ZBrGs5WR92Rcq1feUWW6i963HTtG+Y+87GIS7rRRPcw+K3WEV9d2aSscXte/AZgsXaHhZwhtD/HcoQlO2w6zM3P31hWA0FfGSkXYfW7dsfVEngiY2misynmjOnb86x6u/hKIMfBrMB9QHm1T0w4qE4MS8mQgtG6dTBFordgiqONuWx7hy4GayoCQa+n9ErbrEq0d1basu39od22sFTy2Ejqs8cPqAc7s0FdTX9Rh33p9xbq1UflO69N1T/j06yV2gjEBeZNfjB/qXd+UrkPc05Yfsg91iDQljpubMDgAgVTsA0B8gCh8EAgy/dFmS4ykdrdNdnH40PjAb9I/tiLpJ1DX5VUpM9A+rCNTljmvW3Lpw0tYHH51gBxSN643mRibWfqk8oS9A1e+tuxOTjYqb6bnXGZAKll7KfnbK+AOgazscJgVcwRTJspmXHdTWSrT4Wb/4j4doRH+Ek0rWAimI+06dDp24/qhTe+RDu5DpyPPPw0Bs4/r3ld1dR78IshY8eOd36YNbhNUe060vbZ96Mx399nuFz/M/GuT53vzNaGHgGmVlFlRv87hGzz769fHjn88S9oIxvabE2AJxL5xvlV+FtI2sd4ejHDHNs2GOljNgLf3XR+GoI7dm9TDDbZeWp+UoG2A10AI1vJmNYNVXn6NxIQAP5W9R6lWvev6qX2A7pBg1CttxCHjTFxnRyAJQuDSGktpjr650WH4lxMIy62MaE/OudxCQIM//9zK61WYVUsunTzfGftQz+VQQZ9RZnUd6GcpqY/90g+6lQH7Li1+JhEncNhnr/g+ybIXtx/mo0yUzRyXMlSWw92H3UyPjtZwixkCIXBaAt6/dSsunNHhnIVDp0j7QIDcFq827PXLk8FUJ35rg+tyo9KPMovszJdfv9Hnzc0x4zdQ4fmWTROM/dyZtG1J0u1tqyus/rq9OPA/q48+vOK0UvEdyjRLXcZWZTDGsvGtHh/Ag9l2K0VwMyhvdcbSZAjjW7TU/yX7W/WuGzzaNpi2b561K/p0+4ZPuMdA4EryuLRxv5LsXlU2CI/9I2Ckc9sywVMC8LE2y6JTcV9thvqYaTc7YZnmeIZZmHk22QfndYeHJ6aZ4G0fCyfV2pfZBcknwZ8yfHik4wPL9TeXtnTbh64vFy/ns1anGmywf/1zJxLKRhl1Z2WoLIebE2q/clwsNJ24ft/6K7xBm/lgu4VJuLc3dauXjbZiaSf63g+/8AguqR27FNTrVlx4f73Hx8iHWXyrcZbGbSn+HyvPzq7wyyTOtDBouEnI1WYbqO1tTkWxUh06fm3MH64n2dK1bgtY3b5VhGI/efcudWWG2Izoc8pucKGMgyqD17Ysvc2WWC13d5L+R5U/q9GU1wuW/UNLn5uywkGfxIGJBifWpU9dscrAz+gpG4c3mnn2yynb+g3r4rw091Xvuu8Rwf4YefFd8307RtyJMwRuCZzLvwjw51ISu6fDKdoEkh5yyWE93f8h7XODTPjUmB7yGceKy0e2C8o+sq8xPcx+dfsdhzOBfz4Ab9wbphlg++DmmR+njNuLaLZJp897qKPoJ4DskXNokj2TI55DmcpIR6nHp6PUr5faLUuf982Jf2n4+/qbzy5YNcNmhkRZjmc5Z8ASx3G9yjTr093xIXx3t0uz6yzqSPV067T369ifR2Cuw5fUjj0vB4f57z2w1afHZkC2Xy+1Y9jrm33OM2dxmXl34jv70Norwu6umpA64hjmPt9Hg+S+Dx9TkRB27d0miGm/zaSW81NKu/gHyoVAXcZWdaj47XEnVPqW9IdaIUZ49NOYtsNJl3J0roM8GJSwoq+HOZSdoOsQOoMDPU7tEZ4GqqXFwI1vicFuaf2M8owtNmU9O2WFhpUEc8KcLWCF3cvUDfXdLL3BH1stDExYgee9qttblXfPmTjdowHpfr3ELh39G7gqjDR5Xr+nXPr1UvuSd135z9+jpfFv86cubfOT+yHwkAQO9uy5sT9YxIno6AQIIgSS/iAf8bkD1O8f0+6Da1/3eIbOgqXN4/qcTR0FBxL1TqXZGh+jkW77BgnZ49pMh47duF5lvlY5EizLuFM6LriY/fiCciWoe35Zj6501Oz57w/SKdhHQLVlo/NQ9upAj/uYdqeom9kZzyBo98Pq5r209n0vOUTSAVUjTqZ9mTrl7Jeqdc7MJPf0E5b69RK7paL2zjuYSYeUQLMk3CX5UYfV5ZHmS2rHRpoPYaozc/v2intG/HIVjuBYxq0ygOnnGW8v2j9nsvR3Tbv4hnXfcvZdtVlo+9Mr+J3yfbzvKjXCDkFM+2122fd2Xmav3d938Hqf+Aktf7Ry2WcexWMm+xXK3btqj7YyrcuTKYK7wxz7A51BgpsVDQaqDbQY0Ol+ztluUP7tK4G9PjtjwLfH2Q22aDljxbe2vN1LzRM0+g0GOnaJVBj1Y1MY9eKU77p+1qnK3LOshNiU/9wLgQsi8PykRoB/PotLtBmp9vEYafdRMeKt0R5upzLNSJsl6c8zYy1N3W2b3eyGj7rlfGbFzRLovG0Ld9/7VjT0Jc5mA8a+NqPYDkobz9CxNHjCHG6z6aOp89nd/UzRu5eDEegytirCw8/e6ms3D5bp9xDySNjtbkvsrzJ5UvbqwOR8tEsfZrPw/QG2KeDOzTLWfrKyk6ln4Zy/WdvH2stV3TN7Nfvbdm3JqI6RgQadOtfq0bZwx7hPIJ07g/bHmk1c+jyDWd5NP/FIcP9DFdDgRhlXpdRhdbln6pLasZ7u+9gJIGZvexwvXxfqQRmLlfeRcNMDeCdsg+luBCMz5N1Nezy3V/3+Jrs2dj6Mzrdo1WF2fhbOyiffGwM42nbp3hS/e9oJgwQEOtdDv0RZCKll3Kpjx6+NMvhx+7An/8zGax+l8YnTRkN6vdsbPe140zezz/76rpthdwL+kqiUl8GfJX5P5ce3oP+MrOcqf+eysC/R+md9sGVdmHm7l2fPq/nWheWO36uzbNGnftcNAltGP5KFxb4z/iOOYZqQGHamttwqHvboELgqAnsJ8FdF4LIzQyBx0E7PhaXen1AOOkRlnEyZSbYvvz/QUjMzId1tk90Hx3IzHSAzqvZDWo64zwzxpuesuqdD6eTYcU8HzkyKax+FPpNu2eG2Dzbh24da+KHNXOI0rreZwhOatvnb5f5XlOfegcL6jcptF6UTYXanh8Fkl7z1sPva1TfCwAhPKNWZHfWIOe45qFCnflyvMw3kdGFXHG9Wni0HLWOR8rNNTlVWbw0isKtLSzvTix6yoyfLO3sQQtUuArgZ+96ZVofUpR7nNdjVYfWq5+WS2rGe7vvaceh1luBi288u8RL61f0e5h/XBaGhjDtFOBH/nUNZbFHqHf1y2kmZ7TUg0wMRdLUR3c03k8Dre+MkeQNUuwxqajOs8Olxdvux4yf82Io1nqnM/HIMc7htM+X5kAOMvp/avv5cAqmB+e62yW4VgxUEm/yc+p5vsryN52oHDTSN622m74mDBrf5c99gcl9Gb8Wb/fPuLdFWyVkVsMTvKd91A9vzijB1eEk6t/nRb+x+8PO87hZ7CFwFgYcQ4K8C3Jlkwgfa8ri+lFjSLPd2mA7hzPW+2gfd6bo6+9vikBYH4/TlSjpDZjaWCj9mvc1U9mfp7H1Ddzii3ZL2vhzSzJsZJ6PYRonHox2gRuAf16tM+996GH7ma27rNGbvVTf7ktK6vLeyvE/Htkf0dnWxVJjTAXnLyb+yN2vFrFsnU0bye91X3y2R1RnogoZO/NKZPHGaVeuZeIO62KXjZB/kvNz4syqOWWgpp5Mp+cdhPFC9ckiXejbc1pk6rAbS+mya1STzsst14S/JXR2+9HbsULyVsYG5EZ93/13rwgBVGVuVumWpeW/3tK8E8x5YvH76TT0b7gTiJVtehv9VpvppVr3f00bYe93dLC/vS/oJab396H5X2QkNPY8GHWxxG36PHb+VNL4343l4Yj+ut5na/nfb5mnH+8pS/6EHcyhdT2e/N9vlQV/AwOF87yGv5yXsOPd2cVvarFx7i22enty3GsRBuU8ub42l32r8DDyrm7cBt/w71bsuGQTqWYCfB9X421Wrc779PVwfjO/usYfAxRO4QAH+LJhbCuYjr5Gk2bk9ROIIkpazfv30cEK8xksjPn9IJ6/PXJo51GE3emlmwkfqGU8rHL643P5O6a58rCwb3xaH0eU/WwEJFmXcKoMBBiiWCj7SrRG/DbzHP7O5hPMR1ICCfXy/djiUqQNqaWJZNyqzvXOd0Ck0Kr4xYN1UXn52Z9XMuPypc+VtL2Xp+SdWSGzLuFUGWnR01eNbhzX/PNcSyLmzZ3ZX2a8JdjRnwtanVOz9QBzL6M3m9Q6BvOnMl9etSpwfV7761hTt5MeXm4GcMjYqg13vMfmwZ/a+wsgU5c6XBsHkoQc00GD5p3Lt7t3ungGM398cMfrYulbHy7g6pS4/ZDt2KqAED23Nuuf5tli50u8bmLJSadsKL+39+1XAuQ1z1oh2tm7dKTOtvld3DmVZuuWlvK5V6qnnafO6J3HIXYcAABAASURBVEv1e/oJEwZvux/trz3z3W2VXTzvON2w0qoPCBw7fmcKEIp6MqyQUgbdbZWd8K599A2Y7y8JP4cZ177Z8/fP4OqSFWWE/HeqiOZ2tJxu3NMmsT+EVpb9uVbaGRBakib5N5DrvetxCOsb093Y1d8/X5b+LVJOvt8GourWSiU+5T9/p1d6fuJ4qnfd4+RrXrWgr2Ugyv19tb6j7So9vFUf/Tr2ELgaAqsajavJ3MqMXKejWVWdbPt9eg79xInl9JaFfkjdsN953UdZ4+dAHjOpfnJKZ3/Vnjgjtc+tuFYpHXqzxoTcfv9P1IVOwrykrpxvfGwsKTPTQ8DlNrS0zx2rcY85P0cncEmnS9hVWkfP7Nu4R1gmuDgdfrj5SbivGxcbTPuuCALdi/3s9mVakt/dh13ZOB3Yksy3Go6TaUTdQMXkvNOl5XIEsB5I3bBkz8ntOkn9HruOA2FZx7a3G8pAR2vuQApzCm0bSf9IG3BxQJJ65fk6C+oe0/USTeB+/8mj98PMvLrsvZpu3xCErDZRX/kd9w2UCGNmf7g9lGkwTN768w3QfWQ5rJpVVc+8z4SgXuZmUB1AVcGuUp26HTsVRAeb9fdU+2YQR91dlwbCugM7+33fCR1w7fZ4z/p97bxBPSs8urvvlPdKO9vdtfvzTKt2Ujl0f/vYtaXS2sP6RhCmhpv0eDf6QKB3WL7fuDxpl8t4RmnHve99e5X33UGl4hwB2I8Zv8FJ7eB4HlO5+gm2VW2V+95377Zw2n5us7b0f3bb5Vod6P6tUnBuz7p647tjANT2NO1SDzvsBmbnWfBx7xSmwae+kskz/3T9s9Jk3XtkyxlBXN+hb3WoYLdKuHUCufLx07K3Hp/8U9/0LVZxXNdmPwm60TjFuz4SoL/nvRjX3n+DYeN6H1PfCOsR1iCaSaxxHTMEropA75RdVcaOlZkzjteBQ2aKffzmZPpAWHplKZ9Oin1bRpJpy7QIN5b96ZQbuV1VL3T+fKRetSL/2tLrFGHqzeumjkwZd8ootY+fpYUGCQiQTGmxDHreK6+BJ/h47l0kk8WJ6tI+nHW6vqQuCEvypgOmo1JOixXhVjpHAAKt1QHj+pPLYnahjK3KB3GehTDSTIjSCZB/HAxUEJ7Fq+PaWRgs6HnUyVnVad6amObBh9NSWNyb843O3qeWg46zzpe0OYBNB1E9waJu3yllrKyV1Z3jiS1mDnAej7WKwF7WcS1tBp3G9VLTz/+Zie/+vRfvXQ6e6V1Sbhh9frkRjHQ6587+B9W9PihUlw+mvBdW5Bh06YmwgscsT8+TJfcG8uS3+yWEWdqqjnT3a7Ofsh07FTt11Lvcn2ellfqsvaR/b79ZdmGsolLudXmntFHaDwckGiDzHmjPtO/aT9+iO89lUefMfFvVVZd3yiDCfNintnHe5nMXYEeLvPX2QXDt53yYHYGIkOX+0NpDYQ3GmlWXR1p+fbe049rz4Z+pTSDUs3d9zPjl8SP6w57Yvde+674t0iXtyghf7/ufLH+jvfKdncvGt6a87K18f+e2l4Cl3phUwFGaaHy1Kb7fVnmMh0qTPsu4liZ6XJ/a9P74NY7+XN8Fq02Ug3zIDy1/6on3yqDyCKNdJVyOa+YoB/auffs/uBzmb9F4/8SjTD1vXZtdwRepY7/rPRHaiN6PNDBz3wEjTKyIGM9xRot+y7iOGQJXRUDDc1UZOvPMHDt5Pi5GZ/10i4/EuufZ1+1DSptZXeePuw87IcTIsRPhfWS5b9L239szbB/j7M9ySYMEOoVMQvfs58vLwYqCWfgt56eUjokR6qcc68LKAXmzXG/XUV0dUB2PiuYZ5aNDwH/mxhoHwjdhB8PZi71a8o8Docqy7/4+CmPQxaF+Pqwj/EuXZdc8VZBnlM4Gxj7+802dCasZpM0BbITi2Y/65ZRhZT3fO/W1DqGO0qrn6oDL66p7m9zwt13Ato5V/sxaKTeMzCD2shv+hbU6wYDJcHto04CG9M6rdaSr58ks5Zwn23QMjuhU83/tWt0+RTt2Ko4GCFdt5fC+ay9pM2FzepS32b5Vg8Nm/NQJ74H2TPs+hzfQqs6pe/M9z9PWdHfL51fVz+5nF7vtEASdHsYqAs8ebgQlW720F8NtmPg45E0eafn1DR33h2m7gS0p2o7hNsxjx68d/+jxsGZ6h31bRluljHx7mpcb5eMAUIOW3V17YLCju+1iJ6Q7Q8dgwRwOPxzxpPHFufvT73DoYD/4zmD6tj5Lj+PQduUoXX2r3XiG9MuH/NDyJ5/jPtM75GBHq5hcD93r4nAbpvqkXq2qm943Zep5c5stnNn7Vf2wEfdsHvNd789SN3p7YCBPfet+drWrKz2MCSltXneLPQSuhoDG/Woyc/0ZWZTDHypfn1baR9rybx/nutxZCSe8D5D9aAS2XSLxgbKU0pK5peF8cMzym73pH+114c0o/tG6aXanjGeUQQccnrmxxQG/Puo/vBMUPXNcLzHteXMSLJ5L/POjI2i5vQ6V0fvembVM7FAn8xJsLRE14GMfpWcv0TqKRrt9IJf4P7Yfs4OrZuzUi1WzYUvToz6q+wQMgzdLwylrYYQVx9Jwp/JntY7BrVWzduvSwK+f5vuadR6u1P0U7dgp0VlBtEoQGGnQZutMj+thao/VadtElgziCqfuv2dZCCzqXFmfUa9dLn0Ql4Bk1c8hB720oXM74Jlzh99Mu6Xnf6TStDSP5fVG26kNtRpJHNxWafeOFT/Wb1sPVT7sZd2qfNOFIeCbKTcgjv8ISKjf5/s5wjMNxotH/K6XaAPohDntp4GX3vZaTWgwaUk8x/Lju2nViO1kS5+hDhqMN8FiomXm4cDcTVsDRt1Rz5Tbtuf6BuFuYGeb3/n+sd71/hz1TNqYw91g6b774PX1tE8jrvt++0c8MUPgbAlEgD/borl3wjT4BEGH1Nhf9eY3Nzd/tWI1izZ/4Pm1V8jhKJZQ8i+c8O5VsL2UD4HRYfERtC3xsqSvR6bzY28xfwYLls7yjzgs9dYBscdwXi6lI7pq9niEXWfqbM4z7QR6e8D7B2dd+NndT/o4XMUHyqyePHc/mBgc0AH0ITJwgh0/RqrntFiKarTf/fvqMeBjYOA1KjKdZ52Nst6pOX2WZq6aVbkLcGKLzr50z2VjlqR3/vZJljgtkSfw+hk1gyrelf4O2UqgU2bvq/MSCEHCCLvPM08RRieQoKK+jXezv+vyZP/wn6rEWN7IrzB1+eiUd1H7dMx27FRQlTEhkgCiPe71WBq0l30ZKrehCbVm9KxwwmNVW6Zt4+6+9tz+YM8ccXTTSiKHTnY375btC93tvvZ17YN2VBp6/NpDg1XcR3vo3fY+DH/s3LQ5ThXXdhr0FXb4WWfyc6z4laXyMUO96p2WJm27dMubd58Qqlzd877jz06rC1ZOsN9HWyrtzAECpWdLQ49P/VAXHQaorSHMjpV1ZlDngWIrx3bdGtefdwi7NBv8kF5t5FdVpPiXcavUESvwfC98EwzI638pfx5sFSBkstP4GCBlX6eFVc8MquinYSYdwz+7vpR+hv7GPEgw/C0x1Ql16VDv+qpnGtzpA8ImJuRtld9tblYwvEzzdIhvf4su1hA4PwIR4M+vTI6RIsvC7YEzAmzm1CmolsYNbeRXA2g/pNkZ/p9Jxz0cxOdAHR8yS+DGc5mWgFnOaKbeB2ifx+hgW+6sIyXOrgndu8bp4yVNPR4/gWP5265xDf8+7pav6jjLc48bEyecKyMC+wjDJARaht/96xyLz/2hbTfQ4er+PG/c32aKzyy2zv0cz6b0bYvXvvCeJntPt4XZ574PtvasP8uefZ33feKbw+g86eDa1uBd6e+QPZm2NtjnqFPF7xx+3fV9+dw3vPo23k3twOAnTwYsnEPRV4Csy4dtHmY0R3jmuvo311XLsOeDxtY9hz/+xU+rq+Jb57+735fVMdqx+6Zpn/DqJyFbe9zrMZ72Hxuw69xmu3Zae72qLdO2cXefvzlsvzaTKQ2eOzTBA+fu7xD2Ve2DZ0vDqvh7e+jd9j6MNLJz01YSxPhdFccmN2FGeysucR4q/nXvtPi9L9Lt2dLQ04g7/vwNrT/Q/bDP76D3kZt767Q65xA3z5aGET9Tu6MsbDla1dYY8OBvaEvF5XF+1j7vwohjl/ZrhGFKrzbSWQj9XVKe9nT7Xqz6JjhvxADXyJP+ha0j4tymvVfKBTPsRhzs+i3a3VG2ykX5DD+7fn89y7vsnfZuj3iYrrm7z9+2dM/3TQIIO9wNkFqtOK53MV+rPJuwKeNGn8lA0aG+/eKMDoGzI6DDe3aJSoKukkAyFQIhEAIhEAIhEAIhEAIIELQdqshOW5FjmwT7Uv3i5fH1Sw9lb/19JltGPDFD4KwJRIA/6+JJ4p5PILYQCIEQCIEQCIEQCIErIWAryl9rebFlw2qG5rTVKoxVccOjFRvrVtYMPzFD4OIJRIC/+CJMBhYRiKcQCIEQCIEQCIEQCIFzIWC5u5/Is5xemmxDcLCuJfqut2mz9bZlDH/2/c9nJox7MUPgqghEgL+q4kxmjkUg8YZACIRACIRACIRACByUgAML/bLNiNRyeGc1jetN5nPqphn4Mm6VQwNXnY9wezP/QuCaCESAv6bSTF7OlUDSFQIhEAIhEAIhEAIh8DQBs/AfW05O7S/jxq8oOGxv2yy8X+Lx6yhm7YXz84OfzRIdAo+BQAT4x1DKyeOFE0jyQyAEQiAEQiAEQuAqCTjN/0+2nPlFpG2z8E7hf90nYfzM7/uU3a8JlBEVAtdPIAL89ZdxcvjYCST/IRACIRACIRACIXC+BD69kjZ+Vs4s/Pj53HJ+Rtn7/s7lOmbfP6DsX1w6KgQeDYEI8I+mqJPRENiPQEKFQAiEQAiEQAiEwBEJ/GDF/W6lv6U09Rb17xVKr1KvU46vXZr6ovr3QaUtxS8jKgQeB4EI8I+jnJPLEHgoAnluCIRACIRACIRACGwjYB+8fe0/XB5fuPR7lzbbXsad+ille8/S9sh/V5nvWDo/G1cQoh4XgQjwj6u8k9sQuDACSW4IhEAIhEAIhMAjIfCZlc8XKE1A/61lfl/prr61Ll62tPsvWuaXlo4KgUdHIAL8oyvyZDgEHhGBZDUEQiAEQiAEQiAEQiAErohABPgrKsxkJQRC4LAEElsIhEAIhEAIhEAIhEAInBOBCPDnVBpJSwiEwDURSF5CIARCIARCIARCIARC4KAEIsAfFGciC4EQCIFDEUg8IRACIRACIRACIRACIfA0gQjwT/PIVQiEQAhcB4HkIgRCIARCIARCIARC4OoIRIC/uiJNhkIgBELg/gQSQwiEQAiEQAiEQAiEwPkRiAB/fmWSFIVACITApRNI+kMgBEIgBEIgBEIgBI5AIAL8EaAmyhAIgRAIgfsQSNgQCIEQCIEQCIEQCIFVBCLAr6IStxAIgRAIgcslkJSHQAiEQAiEQAiOkE8rAAAQAElEQVSEwJUSiAB/pQWbbIVACIRACOxHIKFCIARCIARCIARC4FwJRIA/15JJukIgBEIgBC6RQNIcAiEQAiEQAiEQAkcjEAH+aGgTcQiEQAiEQAjsSiD+QyAEQiAEQiAEQmA9gQjw69nkTgiEQAiEQAhcFoGkNgRCIARCIARC4KoJRIC/6uJN5kIgBEIgBEJgOYH4DIEQCIEQCIEQOG8CEeDPu3ySuhAIgRAIgRC4FAJJZwiEQAiEQAiEwJEJRIA/MuBEHwIhEAIhEAIhsIRA/IRACIRACIRACGwjEAF+G6HcD4EQCIEQCIEQOH8CSWEIhEAIhEAIPAICEeAfQSEniyEQAiEQAiEQApsJ5G4IhEAIhEAIXAKBCPCXUEpJYwiEQAiEQAiEwDkTSNpCIARCIARC4CQEIsCfBHMeEgIhEAIhEAIhEALrCMQ9BEIgBEIgBJYRiAC/jFN8hUAIhEAIhEAIhMB5EkiqQiAEQiAEHg2BCPCPpqiT0RAIgRAIgRAIgRB4lkBcQiAEQiAELodABPjLKaukNARCIARCIARCIATOjUDSEwIhEAIhcEICEeBPCDuPCoEQCIEQCIEQCIEQ6ARiD4EQCIEQ2IVABPhdaMVvCIRACIRACIRACITA+RBISkIgBELgkRGIAP/ICjzZDYEQCIEQCIEQCIEQeB6B/A+BEAiBSyMQAf7SSizpDYEQCIEQCIEQCIEQOAcCSUMIhEAInJxABPiTI88DQyAEQiAEQiAEQiAEQiAEQiAEQmB3AhHgd2eWECEQAiEQAiEQAiEQAiHwsATy9BAIgUdJIAL8oyz2ZDoEQiAEQiAEQiAEQuAxE0jeQyAELpNABPjLLLekOgRCIARCIARCIARCIAQeikCeGwIh8EAEIsA/EPg8NgRCIARCIARCIARCIAQeJ4HkOgRCYF8CEeD3JZdwIRACIRACIRACIRACIRACpyeQJ4bAIyYQAf4RF36yHgIhEAIhEAIhEAIhEAKPjUDyGwKXTCAC/CWXXtIeAiEQAiEQAiEQAiEQAiFwSgJ5Vgg8KIEI8A+KPw8PgRAIgRAIgRAIgRAIgRB4PASS0xC4H4EI8Pfjl9AhEAIhEAIhEAIhEAIhEAIhcBoCecqjJxAB/tFXgQAIgRAIgRAIgRAIgRAIgRB4DASSx8snEAH+8sswOQiBEAiBEAiBEAiBEAiBEAiBYxNI/GdAIAL8GRRCkhACIRACIRACIRACIRACIRAC100guTsEgQjwh6CYOEIgBEIgBEIgBEIgBEIgBEIgBI5HIDHfEogAf4sh/0IgBEIgBEIgBEIgBEIgBEIgBK6VwLXkKwL8tZRk8hECIRACIRACIRACIRACIRACIXAMAmcTZwT4symKJCQEQiAEQiAEQiAEQiAEQiAEQuD6CBwuRxHgD8cyMYVACIRACIRACIRACIRACIRACITAYQm02CLANxixhkAIhEAIhEAIhEAIhEAIhEAIhMC5EthHgD/XvCRdIRACIRACIRACIRACIRACIRACIXC1BB5AgL9alslYCIRACIRACIRACIRACIRACIRACByNwOUJ8EdDkYhDIARCIARCIARCIARCIARCIARC4HwJPDoB/nyLIikLgRAIgRAIgRAIgRAIgRAIgRAIgfUEIsCvZ7PqTtxCIARCIARCIARCIARCIARCIARC4EEIRIA/KfY8LARCIARCIARCIARCIARCIARCIAT2IxABfj9uDxMqTw2BEAiBEAiBEAiBEAiBEAiBEHi0BCLAP6KiT1ZDIARCIARCIARCIARCIARCIAQul0AE+Mstu1OnPM8LgRAIgRAIgRAIgRAIgRAIgRB4QAIR4B8Q/uN6dHIbAiEQAiEQAiEQAiEQAiEQAiFwHwIR4O9DL2FPRyBPCoEQCIEQCIEQCIEQCIEQCIFHTiAC/COvAI8l+8lnCIRACIRACIRACIRACIRACFw6gQjwl16C29P/I8vLc0r/ydL/rPS3lv5/k+bmHj+/vO69QOlrUS9UGfmc0j3P31nXL1t6qVrq73eWx/6cH67r1yx9CvWS9ZBvKt2f/1vr+hLVq1eiset5+Yhy+xGlD6l+fEWm3vfnfG65/ejSUbsReJHy/gWlO8tLrX+VjagzJeDb5Bv13Erfvyz9P0r3Ove/6pr7nyvzlUr7/pURtScB73Dn6x33ru8Z3dkGkyd563mV97NN8CNOmPf/eyv/o6z0e/R/yulslb7G51XqpPmHyvyNpWf1x8rBffpjy562qyBErScQAX49m0u/89KVgY8rraH7sjLfq/SvLP1ipWfFzT1+vrxufk/pP1P6J5W+BKVT99sroe9TelbfXw6fXLqrn1AXr136kOr/q8het3RXX1oX//Tmpv5H7UJAfcWuh/ktdfFSpQ+pflFF9stKd/UX6uL7SkeFwDUT+GmVuQ8p/fKlL0H5Fvkm+Tb5Rr1bJVraX7TMrn5MXXB/+zL/aelvL/1HSmdQriBEhUAInJyAiYe3qqf+htLUZ9Y/g0VlPKX0PfR9OP6B+vc6paNCYC2BCPBr0VzsjR9XKf/w0l9f+s1L7zOKp7PzzhX2W0q/bWkCchlnpzSMBh501D69UvczSq9SX1SORmnLuFOvVzajomUcRHn2q00xmc39n5Pb7pePLwRmf33K9s+s619T+pDKoMCPahH+l7L/89JRIXCtBHwfDNT6PrxFZdLAYxlnq/q3yDfJ9S6Jld8PqwD/uvQrlo4KgRAIgVMS+BX1sD9Rmvrf9c9A5A+WOavvKIf3L20Gnmz2AWX/WaWjQmAlAZVk5Y04XiQBHZR/Uyl/m9Kb1LfVzW9+otnLulIR/j+07nxk6V07ThXk6MrMiiXQ8r3pYf+1bv7t0l2ZeTUD293uY//NFfglSg/1XWX5a6UfXF1oAmx7wLAn3wqHQwkcL14Rv37prj67Lr6xdFQIXCOBn1KZMnttq5S2vS7PWmlP/1alUId3XXpttTHw5nvGdF1BnlE/p1y+pPQblTbwW0ZUCIRACByVgEmiD6wnvHBpyqrYr2BZo/9uuev7lHHzs+sfwX9d21e3ox4zgQjw11P6loRblvPTV2TpP5bbHyz9U0srcx05M8Y0O6Ho59Y9+wq/u8xZWf5DkD+3hmTpoIIRzb9Smfq/pYcy8/oa4+KepnSYze3R/MO6+HelL109VPqxw7A/3wz8qvrd/Sy1G8D5+c2zuqGOqCvNOdYQuBoCVlK94IXkxoqbf1xpHctOy3qnLDO1ZcpWKHmyHcC3jOlb5jv3nuV73grj++UdnwfuymtUCIRACBycgFWw+i0itqLVWT6b+hjaLDPvPyBA6Tcp/Vqlo0LgGQKEuWcc43BxBCzR+cuV6jHKV9ZbRXD/TWUjqHxMmWaiVzUeDtXg9z3Kj1mPP17mPJNhT84lNySWUP6LyldXBj3mPZT9/lK7mfzRSI8wZt8JheP6kZp7Zxs7DHsEOua/qjvsaTcD9zsqLLOMW6VuqCO3F/m3MwGHh9lCgunQZk93jigBHj0Bs1afUBR+XumuzLIT6G2b+oy6YatNGU8p3zffuT9drgT6zyqzK32ejy6HX1w6ajsB7/B4n5nece/69pCX5UOe5E0eh5b3y8pFUntOBEyKOZhupMnBdF83LjaYVpX+jSf3tVf65c4AeeIUIwSeR0DleJ4t/y+VgBfbqJ7ZiJ4HHReC/T8oRwJ6GYuUEUD7cMxwdCFeXbnkhkRnzyBHh/BL6+IQHTmn1fbBE7PH/6jijrofgX90c3ODZY/F2QVm2brbrnb7yuZTYNUNdWTXuOI/BELgcAS8274/BPUeq3NMfM8+vxwJ6WVsVU6o98sglq12zz+5LrI0tSBEhUAIHIWAQaC3qZjH6fi29/zFul6i7I//4PI4ZuFtEbX1p5yiQuD5BAhlz7+KbSkBL6VD0XQkaHZuS8Mf0p8lOl7wHqelx29WDjowZeylDACYie+BPWcWfPr9c7fj0pnoLBqouE+6zeCbye9xGDT5790h9r0IYIhlD/zr6mKemSun1WqNq1l8s/njtjqhbozrmCEQAg9DwPv9ltOjv6quf3fp/1Z6V6Uz7Dtm2X0P+wZ1Yca1jKgQCIEQOCgBqzLfuMW46/k6fgqzTwIZDLDdtUUZ62MnEAH+smuAn4pzkFvPhdOFCfX3nU00MOFnLf5tj7zsb1ia4FvGxan/UCn++6W7MiDhQLPutovdb5LSI4xR008bFzHvTQBLTEdEP7Es8+xcOS1WL1Q+CQNl3Cl1Qt24c3hiiRECIXA6As4SseS090uc2uwMlv98j2T0051HNJ5hkPtSv2UjHzFDIATOi4DZd7/wYaWPlOm/fEpZ9KnLWKSshNX/Hp6tFM3ZHYNGzFsCPmK3lvy7SAJmfvtMokw48fJQJ2l/a0Vov2AZd2qevby7scFimb899Pb22GumIaMt7Sc4OSDPiKWGb0M0t7csQxKWttTy1vHJPwd+cB/aoX4v8uQew75qAiH70M4HcKDZuN7FlN7fVgGYZdwqo6ZGT28vVvzj1xJuHdXPq/sYj/QOk5t7mGFX3o6uHAZlb6nytqJkpIWpzJTd21Uqdh3seJcKI46hbTcopxs/7+R06e+sC/fUhX9Vdlx6nu1L9zOBdetOOTBQZ//OYQeLfWnq8Aji2eqUujHcVpnK7WXqhjSrs9IrLN35tLSX7+1qHR8hHbqF1+fWhVUCnkXrEKhjM6vytrOSXvVMfevPkD/5XPpues+8b9I3tLSvSpDVSr2OCSf88OudVA8tOxxxSc+q+jHCMNVhZeugsp4X5WMJtvRgyu8+erDyLoizp20XVv3Zxy5/g4vfWw+UVnvDHfZWl7fKth+n0rs3NEa3Nzf8w9DZKjhrq0ZYJu7q0u+p8Payl7FY2dJkBr4H+KS6+NLS91VW2MzxOLdkl0Mx+fVTdt4976D80urmKP9fUglVD8tYpPAWx9DqwwgoHt9473+vb+zchFUWw383f0xdKAN1tadVeWG69HvrGSNtzPldrcesVMre89UFdULYoaWBu3bHO7Uygi2Oh45f+yNvI41Med+SjKduP0T9GO0dptJMj/roHAhpeiqRO1yoW69U/v9caXVevRP/0J7zDXWPoKk94L8u91Lqq2Xi6nV/jlV4vgW+CXtFvCKQ9+oYfZ3xKP07E13jelufcPibTd8s38nh/vvKot6XERUCNzcR4C+3FniRfSB7DuwXnn8/u9/fx67jI16H4Jmt9tMWvVHZFCch7cPLw7eX/vjSGk0NdVlvlfpHoHrbujLT7ze4dSzq8mjKM+RnPOBHlIVAyCzrTuqlyrewZdwpP1dn9PTO4YlF/L+27H5CxEfvg8puJvnFypwVN/cwww5DLGd/h7j2MbONwMoNnT2zXb2T7xnKTNl9SF1YxvpXy3RAVBl7KR11P3eoMzzOblAXdH5x+UsVq5nyMm58zOfD7KTFz0K5v6vWIR7PFPbf17+vLL1JqZPqDb/SrM5K7wjTCpuycwAAEABJREFU+RyqvF715ubma+oBf7O0X0uwVaOst0pH6eXLhpXnGbTbdUBDffqwikPHTz1T3/oz5E8+x7v5heVXx6SMoymrK9Qt76d66P0aD5OeUT+c5muwzjs17kubDo+fCnNAYc+L8nmV8oilQYBfWPZdFFbeQayxUv/EOeKQts5KXVFnxv19zFetQMcs/4p+Z6WOWfGFw9+r0Dhrq8p6p3BXlz65XAhu6hh+dblV/a7y4ddByrhVBtUMEhAYbh3u8c+KNO2Kb5c0+Zb9gopPW1zGRqUsrdL5T+XLAJ53zztYl7eql7/6pW379XWn18+63EnZrqa98T3x/vf6xs5tVX32TN8kgzXKQF3taVVeBAHf20+sFImrjIMp8flOKHvPVxfUif4AaeDuXVKXvFtL68ix4+/pXGp/iPphMNnA9mjvMB3pHfXx3ctBndWmalvrcpHq77lnvH2FUuexL+ud8hzt7puWi/ZAWXqH9SnKaZHiVxj1VTrV6/4cy8Z9C3wT9vnO9UR41in6OvoYfWLNO7yqT9jTtsqOCeF/3HMGyCuPi5gh4AUMhcskoDNrdqWn3r51I5bd7b52nUgdXj9DZ9T8+xdGqAOiI2PvzsIgN8KYcRVGR2RpuF384YNTD6PD04WFfm+T3QyOnzsafswYjt/wHG5MHSgfH0IQ4ZXbLhqPf1IB+rPq8t7Kh1In6tMrplloL6e1ykg5oVcnda2nNTcMAPlQb5oZ0PHr9ezvVFwGDsq4VQRwH8nbix3+GfRyCF4PIu/qRHcbdh98qw7USXVzuG8zlZe6v09Zq/fCO6xr6SDFO1aC1Gn5K+vz1Ib/OgF+dYIwtvQboK4r81ffEO99bukI+tkwdWtbPN4ns4hjSeFzKoA9zvJV1o2K0IatNm2jxyc3lbuyVCZPnLYawqgzwijPrQGaB/6Fk8ZjlX973GKrXydxKjfhd6mwpW6pYwY0tvEm5M3lZ9aPoLk4kVs8flTdV8+8075lBgfLaa1SFgaKpIPAv9bjdEMdM/BNgFJXp9tbL9VrgtmS8vcsJ1b7NkjvO1TsymlJGRHkDWoQ2CrYvRUh0bPxVfZLI1TftS3b6six41+a3uEP74eoH759eGlnRlo2mdpUbas6ssmfewbm+d3lPReOVuc+tSwOVV5S70f/QxhhK+hG5TtnsGcM7m/0PN0cz/K9P2Zfx0qOPvtuC5BBkCk5iy4NXPYJOfXNYEm2/SzCd/2edmlkr5/GZeXwV1dy+4tstuLvlts5KCOFZixWCWkEB50GJwPreFje2dOsTmqk36kcNVhlPKV8XISl/fRXv2nrAPehCdO4dD/sRkQtK2SnfdgIKOxLNfavO3l24Jo0dGd5MIJtuXN3Z5d3nduRXlzwcW/W9kD5bWPPne/tc03Yw18nbg7v4CcdUOmSJrNWsx/7uyx309mc7226fm7dHIfQ+ZUDI8yew3RtpJ29vN0pswiWN945lIUgLg9lXazMlPTtEj6uOpyrIlBuysxskjrZ/eDTy83SXGnvftR9+fAudPdtdvvzLVvvz8RfOeCkXDx/juc1y8EgWxkblfQYEFF+s8f+nFXPMXDi57s6wzmOfa6lxTJMdXyE/66yGOhZl2d8bKHx3uoAiqOC3Cozl2YXafZbx/aPMPpedb3tXcLqWO1YPX6lOnT52/9tkA5HnHq7p4PocCX3hvZTbXPCtI/aXbOm8z1tmHZEeOVlRcfsh5ApvIGW+d641qmel8k6vM4Wm+HnlKb33zfI9ppVwoiBBfVLvle9/9L6PvWPILQqfN1aqdRnP6HXw6jDnkV77hxQe+rbYEXEB7Sb2iRtkDQqG+9Uu31r1X7P37HbGzv+k17v47wFQhoMZkm7dGjHtDNz9AZ2rfJb16YfO/45PduuH7J++MUU219GGr1zyhdf76J3ctwbprZVHdnU5mGvHV71nn5bRSRuz6DZ172bZsy3bT9Qnk5aX9X/UE9HfubvkG0XDqXEv5K0SMmX9K56lm+pZ8jTurrp27K0r2NirQ9EfnWl0OrGMvZSBo/75IX2Qd9ir8gS6LoI6ARdV44eR240Xi83ZdXs75LlgFOwg1/q7PnA6Oz3yI3KaggtNTWK6KRh+8c1rvZPzR3H96vAqz4COjfC0oSJ8nandBK5D23Wu8/kDo9mVHRsxjVTJ2bTx42frnU4+ynGOsNGd5nd3yvUhZ8sKuNOyas8y7s9ZiO9uODD3VLNuwBPLE5O1hl+crm3IZ86W3OH3BI4zzAjY6ZVuqTJrJWPRh8N9nAfYeWxi0BnJFxYe2/NMJnF9xymUXjPn2fEDcLoSHe2nkkgF9dSbaVFX6JrybUP7KrwOrbqYL/33XVh24o89HKzTFXa363u67D+/+zdS68Fz1rX8W3OwJGONHHiwKlBJToyomiCIZwBRMFEJGiOGrwgKuIFEbygoFHwjiLxEhMviUacqZFASICEAYEwIiEnkPAOCCNICNRn/3et8+za3b163dfq9dvp3lVdVV1d9e3qquep22rG6+EbkG6jGq8OK/4Rwnu9jDfBFn/vASfvRfkYy5SoCShLexRIh/RIl/D9nHuOUdHv7IHeTPd+a7MrI804y0G47LOJ+rehrsCi59k1BbQ+0LdiVgsFhrspxcqpb4Sg52Q3/XMUonR48HPf1Hnpemzqmdzk+ZzvX4eiEVEcjWBVYdC0Tutk+fVT3Sgd/TSiRLjtjLu7jjadyL+uOajH3S/typ/3aUZE89od3p+ZNcrgzrFY1KfiKk4vYxzV79J2bc/4/Xumetn393ntQvmSb98/TtavUwia1+7QqWYZys5hj8Xoqm9MMOXZ96+cepbTc6fKMz/fh7KjDqLkSJN6VRq9G+/ABrf8xd9P9cap37OyIA09TqaypV4kq/CTDvWY+ky+KE7C9ZNy8iX9YjAvHf/wuL2X91A+fB/Kgg5J7xdf36LyifdYFrWtytJc5pTVUSboZdBUdnF7hpPdjAjxkbtqnORTYZbKlPTa6K3eR/7w/pVT/uLQ3mlvv7oF1OHejBffyFLcwvTz2rKOZZJVxji1E1LnjA68nh9T83US9OuYT0xAZf/E2X/YrGuYCTw1AwQ16/yq27XtKku9vFXYIyz4LV5CjNGgMU02QjFybbSLQtX9lc1vbhfHbnLTbp09CK5G4WsAwgPhv7ot2T/dPDWczXg9jMKMU6U0ZJ9pvrW33PpdQpU8y3vz/nBQFAlg7q2eBDsNdnU7xm6URONY76VQU4pNxZ5Kl12gCQCmxHqn/V5pOlSho0yZ1qfM9niYRg7mFGpTBmtDppG0Xs59a06KBaW8hjXaoCxUN3blQAeHMujaaZMqSqbdZEfBiL+0E/ilyQgCNycBx4iEsuB6xfkaRGcARlOdctJsdI/C8Br47Z9nUSbeLj8YhHdhqsfSc+TJKOT4HAKUNdo1nnPYMfYdTn0bvgnTgymO9VmdKyXT1EXltPqzW5dsZLsLgNyUW0oB+3jeQz229F6Off9jPtdc67Aap4/bk0IHlmU9tVOtx+cbxnbs/FH2dCL0d9bDM8fOOPHOzUYS/pInZeXb2wPq96/s6AD8xuauLDbj3eGdGP3WjumEqp7u0alR3fbZe3me+v6V569tEWDUjN2Bq7rZOl/1lzTtPJtFvW4kXLvaLneHqdiU6p3DERZ1a+X1XS0Os1zUIc364ZAv7Ult8wWiqE1Nkb50/J699ryH8qHjXB2sLIzloL9na8uVh54vdZ66u19XU/uoI6e6GSBRp3pX1b3atck6Q/9XdWx2corNSpv1w4Gfb6J6qPuNXBvplv7qp701KERuqW1rDTNnd8+1ZB3llgJf0zIOFFW/NXbLfLzjGlanRr2O/UkJ1Ar3SRE8ZLanFHjT0nzst8wQAU2jXNNAETUdamxkahh2I0N+1oeC69pJsBiFR+7nOE2vN2uhx6Vn046u/XrJ1PtLmKthNDxjB4rOBw1IDUcw/Gx1mLHjZdoXxboGMTJYrw+1U05wrt8+5hr7KeWnxi9NBDN5qO46M2wSVt2W7EbiRuV9KTw/o/JmOLD3kzBilLhfL5k6J+oUXe/eNPipe8zGMLrb/QgNFJk1783aWp0c/V6mjphDBGSdS6buj4KMuPrpXRhNHxXaz3vpId6bBDSjGtVVB4aN8PY9x9phI939XoqCkTRlqbudasqPTj712FxcyoAOptHftGJKCUFv9OvXRkLGZRhzStWt67FLvP/O4RDTSN4o1Bv1M1I31nVjvN6Fup8SUP2+ql2Mynpz+nBQPuem6H4IfGYHHaxj2dAJp83Y9ygzGOSxLlUwomi00Xez737+vmkd4Ri6njrVXeMSMuEsP5v6Rvg5fWeWTdhkzrVTHar9Yz/mNEI6vlObmnnWUnzKkLakhjNjbdyP5tLxL6Vxyu/W5UN9p4PPNzKVvu5mqZTO0H7NNBtiqhwa1a3tozZPx/xSGRSfUzq0V2bKuXaqO8g/7OM58vOtmDGwr301SKLuqeVljLtea5+uKev4znVc9DTgsdSe9XD7TN96DUOWGWcrVf/Yn4RAFeKfJMt7s2lqlApi6bQ7ZB0BZ+e2dA8/ce9NwIoAFEgjkCuCXjWI3lq9vP2hhD09xfLe3ZZMFfj3DAHmeuSHYAdfUiDHxs0onV7UfZERVowU9nAaO6NS/bqber/9bB1FnMKoMteodv99JgHWaFYNVxvZ6r7WbnaE6fs1PCEK++o2Z/cuLYcgZPYw6hHspgSDHqabGjVKbr8+xLRe3UhYv8eIuLNfz5nSRXll9jCEWGWgX3eT4EFZ79dM+VWW2dec0lkbXcLxyHwpHqNvhKKlMPzMaCHMsfdzrnwYmaeY9nA4ytcHAa0HKKaOQT/lU5xejDTOCWg13Fo74WycwTJ1r19KGN11CJlqOLrXa0tpxhFd77qG6fZb12OXeP89b4eYOlC9536Pb9+oqnLX3ZZMZYsSoH7s4Qi5Y+cnP3Uqs586ldQV/fpapvpfm1OfRxkdRxir/2j/4ebgHTZjd5hyPCqmO8/BoqNSZ9Xg/O5yqm3wTfsWvKd3gYcL65l1mHdn9SKZol8farqfslTvM3W+Xs/ZrfE1I0v7qJ0kL/zCEPjS8Q+PW7y8h/LhHe+r72RCGzJ28miLdIjwr6cyoT3QbrGTjWobX8NO2dWtZODupzzVGYrdXTlRv/Zrpg6nNXW/sKb025eEfd95bVlHJ72O8p4u3/CUjNH915rkxloX/pZ241zb1bxyPAsBgvez5HVL+dRjvraBnMu3UXwjUhr7Q08jf2O84qtrwvkTetYKe8I7KXe1sprqkRfu1FOeCUrMHpdpoSrHfj1n6oip0+Kt5Ztq7IxyWAdIeLP2UwVPWJmL9xrueFq71p9FkDukU8F9GiaNLns/CfprFDr3Htuo6cyoUy4Jdl/aE7Bg4l5ncihfcz9PZeTdaESPjlBM2a/lpPvNmUaWlInq7/mEl+o2Zfc+CLVTfqObfJjCOLpPXY/T7nVuXJQAABAASURBVHDEcyrslBsFm5DmeTb7MUWXgjaGPfZa/Ljtu5/iIt89HLsdu/v1kklJWPLnd+t67FLvX94OPc0e8o31+ygDBPx+vcZUL47fgmmmFKGl+73nNUrKUhzH+FGy1ZH1XgoTZai6LdnVFeoXZbOH08m/b5d1Yd2rA4B93znOmPI9r2lfdGZR0vbFv9bfNPnx29Jxsya/8qDO1T5qJ82kGdN26fjX5lO4W5cPZWptfSe9ygRz32mGkhlQZCBT3C3D8Kx99x3qT8EdN8kz42jts3yHvsc1z/UdX1PWwa228WY2Krtr0roURseI/QF6GHmaW57Qw8R8AgJR4B/zJVMqNML3lHqV1zj6N67dWZNeyh0lr4dV4dvwpl+f0ySMEkp7nCrGcROX7tdNnSembvdrptH3tQ2Q8Lc8CeX1+T/eLjQQzTjosLaLsNlvoiSvmd5vpL+OyPX715hTjTfFWBlZut/SCCMPPYx3bmfkfl1No9S1c4ZCRcisYdbYPaOGI8zW2SnVr9rxGQXY6j/ap9bjjmGMuIwjnDYewnMMO3dNMSBo42P6vBFGHVRz4Q919y2+vLzsvU2aTbnsAeX/0E7Cfu+Ueet67BLvfyqf+9yUGbM2ajijZBTr6rbPrl40mlfD2YhNPVrdxs4bI/WUpRrmGnZtWB05VMbVkYc+W8fFT5ebdISsmS2k7fOtlVtnrcp+9dTh4fuobtewawfMOqrP0mbriNRJbo30vg6beu9ov3T84/OWru+hfJCRltJY/cYyUv1uYTdAUtviY74v5WqcpTGVl2vLOkb8azrUabWtqn6H2HUCkPn7PXOzG7p/zCchEAX+MV80Bci01ntKPWGL0NXTpNG1eYgp8Yecdvn9jT2SZhJ89iloLdhRB2F0XNdoeqcKci5CQpiz+xPUKLP9+lRTfrE0jdvUTeapcfb7CVFjz61R1WM6gwiZhM0eN6VXuvv1nKkn+Zjn9fhsnFVHewhU1oR1/9GUZ9P7q7sNcTSu1a3bR0XXTBejzYeUYWGt1etxMnUOiYt96fzF5mnpRTPOdnjuKFwot2d7wBkiOlbQVA+qDz9Jwun/leFb1mOXeP/HUFEHjnXFuFxjbbzuo8j38Pji3K+Z9Zt2favTSHl9tg68QzrU+r3K5E/1izdzrFvenN8ZBP5jlfBT69Z3CTnwQifNuMyIfGkk9/+2uOSJ4mXtts7MTzW3Q45Lx782LbcuH+qHc858WpvvqXB+hcZeEd4pGWhkM3WPDtI6Su07ocRPhZ1zW/NNavfH+uvSss74favTKN9z+VjrLo5xY8yxPV8bV8JtiIAKdkPZOUtW9CRTopZOwsfPlaexc1u6h5+4y21HW1XgBNcagV5NoybV7Zp2Iyq1YpZfU+Js3nPISdka1/ebXnepvBg914j0+I06+Xmzfl3NnidmdydYVEW2u+8zTdVVCWP011tgIxXWOlHeVPymiVk3fc5v1PsZy4hntccffBDICJuH3qgxqsL8ofcbfTClvd/nXeh0YXa3aho1NgLf3QgL45Te7sccyxplw0Zeh5RhYc0MEF8/KdG+kX49Z3ofGM35H+NOWHbWe72/en1Lu/KgM+2WaXh9dvvnHflOmvX1UK58o97pIeex9dgl3v9rRg78RzhXR9Xbjpmp435lbV9dMc5y0SFI2Hf/Nc9xlgzl/ZgOR2X6mO/YKPoxz7smo6lnmQXz55uHToRmTB6UvW9rPqZ1KxOWGWjjlLXmvHhcOv7FhxfPW5cPitwx5apk4SCr+s/SOEvk/JqQX1qwzFE76pvWKeOd6khfEzGZp4Y7Jj/y774az2hXh99a1hnTdM7rNd/MOZ+XuO6QwDmVgzvM3maTRHmnyNQM6m00alLdluzisGZdBb102u2y7kC9FOcj+umVrdN3NdDjFPmeL500lMV+rQGzSV2/XjIx1kP7n1og7E0BM8XSb3CbdWCkYk0Pdrv9bg/5u3TizOywZo7Zn+WdeDf9uprepXfa3WyA4ydr+vUzmGawUEx7Xk3Hoyj061ubviMC/a3Tcerzc/86ApTz8XvVeUnprTE8en1Y88JuidHYKcK9npQTHfTV7VHsfjHFbCht2r40U0BsLGqWmQ4Lv25Chlm679LxLz37Gn5rysc10uHd2OfHXgy+SZ0yZCSyjp8VtcywtifXSNO9PWOUdaY6DM6VZu9AvXCu+BLPRghEgX/MF6nB83M1NfVr1yDXe2J/eaE4+DmtyuIPtYupXT7tPK+Rbd6vh2lj43t49Rj+GdW1oZ+ppEZzx57hIfju0syAY6cW7yK5omUcRbvUo63FtelZj9878W76dTe9Q++yX1P6bcCoQexuMUPgTgg8TTJ8f+OMC6P7FIUKwS749frR7fKn7X70fCylXxvwh1sAnS//tJnasGYsHuRQo/f2zPETY0uBLx3/0rMv7Xfr8mGQAX9LP+z2/ntahr2bZuw9fL9mD+4NuJEAymHNiin7ZutVt3PZ1RnKxrniSzwbIbD249xIdjeVDcojhaRnyqjG7+4Xd2CuXVag0dh3GqG+ZJb0Lpu62p9hFGGqh/XLeoA300iwDoC3y0nj85urddtVkWxOHw4CrXT8k+bz6XZqDPRy1+nizfmuj2t1Nli//v8GEt6NXvDq7B16l93NDuo/0S9WmnZc31c+1/jrtBk3tluZhJODKVv13agrbjE9+eSM3CCCx6nHbgDnyEdOzbigAIybxf2OFr86sBlnOcRlNpllU/YWMQvAt3uWyFdEYhRN58WKoA8fxBTnb2i5sPeHjcvsCaLTdUnJ0+bp6K51doti8rh0/JMPvbDjLcuH7+BrW/4sCZxbQti8Xw+7q/vJv7/Rriw5NPPTzvKjUtu8N3vU9lQmL6lkkx0skfWcnCGwIxAFfofi4Sx20aaQ1IQTSow6Vrdr2UfBhLD0KEqC5QhVUbYG/4sHcNZuWa/XnSn84wZ43a+b3sW/bBe/uZ31sK7SWjK7pBJafIcEHT/hYj28TX+s+av3nMPuHRESalzHNgympY/TQcVf476knRBeR3eMwI+cv7IlwLtsxuthn4F9+xWM01fx0YC+RvCg/3QyUZpq8gld9Tr2TwiMZfiR6rFPcnDk/+E234GlPtWZwluv19oxrOXtl9uNI2cCsF9GaF67Q+enddM7hxMtfkFBHfvlLR57jKjD/ZpCu9wdtU7haENVo2vsh5zuUbfXezCt189gN8igff13LbOUPVz8CoH2T6dNc353aFf+VHOhUDZj73Hp+McEbLV8WONuoIQsUvNshiHF/rc1R8spvRf1gH1BvEOdMr7d5r3qsP9BDahzR7zVbZ/dFP99bbL65ZqyztTz9uVjrT/m4+DE2nsTbsMExo91w1ndXNYoIhSSmjGVsJ9sqW7XsmuMrevuz1Mpm9rcr+/ZJATYUEcl3NNp7TTBs19b90XJ7td6qgkm/XrK/JLmSLFsxu4gyOCi9/oHmytF3fOb9eKHhtaa//ogo9T7GsMavtst2ag8vHtloPtf2rSLet2MjqJdN6uz7rtuJGfd95pNJEcBwyZ4hMpL5+eS8VPEjCTXZ1Bm6vUau/0brJ3/0Rb437STQN6MTR3KsLLcM/VI9VhP8zlMZWas35amtC8987c3T0JoM14PHZh2kn69KP90iFYFidBqyRGzBDvK6vlf1e6sHXrt8sWGXMx+qh9rfaxTUN3S/deaOm/Hb2ysW9bGtaVwOjEsJdP+WVpGXqnvXF61m8d2/l86/i2WD9/XX27gzcxqxuuBo315fme7UtfbrE6d0C5POnz3OpR7JDq5dAj06zUmuUzZWQp7C1kHs6U0ndPvms86Z7oT1xkJRIE/I8wbRPU/2zPr2hhCyt9vbhTEZlz1MJphWlt9qBFraapu++x6503RMh3LqLheXuvp9t13qr8ZDXWKcx39MXpko7T+DAKezhNmdxtNjeJXDI5+ZudvNbfagLXL2YPy4Pd0ZwMc4WGafr3NCBdlt7qtsX/BEMi7VwYG54td6mwxCl8fYJkC7txMw6w74/5Qc1wjQFuHWd+rsmf0od1+0PEXWmgCj44G6+5dK0fN+eoHhXScrWN9o9GwtYkhNPk2jUhS3P9cu1HnRjM2dSjDynLN1CPVYzXdp9gJwEbfahzHTGn3PdaONfH5JiyDYX87Xw3u49KYr24+51gapqPSpmktut3heZai7Rya5WfaqXO8Ga+HOli5f7044J8ZW+qOfos6Rd3Sr7dk+lk4M8e01zrAtI3e+748YmITu68fAv6mdl0VtEvH3x63+thi+VBObWhcIRiN1756R9V9zu59aRvm/Lu7jmTyXb/WaWD6fb9eY/oelZF9Ya8t64yb45LDx1mK+9I85a8OMlOh+o3Pqn6xPwmBKPCP/aIpJDaKqbkgOPyH5mAEoBlXO4wkj8KQzWz2raeqCaTsE7JUzkY9rGs2ne6YEeIa7xo7gfK/lIAEECMBnAh/dSTdtDEbqfGbO1W6KvDqb+QSp+q2ZHe/xmopzKF+1pn6CZh+H9Z/pF+sNI1K6Z2vwTE5JG/13mPtyhshvN9PKSWM9HLE7H42KlzTcaIjpyq74viTLRLT9pqx6vCzO3+8hVRudSKwK0trhaF269mPcaSRUnWIAm400UhqT5gypCz1662YyrByVfPzSPVYTfepdhxqmf1dLULLfpqx+qD0K/v1BlPldRBUN3adckb76nIPI+bf2Tx9U82YOZadtYX/ogUx2teM3aFOqMo6DwroWK79fOAhgri2Y5w5QHGxOZhnbO0kc1D4tNd2ktfBd0insDrXDKk5LpeOf+65U+5bLB9GwOu34Zu3VwRzisGUm3e+poPaDC7ff43DUre135dvS/h6/5zdd6yd6v6XlnVGpVqHxiGd5D2do2kGYOXjW1EOx3C5fjICUeAf+4WrYAk8dSqxHJnubTMYFZbrY08Vst1hCfv74pAWG5vUTWo05nrm1yo/Rr2NVNZnqex/tjpc0G5Ke53OZ+TNyOMXtWfqKW7G62GUiML/ejHz71PNvd7TLl/Ga25zJ2Z/u3mqvJtxtkMj46fUaoR/qV2sVeYotF8zhPfujbowm9fVDsJALfvKu9E6AklVNIyqjr3xc4kUp1Gh6m/N7JdWhz12wvs43fh72z1TSktzvsoh/zj0hylXNplSzrrbnElo0pFGmephzCYZp1h3v0c2leFHr8fOxd871jHX4/Ptf2O7WKtMK1umStd6T/1qqnyLZvLQMfofBx/fktlmdcnOEGT2UhpsDKpNrIFM47Yk5NWt/PONWh9fnF6+sF1Y89uMVYc6yMyBGtiGp1sVuk2vNjW651fHc61/u/ucqbO+lhGbbtaOlUvHP5euKfctlg9KJnml59d37rvp1/tMssM37Qv05q9+HWWFQ74v35YO1bfoFo1ryzpmbtVBAvXVr19M4TpP9W2NZ/w+1sWSUJsjEAX+uFdqCpBGSkXnZOd2XGyn3UWRNJ3V1K4aE4HFSKIDkvxDAAAQAElEQVTRQ4p49dtnN3JIYPfbvHrW11bmfjf0/wyRG70wbXxfHCo7Iy0Uix6FzgAdFBrN7rZkSjdlYynMkp/RXMp5D6NDwfSu39cdmkkANbWsWRcPFflYJgg11o4v3tg8va9/1cypkXH5U+aa91GHUS4CMrY9Ah0tpj8qx91tyvRcG9qMjbXRXe9+6p5LuhEG/mt7QB2xM43elHcj8c3r9ZC3tcqmOG1sVZemqCf/fYtJR04zFg+dXd88hKAsrFl/P9x21kudYPJQI9XRYPqq91rdq52fDozPFEeMvqddK+PN2NyhLN+yHrsWUB0y6pq552lbjFJXf8q0mUpGtav7aFff/8PmONZh9hpRzzavyUP99I+aD+G7GbtD3akzwc9cKZM7jwWLab02BNUG1WDqPnWYzrrq3u0/0Cy+2WbsDnXmnOKwC9Qs2gx1Erbt8vXQZpgV57t5ddjYP7MLdH7XbGm/7MlT3absytFfHTzMVKsdApeOf3j83sutlQ97UljuVTNuhp1vuLpN2Snv2lcyxOg/d7/R/bETT3nZ1756lu+oflvjM+u1usR363vv7tIpvZeQdZTTKvOZhXKOJZCWOZL7eh7Un5T4fh3zSQkQTJ8065vKNmGHkK0HsGZMr50Kz7TQf948VARzlSrF2YYyekf9RAZh3xSgdtu7w6jMt71z+dwFgd6oMYHlc64vL3+nXag0TSdu1ncHYYxQRjgjpFVPaR8Fg+o/PkenxRqhocZR7Sp8o2/dTaVJcbFzcXfzk3Cf7RcLph1QKQI1iMr8fzcHU/Kb8eHwboz0mFL4Zz74fuJgtEJHxSdXx/03NZYCVu9WNqzRND2t9sb3MBo+gqmGttYb3gGFdRQA+n2XNi0jqT8Np8PFTxYpV55NaFb2mK7XnIR3SkQN6/swMq8s+66qHztFyGwT5VVYbk7Cg3vmlAVhrnXqDJO3+jwddN/VHPTyN+PdoZz5nild9Z0TvihG7wJv6OLa9di10Nn4qH6n6jedOMruXBoo6zbsrP7aCfuFqLf7d1b91fM69czwqO7aKd+Vera6j3Ydx35RRd1S/SzHMuPGbBIdA5S/6s+uDjVt374T4tEmcK/n32wXSx1qvlUKvm+3BX09xGtWm/pv7vs3W007ZonR601v/3RkjPsJvHkxHv70PtUttSNVHajc2DgQu6lMagfVl3V5GuY2ehVnv4f9kvH356w1t1Y+dG5rR2v+1QuWnUyVdeG0F9oG95EduI2npQ+jm2v1q72a6vetvOg01YaO9RF5RJ1jds5cnOKdOq8p65CzqyyibqzLzqbSt8ZNp2kNp/4jX1a32J+QQBXKnjD7m8oyAcFIsUpuzJgK0TRpU9E0stYF6S10mtZHudGjRyjX8zpVLgh/pkN+YYv8p9s5d6jA/nTz1BA3Y3d8utn0HJoap5OAAsmUFkIZ4awF2R0EIYqP5+4cB8u4I6xG4EdaGA2svBEgNDTNafWhwpfOfgOF1uyAfm165doZAYTf2iMrDiM0lCjTmeUfBx0VlGfxUvArC50F3o97nRozDQP7sSeByFRY3GscGuv/1hw0sARwaSMIa+CVEyya9+7wjr1r72rneGWLUUKc+2P1rFuL2a+lTadTv15r+vk/I/E1vO/i7zYHz/QteW8YGZGhGFGGR2H1O1r42inULm92+C7MyKmCk8SYwWPGQc0TIUFHnvwK009KmGUuykh326J5zXrsWvyUUd9yfZ6ZVsqz+tI5Tv12jxFs773ep45Sf9ggUQeZ70B9pn5Xf2qLanhljlJOqa7uc3bfrTZDuRzDEGj/R3MUp/RJt1P51r5pC+074Xttwd4d2jAzvWqd+i7A2wUFn6L/drkzlH28xm9FOnSEjd+/OuSftbv3Pa8FOfK4j9t0Vv/bISnaE3UzZcOoujLiVF60+9pB7WG9TZ1Kqa9u7JeO3zMOObdUPpTnfz2Ree0CuZBs4r14d75xsovv8u+1e3p5J6eN3zZZpQWZPHzfZAcyRA8gLm2o9HT5Q1lxTTat6/T7PfvMa8o6nkXmrGkyI09HaXU7xG4vJR2i/R71CBm1X8d8YgJTDdwT43j4rBPO9Gb/sZYTwnczJg/ruo0SOI2sTgZ6c1QxU0JUnnaEXyO4G6mwZthmG2/R7Aw/D6OTgFDIpHTvPN8sP9ZMMwpG5bc5vzs0LHqA3zm2CzMH5M0GcFOjNC3I7EEAHSvhHphgekjlSfkm8GHY4+imddryjwOlyrTv+j26R6eLTf0Ih/0+u5Eemqd+bzU1ihhrkKs7u4bUyJW0EYQpxdzrqXzZmd+7ru63sFMkCIRTzyZAyuuU35Ib/pYLEPanwhl18N4wMnOkvrse3r1mJ2jYu9utTYKT9I6zdaSr5slMljFPlunoHBkFNfdu8VS2r1GPXYudDkKKx/g837v60mmzwtHf+zbaPtU5bJaGMuE7UJ+p38f7dbQqc8re6Ld07Xl+TcL3PRfO86Xbqd6fC0fhsKeJ9fB+h34uXHcnKAurDlAXdPdu7vtWhNNezt3P/y7OMyUCL0vl1LdjlMqXTc6UEafyQgYZw1muYUnPFO9Lxz+mZd+19GypfJADvnsi09oAsklv63zjZJca1PdtA1md3tXdN7I02GBfGB2IVYl3v/LS5Q9lxTfOvZ//vVl0MDdj1aH9v5asQ3atcq9fUJiScVclvAWyDMhMlWZ9PSyLNUPz9SL/npuAj/O5CWwv94QTFZxK1vRvlesxuXSf+zW0f61FQGFrxurDNFs9hzYfWnuThtsIidEbPyO37z4jLn6/1EjMVFidDjhM+S254WckZwxDkPTM0X3pWiP1B1sAPJux6iDImG6vQTSyVJUtU+j9NuuqiPYE0rCZ4qjDxzq4PcF33hp6I3B6xXeON7QYHRw35pMc5WJqNIffmlN5VPYJEzpv1twjjHftHveKg9s9nUYodW5NjbrMpVNYytRWd9Key/c16rG5Z1/C3QyiKSWrP0udPTVipD5Wpk1xXdOJKz5l/1uaxZR2Za5ZDz4894vbXZ59zEwaaZUG9ZWOWYpXi27VIayp20aJjSCvuqkFkk6zBLRlGDSnzR41Y0baTb3+uuaIezNWHdoebZARWXHM3cTvkvHPPXfOfUvlQzn9iy2jvm/2Zt17kAndQ8FX5g2oYNJvpNQvyV/CknX6/f2+OVO6DGqYGaAzci7clPu1ZB0DSj9UEkCBV38Up4OsZOE6A/QYGfSgBybw4xCIAv847+rQlGrsVI42/rA7t8bRtEOjaCrCGp+wevZs+GEKpfDucz+/GvYQO+FLj634KNp6TU3JqnFovK0tFk5ngVGLQxp/U600AAQt07xr3ATRqdHjGmbKTtgcR9op9NaAa3Sm7llys2mLitxonlE9ea7hMVExe0c6HXScYCeMdVVjWkxF1UvN/9Szd/joGCAomzKv06DGO6ZPA2pEq4a5pd0It3SP78aGhIco3lN5EKcp8hRe69l0qvhW6jdkBMHsF2s37ZdACXKPe6fivAc3whdBW3nr32b91uVJT/+3tsTaEFBY97TLpzt8i+qnS9Zj14LqHVOCvqI9UH1cy3FzelFfmrbJPp7qZaOORrrxmKrL1G3c+avP/0GLxDObcfShjvI9mRXiHagnLUvRsTmm37N+sj3JtHU7VputJA2nlF1Cuamwvutvb3GLvz6XnRs/YYw2G4lrQZ/u8K509uHe2xN1o/qkw2Dn9p9fXl6+oDlqe3Sau7ddLh7CXDL+xYfPeG6lfCjHvm+zMqfaBNknG2hrvVtthz0h1Av8tBfaRnanusTMG/alEz/fKoXfTAB1SA+vrIjXRofSpf1VBrr/Iab7lDPlTfrlQ35qHKfKOlhYBtnjNANhDYMevprkV4M/3e0UGbTHEXNDBKLAb+hlLmTFtHBrmEzHNhJhF08VSz/9xqSpk6YzGZ0RfiG6g73EZ0MUyo3exP5cpimXNigxUk/4OjjydgMB21RFFbM460npbkEOOlTC0lTj+bUtBlM6m3HUoXE0fZXgLM81bkzswOodUdjrAyiBpuHX8IRj8dVwlhtoMGs4z6thluziM4pNuB/jWUrfUpz8rGmrafoTHC9wUtbVZ/VZ1uxT7s/xOI0/QcIIgG+lfkPW+lnaYPM8SpGwa595Kp9T71fe+repHuj85EmHhX0oKEr78mOZx+9vgfr9zLnyN5ZVUyRtitZu33sIJ7z4ncqq+Pbe2AKcyuoS9dipaTrmfuWTkq0+ruUYTyPHhNiGa/ZQT6uvp+oydRt3/sLNRnKkh3egnrTZp46lMf3KsBGvv9LiN2quXmvWkw/1sL1fTBMXf30uOzd+wgi79oG+Edz76RvyLa25/5h3L17xe05/JlM6+I0nd/79dJ/7x3DjNe69PVE3qk96HOzctDX2rBF2vH/ftXv+/8vLizjEJc5T4pcneetxMOX9ZeWfd+7dKwOf3+5RJsThZOfGTxhhW5BVhzSIo5/SKK2rbm6Bjrl/rk2QBvUt5t6td9AesTt8mwYqhOsneXIXYMGiTrJB8B9tYdQh/X7vVTtkOZp0Ne8X+cehh5GmtW2A+6Vb+uXDvT0e5imyjrid4rZPALtTXaWzg/2QU/2mU6PfYyDH4FK/jvnkBAi8T44g2Q+BEAiBEAiBEAiBEHgmAslrCFyAwM+2OP2KUzNeD50afh3n9eKAfzbxNOOo32JGrMGlfh3zyQlEgX/yApDsh0AIhEAIhEAIhEAIHEQggUNgjoAZSH2ZoZF9Mw9NiZ8LP7pbgmKpZHe3x4A9PPp1zBB4iQKfQhACIRACIRACIRACIRACVyOQB22YgHX9dfmmJZmW3q3Nsj0B7PnRw1v735cQdLeYT04gCvyTF4BkPwRCIARCIARCIARC4IEIJKn3TMA+BzZb7Gvz/ZScPaiMxu9Ltw2K/WxfD2v0/V5+8Wdf2uN/RQJR4K8IO48KgRAIgRAIgRAIgRAIgVsSyLMvTuCz7Qk2iG3G62GTaJtIv14s/LO56Je9+duF369oZPT9DUiMzxGIAv85FrGFQAiEQAiEQAiEQAiEQAjME4jPOgI2szOCLrSfwbMWvo+scxtPo+9f1xz9ckEzXvxaSEbfkcj5gUAU+A9I4hACIRACIRACIRACIRACIXB+Ak8To5Hzb2i5/aV2Ov5s+/db2zl3+Hm8L3/zNP3+m5rdz941I0cIvCcQBf49j1yFQAiEQAiEQAiEQAiEQAjcI4HHStMPt+T+43Y6fkP79/XtnNqR3s7z39L86GXW0AtnGn5zyhECHwkoKB9d4xICIRACIRACIRACIRACIRACGyJw5axQxr+jPfP72+n4TPv3B9o5Hl/ZHH5vOx2m3n8vS84QmCMQBX6OTNxDIARCIARCIARCIARCIARC4BMCx/z/+XbTF7XT+vdPNfP72jke390c+Du/ptkzdb5ByDFPIAr8PJv4hEAIhEAIhEAIhEAIhEAIhMAZCCSKEDgPgSjw5+GYWEIg0Vh7ugAACZpJREFUBEIgBEIgBEIgBEIgBELgMgQSawi8EYgC/wYiRgiEQAiEQAiEQAiEQAiEQAhskUDytB0CUeC38y6TkxAIgRAIgRAIgRAIgRAIgRA4N4HEd0cEosDf0ctIUkIgBEIgBEIgBEIgBEIgBEJgWwSSm3MSiAJ/TpqJKwRCIARCIARCIARCIARCIARC4HwEEtM7AlHg3+HIRQiEQAiEQAiEQAiEQAiEQAiEwFYIbC0fUeC39kaTnxAIgRAIgRAIgRAIgRAIgRAIgXMQuLs4osDf3StJgkIgBEIgBEIgBEIgBEIgBEIgBB6fwPlzEAX+/EwTYwiEQAiEQAiEQAiEQAiEQAiEQAicRmDi7ijwE1DiFAIhEAIhEAIhEAIhEAIhEAIhEAL3RuAQBf7e0p70hEAIhEAIhEAIhEAIhEAIhEAIhMDTELiiAv80TJPREAiBEAiBEAiBEAiBEAiBEAiBEDg7gcdR4M+e9UQYAiEQAiEQAiEQAiEQAiEQAiEQAo9D4GkU+Md5JUlpCIRACIRACIRACIRACIRACIRACHwkEAX+I5Mpl7iFQAiEQAiEQAiEQAiEQAiEQAiEwE0JRIG/Cv48JARCIARCIARCIARCIARCIARCIAROIxAF/jR+17k7TwmBEAiBEAiBEAiBEAiBEAiBEHh6AlHgn6AIJIshEAIhEAIhEAIhEAIhEAIhEAKPTyAK/OO/w0vnIPGHQAiEQAiEQAiEQAiEQAiEQAjcAYEo8HfwEradhOQuBEIgBEIgBEIgBEIgBEIgBELgHASiwJ+DYuK4HIHEHAIhEAIhEAIhEAIhEAIhEAIh8EogCvwrhvzbKoHkKwRCIARCIARCIARCIARCIAS2QiAK/FbeZPJxCQKJMwRCIARCIARCIARCIARCIATuhkAU+Lt5FUnI9ggkRyEQAiEQAiEQAiEQAiEQAiFwPgJR4M/HMjGFwHkJJLYQCIEQCIEQCIEQCIEQCIEQKASiwBcYsYbAlggkLyEQAiEQAiEQAiEQAiEQAtsiEAV+W+8zuQmBcxFIPCEQAiEQAiEQAiEQAiEQAndGIAr8nb2QJCcEtkEguQiBEAiBEAiBEAiBEAiBEDg3gSjw5yaa+EIgBE4nkBhCIARCIARCIARCIARCIAQ+EIgC/wFJHEIgBB6dQNIfAiEQAiEQAiEQAiEQAlskEAV+i281eQqBEDiFQO4NgRAIgRAIgRAIgRAIgbskEAX+Ll9LEhUCIfC4BJLyEAiBEAiBEAiBEAiBELgMgSjwl+GaWEMgBELgOAK5KwRCIARCIARCIARCIARmCESBnwET5xAIgRB4RAJJcwiEQAiEQAiEQAiEwHYJPKIC/yvtdeR8eQmDMEgZSBk4dxlIfClTKQMpAykDKQMpAykDWy8DTZ183OMRFfjHpZ2Uh0AIhMCmCSRzIRACIRACIRACIRAClyQQBf6SdBN3CIRACITAegIJGQIhEAIhEAIhEAIhsEggCvwinniGQAiEQAg8CoGkMwRCIARCIARCIAS2TuARFPhf015CzpeXMAiDlIGUgZSBy5WBsA3blIGUgZSBlIGUgecsAy+P9PcICvwj8UxaQyAEQiAEnpJAMh0CIRACIRACIRAClycQBf7yjPOEEAiBEAiBEFgmEN8QCIEQCIEQCIEQWEEgCvwKSAkSAiEQAiEQAvdMIGkLgRAIgRAIgRB4DgJR4J/jPSeXIRACIRACITBHIO4hEAIhEAIhEAIPQiAK/IO8qCQzBEIgBEIgBO6TQFIVAiEQAiEQAiFwLQJR4K9FOs8JgRAIgRAIgRD4SCAuIRACIRACIRACqwlEgV+NKgFDIARCIARCIATujUDSEwIhEAIhEALPRCAK/DO97eQ1BEIgBEIgBEKgEog9BEIgBEIgBB6KQBT4h3pdSWwIhEAIhEAIhMD9EEhKQiAEQiAEQuC6BKLAX5d3nhYCIRACIRACIRACnxDI/xAIgRAIgRA4kEAU+AOBJXgIhEAIhEAIhEAI3AOBpCEEQiAEQuD5CESBf753nhyHQAiEQAiEQAiEQAiEQAiEQAg8IIEo8A/40pLkEAiBEAiBEAiBELgtgTw9BEIgBELgFgSiwN+Cep4ZAiEQAiEQAiEQAs9MIHkPgRAIgRA4ikAU+KOw5aYQCIEQCIEQCIEQCIFbEchzQyAEQuBZCUSBf9Y3n3yHQAiEQAiEQAiEwHMSSK5DIARC4GEJRIF/2FeXhIdACIRACIRACIRACFyfQJ4YAiEQArcjEAX+duzz5BAIgRAIgRAIgRAIgWcjkPyGQAiEwAkEosCfAC+3hkAIhEAIhEAIhEAIhMA1CeRZIRACz00gCvxzv//kPgRCIARCIARCIARC4HkIJKchEAIPTiAK/IO/wCQ/BEIgBEIgBEIgBEIgBK5DIE8JgRC4NYEo8Ld+A3l+CIRACIRACIRACIRACDwDgeQxBELgZAJR4E9GmAhCIARCIARCIARCIARCIAQuTSDxh0AIvLxEgU8pCIEQCIEQCIEQCIEQCIEQ2DqB5C8ENkEgCvwmXmMyEQIhEAIhEAIhEAIhEAIhcDkCiTkE7oNAFPj7eA9JRQiEQAiEQAiEQAiEQAiEwFYJJF8hcCYCUeDPBDLRhEAIhEAIhEAIhEAIhEAIhMAlCCTOEOgEosB3EjFDIARCIARCIARCIARCIARCYHsEkqMNEYgCv6GXmayEQAiEQAiEQAiEQAiEQAiEwHkJJLZ7IhAF/p7eRtISAiEQAiEQAiEQAiEQAiEQAlsikLyclUAU+LPiTGQhEAIhEAIhEAIhEAIhEAIhEALnIpB43hOIAv+eR65CIARCIARCIARCIARCIARCIAS2QWBzuYgCv7lXmgyFQAiEQAiEQAiEQAiEQAiEQAicTuD+YogCf3/vJCkKgRAIgRAIgRAIgRAIgRAIgRB4dAIXSH8U+AtATZQhEAIhEAIhEAIhEAIhEAIhEAIhcAqBqXujwE9RiVsIhEAIhEAIhEAIhEAIhEAIhEAI3BmBAxT4O0t5khMCIRACIRACIRACIRACIRACIRACT0Tgegr8E0FNVkMgBEIgBEIgBEIgBEIgBEIgBELg3AQeRoE/d8YTXwiEQAiEQAiEQAiEQAiEQAiEQAg8EoFnUeAf6Z0krSEQAiEQAiEQAiEQAiEQAiEQAiHwgUAU+A9IphziFgIhEAIhEAIhEAIhEAIhEAIhEAK3JRAF/hr884wQCIEQCIEQCIEQCIEQCIEQCIEQOJFAFPgTAV7j9jwjBEIgBEIgBEIgBEIgBEIgBEIgBH4VAAD//ziGFnQAAAAGSURBVAMAGWePudhNIXIAAAAASUVORK5CYII=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592924" y="1346519"/>
            <a:ext cx="8741826" cy="213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just"/>
            <a:r>
              <a:rPr lang="pt-BR" sz="2000" dirty="0" smtClean="0"/>
              <a:t>Repetição de atributos e métodos (3 atributos </a:t>
            </a:r>
            <a:r>
              <a:rPr lang="pt-BR" sz="2000" dirty="0" err="1" smtClean="0"/>
              <a:t>Cpf</a:t>
            </a:r>
            <a:r>
              <a:rPr lang="pt-BR" sz="2000" dirty="0" smtClean="0"/>
              <a:t>, 3 funções </a:t>
            </a:r>
            <a:r>
              <a:rPr lang="pt-BR" sz="2000" dirty="0" err="1" smtClean="0"/>
              <a:t>SetCpf</a:t>
            </a:r>
            <a:r>
              <a:rPr lang="pt-BR" sz="2000" dirty="0" smtClean="0"/>
              <a:t>);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Repetição de regras (vai ter uma validação de CPF para cada?) 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Trata objetos iguais como se fossem diferentes, o que anula o conceito de Programação Orientada à Objetos (Afinal, todos são empregados)</a:t>
            </a:r>
          </a:p>
          <a:p>
            <a:pPr lvl="1" algn="just"/>
            <a:endParaRPr lang="pt-BR" sz="1800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794" y="3650610"/>
            <a:ext cx="2689818" cy="271519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822" y="3650610"/>
            <a:ext cx="2693205" cy="2718612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924" y="3654029"/>
            <a:ext cx="2677131" cy="271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 smtClean="0"/>
              <a:t>POO: Solução </a:t>
            </a:r>
            <a:r>
              <a:rPr lang="pt-BR" dirty="0" smtClean="0"/>
              <a:t>2. </a:t>
            </a:r>
            <a:r>
              <a:rPr lang="pt-BR" dirty="0" smtClean="0"/>
              <a:t>Apresentação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5" name="AutoShape 2" descr="data:image/png;base64,iVBORw0KGgoAAAANSUhEUgAAA/AAAAXQCAYAAADyI6UCAAAZGXRFWHRteGZpbGUAJTNDbXhHcmFwaE1vZGVsJTNFJTNDcm9vdCUzRSUzQ214Q2VsbCUyMGlkJTNEJTIyMCUyMiUyRiUzRSUzQ214Q2VsbCUyMGlkJTNEJTIyMSUyMiUyMHBhcmVudCUzRCUyMjAlMjIlMkYlM0UlM0NteENlbGwlMjBpZCUzRCUyMjIlMjIlMjB2YWx1ZSUzRCUyMkVtcHJlZ2FkbyUyMiUyMHN0eWxlJTNEJTIyc3dpbWxhbmUlM0Jmb250U3R5bGUlM0QwJTNCYWxpZ24lM0RjZW50ZXIlM0J2ZXJ0aWNhbEFsaWduJTNEdG9wJTNCY2hpbGRMYXlvdXQlM0RzdGFja0xheW91dCUzQmhvcml6b250YWwlM0QxJTNCc3RhcnRTaXplJTNEMjYlM0Job3Jpem9udGFsU3RhY2slM0QwJTNCcmVzaXplUGFyZW50JTNEMSUzQnJlc2l6ZUxhc3QlM0QwJTNCY29sbGFwc2libGUlM0QxJTNCbWFyZ2luQm90dG9tJTNEMCUzQnJvdW5kZWQlM0QwJTNCc2hhZG93JTNEMCUzQnN0cm9rZVdpZHRoJTNEMSUzQiUyMiUyMHZlcnRleCUzRCUyMjElMjIlMjBwYXJlbnQlM0QlMjIxJTIyJTNFJTNDbXhHZW9tZXRyeSUyMHglM0QlMjI2MCUyMiUyMHklM0QlMjIyMTAlMjIlMjB3aWR0aCUzRCUyMjIzMCUyMiUyMGhlaWdodCUzRCUyMjM1MCUyMiUyMGFzJTNEJTIyZ2VvbWV0cnklMjIlM0UlM0NteFJlY3RhbmdsZSUyMHglM0QlMjIyMzAlMjIlMjB5JTNEJTIyMTQwJTIyJTIwd2lkdGglM0QlMjIxNjAlMjIlMjBoZWlnaHQlM0QlMjIyNiUyMiUyMGFzJTNEJTIyYWx0ZXJuYXRlQm91bmRzJTIyJTJGJTNFJTNDJTJGbXhHZW9tZXRyeSUzRSUzQyUyRm14Q2VsbCUzRSUzQ214Q2VsbCUyMGlkJTNEJTIyMyUyMiUyMHZhbHVlJTNEJTIyLSUyMG5vbWU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NiUyMiUyMHdpZHRoJTNEJTIyMjMwJTIyJTIwaGVpZ2h0JTNEJTIyMjYlMjIlMjBhcyUzRCUyMmdlb21ldHJ5JTIyJTJGJTNFJTNDJTJGbXhDZWxsJTNFJTNDbXhDZWxsJTIwaWQlM0QlMjI0JTIyJTIwdmFsdWUlM0QlMjItJTIwbnVtZXJvQ2VsdWxhci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NTIlMjIlMjB3aWR0aCUzRCUyMjIzMCUyMiUyMGhlaWdodCUzRCUyMjI2JTIyJTIwYXMlM0QlMjJnZW9tZXRyeSUyMiUyRiUzRSUzQyUyRm14Q2VsbCUzRSUzQ214Q2VsbCUyMGlkJTNEJTIyNSUyMiUyMHZhbHVlJTNEJTIyLSUyMGNwZi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c4JTIyJTIwd2lkdGglM0QlMjIyMzAlMjIlMjBoZWlnaHQlM0QlMjIyNiUyMiUyMGFzJTNEJTIyZ2VvbWV0cnklMjIlMkYlM0UlM0MlMkZteENlbGwlM0UlM0NteENlbGwlMjBpZCUzRCUyMjYlMjIlMjB2YWx1ZSUzRCUyMi0lMjB2YWxvclRvdGFsVmVuZGFzJTIyJTIwc3R5bGUlM0QlMjJ0ZXh0JTNCYWxpZ24lM0RsZWZ0JTNCdmVydGljYWxBbGlnbiUzRHRvcCUzQnNwYWNpbmdMZWZ0JTNENCUzQnNwYWNpbmdSaWdodCUzRDQlM0JvdmVyZmxvdyUzRGhpZGRlbiUzQnJvdGF0YWJsZSUzRDAlM0Jwb2ludHMlM0QlNUIlNUIwJTJDMC41JTVEJTJDJTVCMSUyQzAuNSU1RCU1RCUzQnBvcnRDb25zdHJhaW50JTNEZWFzdHdlc3QlM0Jyb3VuZGVkJTNEMCUzQnNoYWRvdyUzRDAlM0JodG1sJTNEMCUzQiUyMiUyMHZlcnRleCUzRCUyMjElMjIlMjBwYXJlbnQlM0QlMjIyJTIyJTNFJTNDbXhHZW9tZXRyeSUyMHklM0QlMjIxMDQlMjIlMjB3aWR0aCUzRCUyMjIzMCUyMiUyMGhlaWdodCUzRCUyMjI2JTIyJTIwYXMlM0QlMjJnZW9tZXRyeSUyMiUyRiUzRSUzQyUyRm14Q2VsbCUzRSUzQ214Q2VsbCUyMGlkJTNEJTIyNyUyMiUyMHZhbHVlJTNEJTIyLSUyMHBlcmNlbnR1YWxDb21pc3Nh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MTMwJTIyJTIwd2lkdGglM0QlMjIyMzAlMjIlMjBoZWlnaHQlM0QlMjIyNiUyMiUyMGFzJTNEJTIyZ2VvbWV0cnklMjIlMkYlM0UlM0MlMkZteENlbGwlM0UlM0NteENlbGwlMjBpZCUzRCUyMjglMjIlMjB2YWx1ZSUzRCUyMi0lMjB2YWxvclNhbGFyaW9CcnV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1NiUyMiUyMHdpZHRoJTNEJTIyMjMwJTIyJTIwaGVpZ2h0JTNEJTIyMjYlMjIlMjBhcyUzRCUyMmdlb21ldHJ5JTIyJTJGJTNFJTNDJTJGbXhDZWxsJTNFJTNDbXhDZWxsJTIwaWQlM0QlMjI5JTIyJTIwdmFsdWUlM0QlMjItJTIwdmFsb3JEZXNjb25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4MiUyMiUyMHdpZHRoJTNEJTIyMjMwJTIyJTIwaGVpZ2h0JTNEJTIyMjYlMjIlMjBhcyUzRCUyMmdlb21ldHJ5JTIyJTJGJTNFJTNDJTJGbXhDZWxsJTNFJTNDbXhDZWxsJTIwaWQlM0QlMjIxMCUyMiUyMHZhbHVlJTNEJTIyLSUyMEhvcmFzVHJhYmFsaGFkYXM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DglMjIlMjB3aWR0aCUzRCUyMjIzMCUyMiUyMGhlaWdodCUzRCUyMjI2JTIyJTIwYXMlM0QlMjJnZW9tZXRyeSUyMiUyRiUzRSUzQyUyRm14Q2VsbCUzRSUzQ214Q2VsbCUyMGlkJTNEJTIyMTElMjIlMjB2YWx1ZSUzRCUyMi0lMjB2YWxvclBvckhvcmE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zQlMjIlMjB3aWR0aCUzRCUyMjIzMCUyMiUyMGhlaWdodCUzRCUyMjI2JTIyJTIwYXMlM0QlMjJnZW9tZXRyeSUyMiUyRiUzRSUzQyUyRm14Q2VsbCUzRSUzQ214Q2VsbCUyMGlkJTNEJTIyMTIlMjIlMjB2YWx1ZSUzRCUyMiUyMiUyMHN0eWxlJTNEJTIybGluZSUzQmh0bWwlM0QxJTNCc3Ryb2tlV2lkdGglM0QxJTNCYWxpZ24lM0RsZWZ0JTNCdmVydGljYWxBbGlnbiUzRG1pZGRsZSUzQnNwYWNpbmdUb3AlM0QtMSUzQnNwYWNpbmdMZWZ0JTNEMyUzQnNwYWNpbmdSaWdodCUzRDMlM0Jyb3RhdGFibGUlM0QwJTNCbGFiZWxQb3NpdGlvbiUzRHJpZ2h0JTNCcG9pbnRzJTNEJTVCJTVEJTNCcG9ydENvbnN0cmFpbnQlM0RlYXN0d2VzdCUzQiUyMiUyMHZlcnRleCUzRCUyMjElMjIlMjBwYXJlbnQlM0QlMjIyJTIyJTNFJTNDbXhHZW9tZXRyeSUyMHklM0QlMjIyNjAlMjIlMjB3aWR0aCUzRCUyMjIzMCUyMiUyMGhlaWdodCUzRCUyMjglMjIlMjBhcyUzRCUyMmdlb21ldHJ5JTIyJTJGJTNFJTNDJTJGbXhDZWxsJTNFJTNDbXhDZWxsJTIwaWQlM0QlMjIxMyUyMiUyMHZhbHVlJTNEJTIyJTJCJTIwR2V0VmFsb3JWZW5jaW1lbnRvSG9yaXN0YS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Y4JTIyJTIwd2lkdGglM0QlMjIyMzAlMjIlMjBoZWlnaHQlM0QlMjIyNiUyMiUyMGFzJTNEJTIyZ2VvbWV0cnklMjIlMkYlM0UlM0MlMkZteENlbGwlM0UlM0NteENlbGwlMjBpZCUzRCUyMjE0JTIyJTIwdmFsdWUlM0QlMjIlMkIlMjBHZXRWYWxvclZlbmNpbWVudG9Bc3NhbGFyaWFkby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k0JTIyJTIwd2lkdGglM0QlMjIyMzAlMjIlMjBoZWlnaHQlM0QlMjIyNiUyMiUyMGFzJTNEJTIyZ2VvbWV0cnklMjIlMkYlM0UlM0MlMkZteENlbGwlM0UlM0NteENlbGwlMjBpZCUzRCUyMjE1JTIyJTIwdmFsdWUlM0QlMjIlMkIlMjBHZXRWYWxvclZlbmNpbWVudG9Db21pc3Npb25hZG8oKS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MyMCUyMiUyMHdpZHRoJTNEJTIyMjMwJTIyJTIwaGVpZ2h0JTNEJTIyMjYlMjIlMjBhcyUzRCUyMmdlb21ldHJ5JTIyJTJGJTNFJTNDJTJGbXhDZWxsJTNFJTNDJTJGcm9vdCUzRSUzQyUyRm14R3JhcGhNb2RlbCUzRbqVugQAABAASURBVHgB7N0H3DRVfbfxuTUaFVSwFwRsEbvGXmKwGzv2CkRsb2KJDRRbYi8Ya6LBBvYuauwNW8COvWJXiAVRscT6/q7lmeXsPNvvLbO7F59z7mlnZs58Z/Zh/zNnzp6u8j8FFFBAAQUUUEABBRRQQAEFFGi9wDYD+NYfnxVUQAEFFFBAAQUUUEABBRRQYC0ElhvArwWhB6GAAgoooIACCiiggAIKKKDA/AVWOoCfP497UEABBRRQQAEFFFBAAQUUUKAdApscwLfjDFgLBRRQQAEFFFBAAQUUUEABBcYQMIAfA6l/EecqoIACCiiggAIKKKCAAgoosDgBA/jFWffuySkFFFBAAQUUUEABBRRQQAEFJhAwgJ8Aq01FrYsCCiiggAIKKKCAAgoooMBmCRjAb9b5ro/WoQIKKKCAAgoooIACCiigwIoJGMCv2AlrR3WthQIKKKCAAgoooIACCiigwKIFDOAXLe7+qkoDBRRQQAEFFFBAAQUUUECBiQUM4Ccmc4VlC7h/BRRQQAEFFFBAAQUUUGATBQzgN/Gsb/Yxe/QKKKCAAgoooIACCiigwEoKGMCv5Gmz0ssTcM8KKKCAAgoooIACCiigwHIEDOCX4+5eN1XA41ZAAQUUUEABBRRQQAEFphQwgJ8SztUUWIaA+1RAAQUUUEABBRRQQIHNFTCA39xz75FvnoBHrIACCiiggAIKKKCAAissYAC/wifPqiuwWAH3poACCiiggAIKKKCAAssUMIBfpr77VmCTBDxWBRRQQAEFFFBAAQUU2JaAAfy2+FxZAQUWJeB+FFBAAQUUUEABBRTYdAED+E2/Ajx+BTZDwKNUQAEFFFBAAQUUUGDlBQzgV/4UegAKKDB/AfeggAIKKKCAAgoooMDyBQzgl38OrIECCqy7gMengAIKKKCAAgoooMAMBAzgZ4DoJhRQQIF5CrhtBRRQQAEFFFBAAQUQMIBHwayAAgqsr4BHpoACCiiggAIKKLAmAgbwa3IiPQwFFFBgPgJuVQEFFFBAAQUUUKAtAgbwbTkT1kMBBRRYRwGPSQEFFFBAAQUUUGBmAgbwM6N0QwoooIACsxZwewoooIACCiiggAKnCRjAn2bhmAIKKKDAegl4NAoooIACCiigwFoJGMCv1en0YBRQQAEFZifglhRQQAEFFFBAgXYJGMC363xYGwUUUECBdRHwOBRQQAEFFFBAgRkLGMDPGNTNKaCAAgooMAsBt6GAAgoooIACCjQFDOCbIk4roIACCiiw+gIegQIKKKCAAgqsoYAB/BqeVA9JAQUUUECB7Qm4tgIKKKCAAgq0UcAAvo1nxTopoIACCiiwygLWXQEFFFBAAQXmImAAPxdWN6qAAgoooIAC0wq4ngIKKKCAAgr0FzCA7+/iXAUUUEABBRRYTQFrrYACCiigwNoKGMCv7an1wBRQQAEFFFBgcgHXUEABBRRQoL0CBvDtPTfWTAEFFFBAAQVWTcD6KqCAAgooMEcBA/g54rppBRRQQAEFFFBgEgHLKqCAAgooMExgFQL4v+QAzFWlgQZeA14DXgNeA14DXgPDrgGXeX14DXgNeA1Mfg0k3FydtAoB/OpoWlMFFFBAAQUUUGBlBay4AgoooEDbBQzg236GrJ8CCiiggAIKKLAKAtZRAQUUUGDuAgbwcyd2BwoooIACCiiggAKjBFyugAIKKDBaYOUC+L/85S+VWQOvAa8BrwGvAa8BrwGvAa+B4hrw+6Hfkb0GvAbGugZGh8jtLrFyAXy7Oa2dAgoooIACCiigwOoJWGMFFFBgNQQM4FfjPFlLBRRQQAEFFFBAgbYKWC8FFFBgQQIG8AuCdjcKKKCAAgoooIACCvQTcJ4CCigwroAB/LhSllNAAQUUUEABBRRQoH0C1kgBBTZIwAB+g062h6qAAgoooIACCiigQK+AUwoosEoCBvCrdLasqwIKKKCAAgoooIACbRKwLgoosFABA/iFcrszBRRQQAEFFFBAAQUUqAUcKqDAZAIG8JN5WVoBBRRQQAEFFFBAAQXaIWAtFNg4AQP4jTvlHrACCiiggAIKKKCAAgpUlQYKrJ6AAfzqnTNrrIACCiiggAIKKKCAAssWcP8KLEHAAH4J6O5SAQUUUEABBRRQQAEFNlvAo1dgGgED+GnUXEcBBRRQQAEFFFBAAQUUWJ6Ae95QAQP4DT3xHrYCCiiggAIKKKCAAgpsqoDHvaoCBvCreuastwIKKKCAAgoooIACCiiwDAH3uTQBA/il0btjBRRQQAEFFFBAAQUUUGDzBDzi6QUM4Ke3c00FFFBAAQUUUEABBRRQQIHFCmz03gzgN/r0e/AKKKCAAgoooIACCiigwCYJrPaxGsCv9vmz9goooIACCiiggAIKKKCAAosSWPJ+DOCXfALcvQIKKKCAAgoooIACCiigwGYIbPcoDeC3K+j6CiiggAIKKKCAAgoooIACCsxfoDKAXwCyu1BAAQUUUEABBRRQQAEFFFBguwLbC+C3u3fXV0ABBRRQQAEFFFBAAQUUUECBsQSWGsCPVUMLKaCAAgoooIACCiiggAIKKKDASjeh9/QpoIACCiiggAIKKKCAAgoosDECG/wEfmPOsQeqgAIKKKCAAgoooIACCiiwBgIG8NOeRNdTQAEFFFBAAQUUUEABBRRQYIECBvALxC535bgCCiiggAIKKKCAAgoooIACkwgYwE+i1Z6y1kQBBRRQQAEFFFBAAQUUUGDDBAzgN+yEn3q4/lVAAQUUUEABBRRQQAEFFFg1AQP4VTtjbaivdVBAAQUUUEABBRRQQAEFFFi4gAH8wsndoQIKKKCAAgoooIACCiiggAKTCxjAT27mGssVcO8KKKCAAgoooIACCiigwEYKGMBv5Gnf5IP22BVQQAEFFFBAAQUUUECB1RQwgF/N82atlyXgfhVQQAEFFFBAAQUUUECBJQkYwC8J3t1upoBHrcCyBT796U9Xu+yyS7W1tTW3fMABByz7MN2/AnMVaH6O9tprr+qEE06Y6z7duAIKKKCAAggYwKNgVmA1BKylAgoooIACCiiggAIKbLCAAfwGn3wPfdMEPF4FFFBAAQUUUEABBRRYZQED+FU+e9ZdgUUKuC8FFFBAAQUUUEABBRRYqoAB/FL53bkCmyPgkbZX4K1vfWv1l7/8ZWb5yCOPbO/BWjMFFFBAAQUUUGCFBQzgV/jkWXUFNkjAQ1VAAQUUUEABBRRQYOMFDOA3/hIQQIFNEPAYFVBAAQUUUEABBRRYfQED+NU/hx6BAgrMW8DtK6CAAgoooIACCijQAgED+BacBKuggALrLeDRKaCAAgoooIACCigwCwED+Fkoug0FFFBgfgJrs+VTTjml2nfffautra1O3muvvaoTTjihe3yMP+pRj6oudrGLdZZvbZ1ajmnmf//73++WLUfogO/LX/5ydd/73re64AUv2F33jGc8Y3WFK1yhOuKII6pf//rX5Sp9x0fV72tf+9pO+zj96U9fXe5yl6ue8YxnVD/72c/6brffzLe97W3dem5tbVVPfepTO8V++9vfVs997nN7jmPU8XdWzB8cvv71r1eHHHJIdfGLX7yibltbpxruuuuu1dWvfvXq2c9+9kT1zGb7pm9+85t999OvrpxXzvXW1ql12XfffSus+264MfMPf/hDdeyxx1YPfvCDO+eS49jaOnU7W1tbnWO88IUvXB144IHVe97znory1ZT/cY28/vWvr25yk5tU5X7Oe97zds4753/KTe+0GvWkvne6052q85znPD3XwjnOcY7qBje4QfWKV7yi+sUvfrHTus5QQAEFFNhsAQP4zT7/Hr0CCqy9QPsPkKD1YQ97WHWBC1ygeuITn1gdf/zxPZVmmvl77rln9YQnPKEnSDvppJOqO97xjtWlL33p6r/+67+qH/3oR911CZI+97nPVf/4j/9Y7b333tUHPvCB7rJJRur67bPPPjvt489//nP1hS98oXroQx9anetc56oe8IAHjHWzoN/+f/CDH1TXuc51Otsoj6M+fgLLn/70p/1WrbiBcbWrXa26xCUuUT3taU+rCLCpW12Y4PTjH/949S//8i+det7//vevfvnLX9aLxx6eeOKJ1W1uc5vODYJ++6nryrnajgXm3MjA9BrXuEb1zGc+s+JcchxlZTnG73znO9WRRx5Z3fjGN+4c26tf/erqT3/6U1ls6DhlWYfr7w53uEP17ne/u+cc/vjHP+6cd84/1yl1G7rBIQtZtz4u6vva1762+slPftKzxs9//vPq/e9/f3X3u9+9IpjHcZpz1bNRJxRQQAEF1kbAAH5tTqUHooACCsxBYM6b5AkjAeFhhx021p4e/ehHd4I5njZ/97vf7QS8PDUdtTKBLwHw+973vlFFe5YTcBHsjls/grN99923Ihjv2dCICYI2niJ/6lOfGljy9re/fSdALQsQfPJU/bKXvWz1yU9+slw0dPx5z3tedZnLXKY67rjjhpYrF1L2qle9avXmN7+5nD1wHItb3OIWFTdZBhbqswC7+kbGpIEr5e9yl7tU97vf/Xpu9PTZTWcWNwTuec97VqzDup2ZQ/5wHXA9/O53vxtSqv8ibn7gMUlAzg0KHLk585WvfKX/hp2rgAIKKLBRAgbwG3W6PVgFFFBgsQLD9kZw/C95Ivyud72rW+wMZzhDdatb3aq6173u1Rnusssu3WX1yL/92791nqYfdNBB1Ze+9KV6ducJ/v77799Z98pXvnJ3fj3CE3ma4nPToJ43bEhwTMD24he/uKcY26Z+7Iuntj0LM0EQTjA+7n6ySkVAzVNXxsn1PrDAZLfddqtud7vbsaibuYlB030MCfS6CzLCOgR91JNM4H260/X+L59XEq573etWn/jEJ7LG8MTNEp5Os06zJK0f7nGPe1RkxsvlH/zgBzvnkRso5fxB45hhh2GzzLnPfe7OtjgeMja77757s1hnmtYYvKbQmRjwh+vhQQ96UMUrFs0ieHO87Of6179+hWddhuvhyU9+coV/PW/UED9uSpTnuF6Ha5xjYV/skyb19bJ6+NWvfrVzs6qfS13GoQIKKKDAZgj0/t98M47Zo1RAAQUUaIEATYdprkxVznKWs1Qvf/nLO02XjzrqqOrwww+vjjrqqE7z4sc85jEU6ebf/OY31Q1veMNOM2Nm8p47gfwPf/jDTlNq1uVpNMHm3/3d31GkmwlWjznmmO70sBG29/znP79bZL/99qvYJttmHzTb5mnxZz/72Yrm1d2CGSFQe/jDH1798Y9/zNToxJNgSl3oQhfqBNT1PrBg2Uc/+tGd9vGmN72pesQjHsFq3Xy2s52t8+406/DuOPUk03yeJ8xPetKTqjKQP/nkk6sDDjhgaIsB3lcnuPzGN77R3Q8jtccXv/jFiqCWzDhGLKMMmWb1nDPGR+UXvOAF3fNal73lLW9Zfetb36poyo4Hx0NmnKf7dXBbl2dIcE0ZbhIx3S+p8jIgAAAQAElEQVTTfP2FL3xhzyKa7L/zne+suOHAcrZBqw08uT65Tlnh7W9/ezVs25Sp8yA/rpmPfexj1a9+9avOtc6+2Of//u//dm5MXeUqV6k30RlSJ5rVc811ZvhHAQUUUGAjBQzgN/K0e9AKKKBAewR42smT2rvd7W49Tzqp4ZnPfOaKQJj3hZmuMwEa4zwdPfroo6tLXepSTPbkPfbYo3rZy15WXeQiF+nOZ713vOMd3elxRx772MdWBFd77LFHzypbW1sVNxAIxHiaXS58yUteMlGzdoJDXgdoBm48/eXJ9l/91V91N0+QjEv55J2O6z796U9Xd73rXXdyZEWe9BLwc9NktzzRZx6ZAJgn1tgw3cwEyu9973t7Zg/yoBBGWFGG6XEzgesRRxzRU5zXBt7whjdUdFTXs6CY4L1/WnHc9ra3LeZWnXfm6UCvZ+aOCW4GPOUpT9kxdeoAP27u8KoFHQCeOvfUv5wDrk+u09Lu1KXD/9IZXdOP1hTcYLnmNa/Z6cCuuQWuZ66phzzkIT2LOFe0Chl0rnoKO6GAAgoosJYCBvBreVo9KAUUUGB8AZ5wbm2d1rP31tb046OaLfer1eMf//iKJt79ljGPIJ4nj4yXmaelvP999rOfvZzdM07ndTe72c165vFEeKx3mHesdeCBB1aPfOQj+wbFO4p0OhsjYC9vFvz+97+vXvnKV1bjBluchytd6Ur1JocO3/KWt3Q6qqsLEVQSKNILfD1v0JAeznmvulz+0pe+tKIzuHIe4zRpp3k/43W++c1v3umBnqC2ntccsgwzAvDmskHTdAZY9vTOMdH6gm0NWqeezzXCqwTlTQ7qPuiXAejQkFYb9fr8YgEtCEb5cZ3SSmBra6tedeiQOjRvSnCDhm0Mu27ZKMdNU/2mIdcUnRZSxqyAAgoosHkCBvCbd849YgUUUKA1AvzsWzPA7le5ffbZp+IJdbmMQJInleW8fuM8vS7n0xx63KbtBJE8BSWYKrfRb5ybBfe+9727ixj57//+756e8Zk3KHM8ZQA6qBxBIcF6uZxO2wgMy3nDxulMjXfk6zK8LsDPmtXT9ZCgmqf69TSB7qGHHloRMNfzBg0xIwDHcFCZcj7vuHMc1ItxXpPgvJdlho1f9KIX7fSDUJehiTsdx9XT9ZBzz1P9epohHSnS2z3jozI3Wm50oxuNKtZZzqsQvLbRmcifra2t6nGPe1x1znOeM1OjUz9DmtJzXY1e2xIKKKCAAusoYAC/jmfVY1JAAQVWRODyl798df7zn39kbemsjPe7y4I8Sd7aGv0ktF9Hc+V2ho3TnHqSIJLgjp/+qrf5ve99rxqn93AC4r/5m7+pV2M4MPMTcQTWdQFubNz61rfu2xS7LtMc8vSX1w/K+TTzJrgt5/E+eDmPIJce78syw8axa+5nUHmuhec85zkVTctp4v66172uGueGxqDtDZpPU/1mZ3Dj3jxhm5yrfi1CWNbMNLkvW2DQwoIbFM1yw6b7GX74wx+uJmlFMmz7LlNAAQUUWC0BA/jVOl/WVgEFFFgrAd4fP9OZzjTymAiaePpbF9za2qrOe97z1pNzG04S2FEJ3v8uWwUQvH3+859n0dDME2fWHVpox0Legy47hTvf+c5X7bzujsJDBgST5WJuNJx88sndWQSIxx13XHeakWtd61rVrrvuyuhYmQCc97zHKrygQt/+9rcrWhzUu+OGy9/+7d/Wk2MN+Qm+s571rEPL0tKDzgPLQtwA4WZUOW/UOIa0RijL0VkgPz1YznNcAQUUUGAzBAzgN+M8e5QKKKDAQIG3vvWtnfe0CTa3m2maPXBHfRY0n6r3KdJ3FgH9pIFQ3w0Nmck+xn0qXm+GoK58D575n/vc5xgMzfx02Dg3MthI8/1nepenQzua70+SeQ+b7dWZHt3ZVmc6f+g9vflefDPoT7GR6ZKXvOTIMtMW4KfgeJed3vXpRJAWD6O2xdP9slUBTfwJ4ketVy7npgk3Xcp5zXGa8Dc70Wu+ztFcZ9A06xHI18tpRv+jH/2onnSogAIKKLBBAgbwG3SyPVQFFFCgbQLTPDle1DEQ1I3TvL9Zn+Yx8SS2DBib5Zmmh3jed2Z8VG7+jBjB3BFHHFHxk2iTZJrMl/sieC+f6vIEnvftyzLj1rFch5sTNPMv500yzk0lOqPjXfLXvOY11cEHH1zx+gTnh1YZPA2nw7yyA7xh22/+HB4/3Yf/sHWayyjPes355TQ3F7gJUs6b9nUObiZxrOW2HFdAAQUU2EwBA/jNPO8etQIKKNAKgWmfwC+i8vyUGHnSfTWPiQCbYHjS7Sy7PO+KlwE9Qfi0AeiEx1IR/PKLBte+9rU778HziwO8O37nO9+5evrTn169//3vr8q6Tbr9VS/PKxQ+gV/1s2j9FVBAgekEDOCnc3MtBRRQQAEFFJixAE/b+Yk3mt3TISC/hV7+1v2w3XFz4XSn42vNsFLrsYzm9PN+hWQ9pDwKBRRQYP0ENuP/dOt33jwiBRRQQIGWCpQdpFHFvfbaa6KO31hnkrz//vvPpA8DmvqX77jTSWAZJM77qS/B+3/8x39UdNh2/PHHDyXg1YZb3epW1VOf+tSKjuJ435ye5ZuvLwzdyKCFKzCf5vQ0q1+BqlpFBRRQQIEZCxjAzxjUzSmggAIKrIcATbTp8GySoyEI5X3tch1+sq2c3u548z10bhgQfG93u8312c9f//Vf98ymaXvPjDEmMCT4H1WUd9wPOeSQqvnEnV8qILDnp/N+9atfdW5W0Hz8qKOO6rwPf9WrXrUatwNA6lD+SgDT9ErPdhkfN+MwyLzeBn7NHvupd718kiHXIjcp6nV4tYOn8PW0QwUUUECBzREwgN+cc+2RKqCAAgpMIEAHZD/5yU8mWKOq+Bm2r3/96z3r0IN4z4xtTjQDUH4Xnv1uc7M7rU7weeELX7hn/qc//eme6XEmxukZnk7+nvWsZ1VloE8AzG/Bf+Yzn6n+6Z/+qaKzOuo0zj6HlaEH+fLpNX0UTBpYE1A3OxNs7pO67r333j2zP/nJT/ZM95noO+vzn/9858ZFvZAe8DmOetqhAgoooMDmCBjAb8659kgVUEABBSYQ4Gn6Rz/60QnWqKpvfetbVfkzb3T8duUrX3mibYwqfLnLXa7a2trqFiNA5ul0d8aYI8973vM6Tfv32Wef6oADDqiYLp/y0tM6HceVmyOAL8uUy/qNE5g3e7vvV45jOProo3sW8TT+dre7Xc+x9hRoTBBQj3PDZc8996xogl+vzk0Dmt/X0+MM+R32E088cWhRWgXQeqAsxE8KEvyX80aNY/g///M/PcU4Z/1bdvQUc0IBBRRQYA0FDODX8KR6SAoooIACsxF417veVTV/Sm3Yluk5nYCwLnPZy162utjFLlZPzmTINi9xiUt0t8WNhpe85CWdntu7M0eM0Mz/ZS97WUUzcH5+jfF3vvOdOwXL/Lb61tZpNws++MEPVscdd9yIrZ+2+Dvf+U7VDD5PW3raGE/AeRJez9na2qr+/u//fqf61Mv7Det34fstK+fxs3bXuc51ylnVq1/96ooWFz0zB0wQUFN+wOKe2U0/boBg2FNoxARBP+emLEb9uUFQzpvJuBtRQAEFFGi9gAF860+RFVRAAQUUWJYAQeG4wdqXvvSline1y7re7W53q2b9pJQA9MY3vnG5m+qNb3xj9da3vrVn3rCJI444omo2577NbW6z07vkV7nKVSreMa+39fvf/7565jOfOdbNAgLdZzzjGdUJJ5xQrz5wyM/s/elPf+ou56YE75l3Z4wY4TWCJz3pSSNKnbp4a2uruuMd79hzc+BDH/pQddRRR51aYMTfY445pnrTm940otSpi5t+HNdTnvKUihsop5YY/hcDOuorbwrttttu1c1udrPhKy5pqbtVQAEFFJi/gAH8/I3dgwIKKKDACgs84hGPqN73vvcNPQKabx944IFV+RSZJ+/0lD50xSkWbm1tVfe6170qfhu9Xp2O3+55z3uOrCfleSL+hCc8gdFu5j39W9ziFt3peoSbD/e73/3qyc7w9a9/fXXYYYdVZcDdWVD8IVB9wQteUB1++OHF3MGjvNPNO+NlCd5/J4At5/UbJ3i/9a1v3fdGwaD1ebrfDILvf//7j/RjXwcddFDFjYx+dWnOw+/AXBflfG6ccGNnVMsO6s61h3e5/p3udKeKJvTlvDUZ9zAUUEABBcYQMIAfA8kiCiiggAKbK0AHcTe96U2rpz3taVXz/W8C1Q984APVNa95zar5HvVjH/vY6kIXutBc4Ai4H/7wh/dsm3ryZP7f/u3fql/+8pc9y5ig7hzDvvvuW1GWeeTTne50FevwZJ/pZr71rW/d+Wm3cv6hhx5a3f3ud+8bNPN0+Z//+Z8rAmJuLJTrDRqns7dm53y0EnjgAx/Y91jYDvt53OMeV7EerR+Y18zf+MY3mrM603Ri9+hHP7riaXZnRv5gMug8c7OC1ymucY1rVIO2mU30TQTr/DReuZBt8ZN9XDtcQ+Uyxnmt4QY3uEFFCwam63zxi1+84rzbA30tUg4dV0ABBTZD4HSbcZgepQIKKKDAIIFb3vKWnebEW1tbMxvS7HfQ/lZp/tbWVqe6PA2lUzWeqBJY3fve9+40wz7HOc5RXf/616++//3vd8rVf3hCTjPtenoewwc84AGdJ/HltgmY//Vf/7XTbJ9e23laTF2vd73rdTqs4xg4lnKdhz70odWwlgI8GafZfPnEn/V5teACF7hAp3d49kNmn5R7/vOfT5FO3to61bAzMeAPrs0n/RRlO7vvvntFx31sn2PB9YIXvGCnBQI3Serjodf6vfbai9W6mcC7O9EY4dWAF73oRRU3MOpFbAsj6lOfZ25gMP0P//APPS0s6nVGDfF74QtfWBF8l2WPP/74zrVz1rOetWIf9bGd97zn7Txh//CHP1wW79xseMUrXlE1j7GnkBPTC7imAgoosCICBvArcqKspgIKKKDA4gUIXHnaXe+ZAO/9739/RUBGE2+e2tbL6uFDHvKQzrvwBJT1vHkM2T7v3LO/ftvnqTSd21FXOk4juG+WY12a0496oosBHakRnDe3Ue+HfTFeLqcX+YMPPricNXCcwPy+973vTsupN73ss32OBXc6vSsLXvSiF60+9rGPVdzUKOdTn35PuOsyvPf/4he/uCeIZ1l5nt/ylrd0Ovtjfp3vfOc7V80e+utl/YYE3Txt5wl+czkdCbKP+th+/OMfN4tUHB/nkJsOOy10RisErIQCCiiwKAED+EVJux8FFFBAgZUTuMhFLlLxJPT2t7/9yLoTZBHcP/3pT68IrkeuMIMC7If9sd999tln7C1OU1d+Du+zn/1std9++421n8c//vHVq171qoon6OUK3CzY2tr5qTzH8pznPKfzqgLj5TqDxs92trNVrEOAT4dxPKnf2jpt2wT1zWC/3NbW1lZ14IEHVvX65bJ+pmr8MwAAEABJREFU49Tr2c9+dkXLgEl7gd9jjz0qzhOvMdCEv9/2m/PYH470RH+FK1yhudjp9RHwSBRQQIGxBQzgx6ayoAIKKKDAJgrQTP61r31tdeyxx3aaze+yyy5dBoJTnhy/973vrXhvmabqW1unBZDdgnMc2draqtjvF7/4xerzn/985yk0PzNH8Ffvlmbie++9d3Wf+9yncxzT1pUglB7vebLN025uBNT7YMj0Ix/5yIqg+VGPelTfGxk0fy8NWa/O1PlhD3tY5936Zz3rWZ2n3M2ye+65Z3XAAQdU7373uztN2nnXvg6Imz+x993vfrfiyXW9/UFD3qOnd3kCfs4nnerVZbFju3TcR4/6HPfpT3/6evFEQ+rJ8f3kJz+paElw29vetir3xcaYZj7Lf/7zn1c4Ng0oZ1bgNAHHFFBgkwQM4DfpbHusCiiw8QJ0nEWTXZoVzzPzHnETm3eBjz766Krcb7+ez5vrMX3+85+/Ihir1+UYOBaWjcrso16PIXWgLqPWK5dvbW11gsnXvOY11SmnnNI9hpNOOqliHu9LTxLUzaJOZf0YZ/8Emjwh/upXv9rpKZ3jJfMu+Le//e2KnuFp+k1Z1pkmb21tdTqOYz/0ys7268w0TfI5X/W2mx3qEaTXywYNz3nOc1Z0YMdNk9Kb/XAdHHHEEdWNbnSjnW4Q8P74V77yle75oTydyA3aTzkfEzoj5HzSjJ11ydhxY4TXDagX63D9HF1cy9SpPGbKDMsE5LTqeMMb3lCV+2J/TDOf5ZQbth2XKTATATeigAIrJWAAv1Kny8oqoIACCiiwOgIEpN/5znd6KtzszK1noRMKKLByAlZYAQUWK2AAv1hv96aAAgoooMDKCLztbW+reIWA969pfk9na3/84x/Hrj9Pkz/zmc/0lOc99Z4ZTiigwCYLeOwKKDChgAH8hGAWV0ABBRRQYFME+Jm4//u//6voRO3www+v6CX+e9/73tiHT98ANOevVzjf+c5X8X5+Pe1QAQUU2J6AayuweQIG8Jt3zj1iBRRQQAEFxhIg4KZTtbrwiSeeWNGhH03j63mDhp/4xCcqOpgrl++7774VndCV8xxXQAEFlibgjhVYQQED+BU8aVZZAQUUUECBRQjQKRwd9JX7OvTQQzs93f/sZz8rZ3fH//CHP1SvfOUrqxve8IbVySef3J2/2267VQcffHDFz8h1ZzqigAIKrLCAVVdgGQIG8MtQd58KKKCAAgqsgADB9oMe9KDqXOc6V09tn/e853XmXexiF+v8pNu9733v6qCDDqp4v/1MZzpTRc/vZe/z/BTbk570pOqKV7xiz3acUEABBTZYwENXYCoBA/ip2FxJAQUUUECBzRC49KUvXb361a+ueILePOLjjz++etnLXla98IUvrF7ykpdUX/jCF6o///nPPcX42biXvvSlnffnexY4oYACCiiwDQFX3VQBA/hNPfMetwIKKKCAAmMK0Iye4Hy//fYbc41Ti1396levjjvuuGr//fevtra2Tp3pXwUUUECB5QtYg5UVMIBf2VNnxRVQQAEFFFicwB577FG96U1vquiF/rDDDquudrWrVbvvvntPBXbZZZfOfJZT7phjjqkudalL9ZRxQgEFFFBg9QU8guUJGMAvz949K6CAAgq0SGDXXXetjj766Ioe1ut8i1vcokU1bEdVLnShC1UPechDqmOPPbY66aSTerxOOeWUznyWU64dNbYWCiiggAItE7A62xAwgN8GnqsqoIACCiiggAIKKKCAAgosUmCz92UAv9nn36NXQAEFFFBAAQUUUEABBTZHYMWP1AB+xU+g1VdAAQUUUEABBRRQQAEFFFiMwLL3YgC/7DPg/hVQQAEFFFBAAQUUUEABBTZBYNvHaAC/bUI3oIACCiiggAIKKKCAAgoooMC8BarKAH7+xu5BAQUUUEABBRRQQAEFFFBAgW0LbCuA3/be3YACCiiggAIKKKCAAgoooIACCowlsMwAfqwKWkgBBRRQQAEFFFBAAQUUUEABBVa6Cb2nTwEFFFBAAQUUUEABBRRQQIHNEdjcJ/Cbc449UgUUUEABBRRQQAEFFFBAgTUQMICf8iS6mgIKKKCAAgoooIACCiiggAKLFDCAX6T2aftyTAEFFFBAAQUUUEABBRRQQIGJBAzgJ+JqS2HroYACCiiggAIKKKCAAgoosGkCBvCbdsY5XrMCCiiggAIKKKCAAgoooMDKCRjAr9wpW36FrYECCiiggAIKKKCAAgoooMDiBQzgF2++6Xv0+BVQQAEFFFBAAQUUUEABBaYQMICfAs1VlingvhVQQAEFFFBAAQUUUECBzRQwgN/M8765R+2RK6CAAgoooIACCiiggAIrKmAAv6InzmovR8C9KqCAAgoooIACCiiggALLEli5AH5ra6va2jJvbWmwtbVyBl67njOvAa8BrwGvAa8BrwGvAa8Br4ElXgPLCrxntd+VC+BndeBuR4HVE7DGCiiggAIKKKCAAgoosMkCBvCbfPY99s0S8GgVUEABBRRQQAEFFFBgpQUM4Ff69Fl5BRYn4J4UUEABBRRQQAEFFFBguQKrGMBvhcxcVRposErXgHX1evUa8BrwGvAa8BrwGvAa8BpowzVQrfJ/qxjAr7K3dVdAgakEXEkBBRRQQAEFFFBAAQUM4L0GFFBg/QU8QgUUUEABBRRQQAEF1kDAAH4NTqKHoIAC8xVw6woooIACCiiggAIKtEHAAL4NZ8E6KKDAOgt4bAoooIACCiiggAIKzETAAH4mjG5EAQUUmJeA21VAAQUUUEABBRRQ4FQBA/hTHfyrgAIKrKeAR6WAAgoooIACCiiwNgIG8GtzKj0QBRRQYPYCblEBBRRQQAEFFFCgPQIG8O05F9ZEAQUUWDcBj0cBBRRQQAEFFFBghgIG8DPEdFMKKKCAArMUcFsKKKCAAgoooIACpYABfKnhuAIKKKDA+gh4JAoooIACCiigwJoJGMCv2Qn1cBRQQAEFZiPgVhRQQAEFFFBAgbYJGMC37YxYHwUUUECBdRDwGBRQQAEFFFBAgZkLGMDPnNQNKqCAAgoosF0B11dAAQUUUEABBXYWMIDf2cQ5CiiggAIKrLaAtVdAAQUUUECBtRQwgF/L0+pBKaCAAgooML2AayqggAIKKKBAOwUM4Nt5XqyVAgoooIACqypgvRVQQAEFFFBgTgIG8HOCdbMKKKCAAgooMI2A6yiggAIKKKDAIAED+EEyzldAAQUUUECB1ROwxgoooIACCqyxgAH8Gp9cD00BBRRQQAEFJhOwtAIKKKCAAm0WMIBv89mxbgoooIACCiiwSgLWVQEFFFBAgbkKGMDPldeNK6CAAgoooIAC4wpYTgEFFFBAgeECBvDDfVyqgAIKKKCAAgqshoC1VEABBRRYewED+LU/xR6gAgoooIACCigwWsASCiiggALtFzCAb/85soYKKKCAAgoooEDbBayfAgoooMACBAzgF4DsLhRQQAEFFFBAAQWGCbhMAQUUUGAcAQP4cZQso4ACCiiggAIKKNBeAWumgAIKbIiAAfyGnGgPUwEFFFBAAQUUUKC/gHMVUECBVREwgF+VM2U9FVBAAQUUUEABBdooYJ0UUECBhQkYwC+M2h0poIACCiiggAIKKNAUcFoBBRQYX8AAfnwrSyqggAIKKKCAAgoo0C4Ba6OAAhslYAC/Uafbg1VAAQUUUEABBRRQ4DQBxxRQYLUEDOBX63xZWwUUUEABBRRQQAEF2iJgPRRQYMECBvALBnd3CiiggAIKKKCAAgoogIBZAQUmFTCAn1TM8goooIACCiiggAIKKLB8AWugwAYKGMBv4En3kBVQQAEFFFBAAQUU2HQBj1+BVRQwgF/Fs2adFVBAAQUUUEABBRRQYJkC7luBpQgYwC+F3Z0qoIACCiiggAIKKKDA5gp45ApMJ2AAP52baymggAIKKKCAAgoooIACyxFwrxsrYAC/safeA1dAAQUUUEABBRRQQIFNFPCYV1fAAH51z501V0ABBRRQQAEFFFBAAQUWLeD+lihgAL9EfHetgAIKKKCAAgoooIACCmyWgEe7HQED+O3oua4CCiiggAIKKKCAAgoooMDiBDZ8TwbwG34BePgKKKCAAgoooIACCiigwKYIrPpxGsC35wwekqr8pci3yHidzpARpt+V4UnJdbnfZ/y45IcknzN5O4n1D8oGjk0+JbneB8PvZvqI5GslU5cMxkrnTynWZRvkozO9a3KdLpGRFyT/MJnl5D9l/PPJw47p9Fl+zeTXJJce1PsjmYfVJPXMKj1pkAV1+0ZKPjv5UslbySYFFFBAAQUUUEABBRTYDIGlH6UB/NJPwcgK/H1KfCX5rck3Tt49uU4EqZfPxGHJP01+evKZkydJe6TwS5NZ/0UZXi15l+Qy7ZmJA5I/mkywfecMCaIzmCqdI2u9LvmryfdJvkBynbgmL5sJjumEDPdPLgPlvTNNkP6xDO+YXHpQ72tnHlbcBLhkxidJZ0vh5yYPsqBuF8vyByR/KfnjyQTyGZgUUEABBRRQQAEFFFBAgWEC219GQLL9rbiFeQgQtN4vG/5A8kWTx0kPTaE3JZ89eZx0vRT6bPKByeOmc6fgq5IJ9gmYMzpRIgD/cNa4ffKoxA0Kbi7cZkfBK2f4yeRrJI9K+6QAduMG8VdJ+S8mY57BWIl1vpCSrMP5yqhJAQUUUEABBRRQQAEFFJiDQDZpAB+Elqa7pF401S7PEc3RX5b5L0x+f/IfkpvpJplx3+RR6bYp8N7kcyU30zj7Ieh/Q1Yc92ZBilbsi6b4l2ZiRz45Q57GDzomjv8pKfN3ydw4YBsZ7aSv5e9LdmTGM9qTzpepxyT/VfKwdNUsfE/yhZKb6fjMqM3fkvFfJ5eJ+vHU/mGZaRAfBJMCCiiggAIKKKCAAgrMR4DgY9otu958BWgeXp+fN2dXF0nm6TVN2e+d8RskEzw/NsNmIrg+b3NmMX3FjPMEvd5+Jjvp1flLc/bmfmiWzw2FX2Z5mbhZQHA9KkCu1yFwv9KOie9neKNkAnKOtT4mpgnUs6ibaLb+oUxdPJlEE3mCbZ6y894+mXFeJ/gWBYpMHVlWzOoZ3StTr0jeLblMz8sEdWHftfmtMw9z6k39M9lNT84Y795nYFJAAQUUUEABBRRQQAEFZi/QDOBmv4eBW3TBmAKHphzNzb+dYTP9NjMen0wHeBl0EwEr77J3ZxQjBOOPy3QZsP450/dPvmsy751n0JPovI3gngD8Uz1LqorA+7qNeaMm6QiOJ+q0AGDbZXluEjw4M3g/PoNuqp9u86T+dpn7g+Rm4r13bjT8pljAcdL5XjGrO8qNh0dnqr4xkNEKiztlhPfcf5ZhM1Ff6s1Te97Fr5fzWXpUJugALwOTAgoooIACCiiggAIKKDBbAYKO2W5xUVvbjP38dw7zWckEjRn0TfTcfmSWNAPey2Rev3SFzOQJcgbd9FBTVBoAABAASURBVKSM/Ucy28pgYCJopgO7MsjnGiLY5cbAwBWLBeyD8jTTL2b3jP5vpniXP4OeRMdxBMn9Xh2oC34uI/R2n0E3ceOhO1GMcKODVwmKWdUjMkGTfuqZ0YHpxCy5R3JpwTvxN8w8kwIKKKCAAgoooIACCigwcwGCr5lvdBU2uCJ15GkzT9lHVZcnxQS3ZTl+oq2crscJwM9YT2RI4E9z8VEBa4p20jfzl4A/g26iM7xxe2P/RNY6JnlU4ufsmmVenhk/Th6WfpeFvLeeQTfR7L07UYzwJJ8n9PUsOsh7cSYmsTg85ct090ycKdmkgAIKKKCAAgoooIACCsxUwAB+Os5FrMUTXnpFH2dff0yhfp24ZXZP4ifXmj2486SbJ949BUdMvCPLqV8GnXSW/KWH+AxGJgL4X4wsVVU/TxmOK4NOYpyfjutMjPjDT92NKFLtmgL7JpfpjZngZkgGY6f3pSR1y6CT/jZ/6UcgA5MCCiiggAIKKKCAAgooMDsBA/jZWU6wpbGK8qT7J2OVPLUQ746fOjb4755ZVD6Z50nzBzNv0vSjrPCZ5DJds5wYMv7xIcvKRbQ8+H0xg+ObNLguVt9p9DyZU1pksuIdeoaT5O+kcHkDhM4D6XAws00KKKCAAgoooIACCiigwOwEDOBnZznrLf1fNkiHahk00vST586qPHnOoJN4yj3O0+pO4eIPzdSPK6YZpTf3ctvM65cJxPvNHzXvlBTgJ+cymEniKTm9zNcb42YGHfLRJH6S/NRsANcMOonO9gjiOxP+UUABBRRQQAEFFFBAAQVmJWAA3yt5SCYJ5CbJrJPVZp4IrJu/Ob7dndDR3Faxke0ExdME4jQ156ZBUYWljfI6Ab3Q1xUg8OZn4u6VGZNker0v+xTI6tUe/DEroIACCiiggAIKKKCAArMUMICfpeZmbGvQUV44C86aPCzRJJ6m8cPKuEwBBRRQQAEFFFBAAQUUUKCPgAF8HxRnTSVA7/A0rR+xsosVUEABBRRQQAEFFFBAAQWmETCAn0bNdfoJ0Nx/2O+z91tn8nnzW+N72TTvxdOUfruZ9+KzOZMCCiiggAIKKKCAAgooMDsBA/heSwKvSYM31undSnunaL7O+/11Del0rvwd9Hr+OMMLNgrxfnu57cbidkwWtaC+xWTFO/H0TF/Oc1wBBRRQQAEFFFBAAQUUaI2AAXxrTsVCKkLHeGUncufIXvdOnjTtkhUulVwmfk6Np/DlvDaP81N4vyoqyPv79KRfzNpp1BkKKKCAAgoooIACCiigwNIEDOCXRr+UHZ+YvX4ruUzXLifGHOdn0i7dKPvJxnTbJ7mZ8f1GJW+UaVpgZDB2ukxKnpD8g+Sjkp+WzO/tZ9BMTiuggAIKKKCAAgoooIAC0wsYwE9vt4pr8vT9mEbF75DpCyVPkm6fwudLrtNvMvKp5FVKP0tlP5hcpttk4qLJ4yaC/TumMBa8UnCrjB+UTAuFDGac3JwCCiiggAIKKKCAAgpstIAB/Oad/lfnkPk5tww66WL5e+9kgtEMRibKP7BR6iOZ/nLyKiXe139LKvzn5DqdPyMHJ58heZx0hRS6X3KZPpyJbye3LlkhBRRQQAEFFFBAAQUUWG0BA/jVPn/T1P64rPSe5DI9KhMPTh4VxO+RMtwAINDNaCcRAP9nxuggL4OVSh9Nbd+RXKZ7ZeKRyaOCePoPeEbKlZ0A1hbr+HN6OVSTAgoooIACCiiggAIKLFPAAH6Z+svZN4H2Y7Lrk5PLdFgm3phMkJ5BTzp9pmhe/tkMr5xcphdn4p3Jq5gGWTw2B8P77JfIsJm4yXG9zPxE8nWTy4TF0eUMx2sBhwoooIACCiiggAIKKLBdAQP47Qqu5voE4vdM1XlinEE37ZcxOnajR/kjM3548vuSCXQJ7s+V8TK9PxMPS/5D8qqmQRY3zQF9Nfl/k1+bjAXDkzLOcTfflSegJ/BfZYscWkuT1VJAAQUUUEABBRRQQIHKAH5zLwIC8pvn8H+Z3Ez8nNr+mUlz8utn2K85OcHsbbPsF8mrnrC4ZQ6Czvgy6En8Njwd/WHBsGwyXxekAz8s6I2+nuewRQJWRQEFFFBAAQUUUECBdRAwgF+Hszj9MdD0nZ+De/0Emzg+ZQn875zhOgTvOYxOenv+0mR+Egueth+S9a6TzM/IZWBaQwEPSQEFFFBAAQUUUECBVggYwLfiNCy1EgSePFneM7V4aPLHk3+dXCea2X8zE89JvnoyQS7BLr24Z3KtUm3Bz8L9S44MC356L6Pd9JOMvTsZs90zfFoyrxhkYFKgn4DzFFBAAQUUUEABBRSYjYAB/GwcZ7GVp2YjdJBW5wMyPUna7vq8+06v6gTpu2bHdT3owO7imean4who/5TxcRNNymmOX29rl6z46eRxEuUoX6/LdtjeOOtu14L33p+dHWFBb/N1HRjSpP4mWcaT+vJGR2aZFJiDgJtUQAEFFFBAAQUUUGCHgAH8DggHCiigwDoKeEwKKKCAAgoooIAC6yNgAL8+59IjUUABBWYt4PYUUEABBRRQQAEFWiRgAN+ik2FVFFBAgfUS8GgUUEABBRRQQAEFZilgAD9LTbelgAIKKDA7AbekgAIKKKCAAgoo0CNgAN/D4YQCCiigwLoIeBwKKKCAAgoooMC6CRjAr9sZ9XgUUEABBWYh4DYUUEABBRRQQIHWCRjAt+6UWCEFFFBAgdUX8AgUUEABBRRQQIHZCxjAz97ULSqggAIKKLA9AddWQAEFFFBAAQX6CBjA90FxlgIKKKCAAqssYN0VUEABBRRQYD0FDODX87x6VAoooIACCkwr4HoKKKCAAgoo0FIBA/iWnhirpYACCiigwGoKWGsFFFBAAQUUmJeAAfy8ZN2uAgoooIACCkwu4BoKKKCAAgooMFDAAH4gjQsUUEABBRRQYNUErK8CCiiggALrLGAAv85n12NTQAEFFFBAgUkELKuAAgoooECrBQzgW316rJwCCiiggAIKrI6ANVVAAQUUUGC+Agbw8/V16woooIACCiigwHgCllJAAQUUUGCEgAH8CCAXK6CAAgoooIACqyBgHRVQQAEF1l/AAH79z7FHqIACCiiggAIKjBJwuQIKKKDACggYwK/ASbKKCiiggAIKKKBAuwWsnQIKKKDAIgQM4Beh7D4UUEABBRRQQAEFBgu4RAEFFFBgLAED+LGYLKSAAgoooIACCijQVgHrpYACCmyKgAH8ppxpj1MBBRRQQAEFFFCgn4DzFFBAgZURMIBfmVNlRRVQQAEFFFBAAQXaJ2CNFFBAgcUJGMAvzto9KaCAAgoooIACCijQK+CUAgooMIGAAfwEWBZVQAEFFFBAAQUUUKBNAtZFAQU2S8AAfrPOt0ergAIKKKCAAgoooEAt4FABBVZMwAB+xU6Y1VVAAQUUUEABBRRQoB0C1kIBBRYtYAC/aHH3p4ACCiiggAIKKKCAAlWlgQIKTCxgAD8xmSsooIACCiiggAIKKKDAsgXcvwKbKGAAv4ln3WNWQAEFFFBAAQUUUGCzBTx6BVZSwAB+JU+blVZAAQUUUEABBRRQQIHlCbhnBZYjYAC/HHf3qoACCiiggAIKKKCAApsq4HErMKWAAfyUcK6mgAIKKKCAAgoooIACCixDwH1uroAB/Oaee49cAQUUUEABBRRQQAEFNk/AI15hAQP4FT55Vl0BBRRQQAEFFFBAAQUUWKyAe1umgAH8MvXdtwIKKKCAAgoooIACCiiwSQIe67YEDOC3xefKCiiggAIKKKCAAgoooIACixLY9P0YwG/6FeDxK6CAAgoooIACCiiggAKbIbDyR2kAv/Kn0ANQQAEFFFBAAQUUUEABBRSYv8Dy92AAv/xzYA0UUEABBRRQQAEFFFBAAQXWXWAGx2cAPwNEN6GAAgoooIACCiiggAIKKKDAPAXYtgE8CmYFFFBAAQUUUEABBRRQQAEFWi6wjQC+5Udm9RRQQAEFFFBAAQUUUEABBRRYI4HlBfBrhOihKKCAAgoooIACCiiggAIKKDBvgZUN4OcN4/YVUEABBRRQQAEFFFBAAQUUaJPApgbwbToH1kUBBRRQQAEFFFBAAQUUUECBkQIG8COJ+hVwngIKKKCAAgoooIACCiiggAKLFTCAX6z3qXvzrwIKKKCAAgoooIACCiiggAITChjATwjWhuLWQQEFFFBAAQUUUEABBRRQYPMEDOA375x7xAoooIACCiiggAIKKKCAAisoYAC/gidtuVV27woooIACCiiggAIKKKCAAssQMIBfhvom79NjV0ABBRRQQAEFFFBAAQUUmErAAH4qNldaloD7VUABBRRQQAEFFFBAAQU2VcAAflPP/GYet0etgAIKKKCAAgoooIACCqysgAH8yp46K754AfeogAIKKKCAAgoooIACCixPwAB+efbuedMEPF4FFFBAAQUUUEABBRRQYBsCBvDbwHNVBRYp4L4UUEABBRRQQAEFFFBgswUM4Df7/Hv0myPgkSqggAIKKKCAAgoooMCKCxjAr/gJtPoKLEbAvSiggAIKKKCAAgoooMCyBQzgl30G3L8CmyDgMSqggAIKKKCAAgoooMC2BQzgt03oBhRQYN4Cbl8BBRRQQAEFFFBAAQWqygDeq0ABBdZdwONTQAEFFFBAAQUUUGAtBAzg1+I0ehAKKDA/AbesgAIKKKCAAgoooEA7BAzg23EerIUCCqyrgMelgAIKKKCAAgoooMCMBAzgZwTpZhRQQIF5CLhNBRRQQAEFFFBAAQVqAQP4WsKhAgoosH4CHpECCiiggAIKKKDAGgkYwK/RyfRQFFBAgdkKuDUFFFBAAQUUUECBNgkYwLfpbFgXBRRQYJ0EPBYFFFBAAQUUUECBmQoYwM+U040psDECp8+RXin5icnHJZ+U/Jcin5Jx5v97hldPPkNym9MhqVxZ/6MzvWvyMhO+v04F6noxzrzM2ozkUSqggAIKKKCAAgr0ChjA93o4pYACwwXOmcVPTf5V8qeSD02+fPLuyWXaJRPMf1CGxyT/NPn+yWdONimwCAH3oYACCiiggAIKrJ2AAfzanVIPSIG5CBB4H5wtn5DMkOmMjp3OlpLPSf5C8lWSTQq0XMDqKaCAAgoooIAC7RMwgG/fObFGCrRN4Hyp0NuSefI+qCn8n7P8h8nfT2bIdEZ3ShfNnI8l3z55K9mkwHoKeFQKKKCAAgoooMAcBAzg54DqJhVYI4G9ciwfTr5+cjN9MjPukLxbMu/E75HhnskM/yrDCyY/Ovm3yWXiJsBrMuM2ySYFFOgj4CwFFFBAAQUUUKCfgAF8PxXnKaAAAmfPnxcnXzy5TDxlJ6C/Wma+PvkXyc1Ex2s/yswnJBPQvynDMvFvzwsy49LJJgUUmK2AW1NAAQUUUECBNRXgS/SaHpqHpYAC2xDgCfpTsj6Begbd9JGMXTX5A8kE6RmMTPRQf6eUemFymc6Viccm80Q+A5OOa8NWAAAQAElEQVQCCrRDwFoooIACCiigQFsFDODbemaslwLLFbhudn/v5DJ9LhN3ST4xedL0h6zwiGSa3WfQTbfN2L7JJgUUWBcBj0MBBRRQQAEF5iZgAD83WjeswMoK0MP8Q1L78t+H32T6Psk/SJ42/Swr8lS/fHLPPu6R+Tzxz8CkgAKbLuDxK6CAAgoooMBgAb48D17qkkUKHJKdEdjU+RaZrhNNjJl+V2bQHLku8/tMH5dMsHXODMdJ50+h7ybX22DItjNrrDTJ+s2yR2cPuybX6RIZ4T1oei2nHuQ/Zd7nk4cdEx2mXTNl6Ait9Dgl82jizfFglsmpEpYHZc1jk9km9SJTt29k3rOTL5U8SS/q1Ilt1JnznU1UBMv3z0hp8M1M8+74hTIclnDgPXQMm+eUelP/B2YD502eJF0hhXkCn0E3vTRjn0jebnp/NtDczt9l3qhjTZFumsf56W58xEjzmuZ8cm5HrNZdvN31uxsaY4TzznV8VMrSHwF1LTOfHa4RPmuT+HPtltupj5+fCuSXCn6e/bGcz8uoz3KKmhSYqYAbU0ABBRRQYK0FDODbf3r/PlX8SvJbk2+cvHtynQhSL5+Jw5J/mvz0ZALCDFqdzpHavS75q8k81b1AhnXimrxsJjimEzLcP7kMlPfONEE6P0V2x4yXHrtk+trJWBE4XDLjkyQCkOdmBSxflCHBMdvMaCdRt4tl7AHJX0r+eDKBfAZTJTp3o4f352Tt0oCfWntk5nHDhvfEM9qTCNzp/f1bmUsAhiG9v2eym6g39X9W5tDkHW/2l8mR6c4pccbkOv0xI9wsISjL6LYSHd69LFvghgPHfcOM75P87eRRadHnZ1R92rqca/I9qRznnev4VhnnxkEGPYnPDtcIn7XvZQkdDY57jaR4T+Kmzxcz5+BkfpUgg4rPS/1Z5pyfiZlmBdotYO0UUEABBRRotwBfsNpdw82tHUHr/XL4dBZGQJfRkemhKcGXcHoPz2grEwE4Qevtx6gdNyh48lv/3NiVsw7vUF8jw1GJoBC7cYP4q2SDBCCYZ3SsxDpfSEnW4XxldOxE8HRESnNMGfRN9PDOzYRyIYE5QdlrM7MZtGfWwIT3Z7P0esnDEvVq+tLKgxsWw9abZNl/pjDXAa0D3pdxWgtkMDRhvcjzM7QyLV3INci1yDXJjZFJq7lfVuAaGXZNpshO6SKZww2iYU/xX54yv0s2KbDeAh6dAgoooIACcxYwgJ8z8DY2T2dhNNUuzxFPLXmSRW/eNEWmY7DmLm6SGfdNbmPiaTJBa/nTYSenonz5H3RMHD/vTdPM+lUpyzYy6KSv5e9LdmTGM9qTzpepxySPer+aXtV5YtkvADk+69fmb8n4r5PLRP14av+wzCSAymCsRKBV9vD+qayFAfvgvOLyhswrEzdmWH5gOXPHOOtwTbAN6su1smNRd4AdT/XrGyLdBcUINwV4taGYVdF5Hc2iy3mLHF/G+Vnk8c1qX5zX5r8ZbJtrg3PIZ4XrgyFB/p9Z2MhcIzyRL191aRTZafKJmVP/1CDb/GCm2Q9Dpmlpw3hmmxRQYJiAyxRQQAEFFBglQPAxqozLlyNA8/D6/Lw5VeApF08tD8g4vYPfIEMCOn6GK6M9iQCP9197ZrZggsD9Sjvq8f0Mb5RMwMCx1sfENIF6FnUTzdY/lKk6SKCJPME2T9l5x5fMOK8T0Kw8RbuJGxos685ojOyV6Vck181+M9pJz8tf6sK+a/NbZx7m1Jv6Z7Kbnpyx+l3gjI5MPEmnENshQOUJMwbsg2W8CkDgQxkyNyG4kVEG/cznCT09ufPqBNcE26C+XCsYce1Qrs60anhxJq6Y3C8RwJ+1sYBWD41ZC5tc1vlZ2AHOaEeca66P+t8MNkvHg3fPCNcTTdz5nHB9MLxc5hOk/3OGBPgZdNN1Msb1l8FYie1TkJtQtBailQf7YchrD1yf/0sBswIKzFXAjSuggAIKbIBA+WVvAw53JQ/x0NSa5s/93hH+bZY9PplOpTLoJgJW3m3tzmjZCB3B8UT9vakXHV1l0E2/zNiDk8vgNZNV/XSbJ3u3y4x+vaHz3jstFwhcUqSTCMyv1Rnb+Q9B8aMzu74xkNGKJ4Z3ygjvudNrekZ7EvWl3gTdvItfL+Sz9KhM0MFaBmMl6sm5bQbIBFQ0Wefd83pDdCpHUFRPMyRgIhDntQnqxbwyY0TwRCd5HFe9DJPHZYKgP4OexPvT5Qzee6cVQjlvUePLPj+LOs5Z7If33LnZVG+LDi65ecXNKa6nen455N8PXmegHOXrZXzW+HzW0+MMuXHGtfydRmFarHy5Mc9JBRRopYCVUkABBRRYBQGCjlWo56bW8b9z4HRC1i84y6JOIsA6MmPNgPcymdfGRH0Jjvs18a7ry9M6gtJ6uh4S1BIkDwpIKEdTYXq7Z7zOPPmvx8shNzoIcMt5j8gETfqpZ0YHJjoI4+fP6GivLsRT9EnePaYlwafrlYcMCWTZV/l5Zb90NkeQPmTViuP4jxR4UnKZbpqJcZ6yEuQtq/n8ss9PiFYi0TncPzRqyo2ujzbmDZqkT4q3NRbSgoNAvjF74CTvuDeD94GFXaCAAmso4CEpoIACCixEoAwIFrJDdzKRAF/CCaBGrcSTYoLbslzzPeZy2TLH+QmxY8aoAL2rN4sRJPy4ObMxTUdZzSfGNHtvFOtM8iSfp9GdifzhSTjNywl6Mzky8XNvhzdK0WSZgKoxu+8kN2jKp+x9C2UmLQRotp/RbiIgZ//dGUNGOB5eCShv8vDZp7VCM0hrPoHn5tE4dRyy+6kXLfv8TF3xBa/IOXxn9smNJ56Ec8Nlkl8N4Pxy7WcT3XTBjNVN4zM6NLE+nREOLeRCBRRQYJiAyxRQQAEFxhPgS/x4JS21aAGe8NLr9jj75Qt0v07cxll30WUI4PkpsVH7JQjhuOpyjPPTcfX0sOEPhy3csYz3f/fdMV4P3pgRboZkMHYicKFu9Qp/m5HyJ+Ey2TdxY+brfZfsPJNt8tN79RKujXfUE2MO+7Vq4DWAUU3+OQ+jbpqMWYWJii37/ExU2SUX5lriBg19SfAOOtfKuE/fZ1F1ri2fvs9C0m0ooMC0Aq6ngAIKbIyAAXx7TzVPV38yQfV4d3yC4ksr+vEx90xQUr6Xy/FNGlwP29V5srDZSoF36DN7okTgQgBTr0TngXQ4WE8PGnJuRzV/r9fl/fd6nOFn8udHyZMmegLnaXy9Hs2k6SSunmbYvLlCR37j3JBg3VnmZZ+fWR7Lum+Lf6v41YR1P06PTwEF1lbAA1NAAQVWR8AAvr3n6v9StbLjsUyuRSIQn+ZATslKswwSCEoJTrPZTiKwpZM4msRPkp+atc+dXCeaMxPE19ODhjzVprn/oOX1fJrjn7+e2DHkFYFx1t1RvDugeXV5s+EsWYJDBt00TuuFbuE5jlCvZZ6fOR5aazZN6wt+OYHm9nSGOW3F+CWEaa7HaffnegoooEC7BKyNAgoosEABA/hebHpzJ5CbJLNO71ZmM0UgRQ/Os9laO7ZCU3OaZLehNrunEnQOl0EnEXjzE273ytQkmffIz5h1yrRHOTFgnHM7rDO+ejXq2HwXmWujXj7JsNmqod+6zVYBBPk8De9Xdp7zln1+5nlsi9w2N4BoZUGg/k/ZMR1e8isQ9G1A4E1HijS95+cFs3iqxLXMZ3uqlV1JAQUU2HQBj18BBRSYRMAAfhIty25XgCbxBJHb3Y7rz06g2Wkdvw7QDMb2nN3u3NICBC6UfTwjmdYWfN54zYNAnV8j2D/z+bk5/+0PhEkBBRRYAwEPQQEFNkzAL3EbdsI9XAUaAs0n7rxbz5PZshg/j1dOO95OgbOlWs9N/l7yg5PHbTlBSxB+ljCrmBRQQAEFNkvAo1VAgVUTMIBftTNmfeclQNDDe9c0pd9u5r34edVz1ttt9klAAE8neeV+Lp8JmrRnMJPEtj6ULb0h+W7JtXtGB6ZNPT8DQRoLeG3j/Zl3v+Rhiebun0uB/0y+QzI/F/fXGT472aSAAgoooMBkApZWQIGFCxjA95ITeE0avLFO71acWgWBZjNxgspxn1gu8vioJ0FXuU+CrnJ63PHdUpCfZ8ugm9h+dyIjdEb24QzLdIVMXDp5VmmfbOjqybdNfnky7/S/MMMyNevV1vNT1nlZ47y/Tid0V25UgObz/5V5N03mJgn9KXD+OZ//nHmvT+aGDX1+ZNSkgAIKKKDAYgXcmwIKTC5gAD+52aqvQXNZenSf9jgIcgmmpl2/LesRuPyqqMxZM05nXxm0KhFQ0+t8WSneW292bFcuHzTOz8ado1jI8eNQzOqMvj1/yx7/CfwOzDyGGWwrcYPsrtlCs+O/92VemagX9avnteX8tPHzQ+BOZ4q1FcP35A9P5e+b4TuTaSJPx3UZNSmggAIKKLAWAh6EAhspYAC/eaedgPAnjcPmCV5j1sBJnuQRTA0ssCILeOr7/UZdb5RpAswMxk6XSUmCI94lPyrjT0uedadvH882y8TT8HF+qq5ch/Fr86fIHD8OxazO6Ffz913JZbp7Jq6RvN3EzQd6PS+3w/4+WM7IOPWifhntpjacnzZ+fm4eofKGCNcjT9hPyvxxEtf85cYpaBkFFFBAAQXWR8AjUWA1BQzgV/O8zbrWNGked5v/MG7Blpf7WerXDBpvk3kXTR43EfgQjJ4vK9Cs/VYZHpQ8zdPxrDYw8U56GYyxv9sPLN1/AT2T885zufQTmcAhg55E83XekeZXA+oFBIj0bH7OesYUw7NnHd61PleGZToiE/SYnkE3Ua9VOT/L/PzQKuISXbVTRz6bATeUMhgr0armb8cqaSEFFFBAAQUUOFXAvwosScAAfknwS9wtTxCbvYxfJ/U5c/KoxM9P3W5UoRVZznu/b0ld/5xcp/Nn5ODkcVsk8C5xs9Mw3h//drYxy/SNbIwm0Rl00wMzxvnIYGTiRsO9U6osz/G/NvMYZrBTOiZzXpJcJnqj573pshl+uXzYOKZPT4HrJ5fpS5l4aXIzUa82np+2fX4I4JufXTqlO30TdMA01wbX8CQ3IQZsytkKKKCAAgooMK6A5RSYVsAAflq51V2Pp6ufbFT/hpmmo6sMBiaCtsOzlCA3g7VIH81RvCO5TPfKxCOTCTgzGJjw4Ik0HcPVhbgZwJNrgrx63iyGnDOCabZfb4/zQJP9Ue/tE6DRnPrQesUdQ9455/h3TO40YJ9PyVxuHmTQTdfNGE/ur5ch285gZOJdbN7DxrYszPFQrx+XM4tx6te284NLmz4/XGs0mS/YKl514NWOcl6/cYL8h2XBo5KbiWXjnt/muk4roIACCiigwHwF3PoGCxjAb+bJJ3j7TXHoXAcvyzQdYfHFPaPdxDQBPkEbwVt3wRqM0Ev3Y3IcZYdtmawemz8Ex82myZldEdQQvPbzeHEKHJ08j0Rzcm6glNvmXfjPZ8adkzlPGfQkgvxX4xDH5wAAEABJREFUZs5zkznHGXQSx0vQNqozw++mND/zRvmMdhOvGfCTZbybT1N+msZ3F+4Y4QYIPz93ZKbZTvPJe2ZXj8iftyUPSm09P237/FCf0vAsmaClBNcp12smexLXyjUzh1YWg35Fg34c6LE+xUwKKKCAAgoosF4CHs0qC5Rf6lf5OKz7ZAKfS/FXJ5eJL/0EezSvp2k1wSJB7C9SiObbBG0ZrXgi2/zJL+avauZ94Xum8jwNzqCbaJFA52q8m117MORddILX2qNegYCewJ9eyut5sxzy5Pfh2SD7zqCbzpaxVyUT7BLIcd4Imr+TefTkTnCf0W7iODle6tudOWSEclhwXTSL0aT+dZlJgM/NgO9lnMwTdd6fPy7T+yf3+3fmkMynBQNN5TM6MLXx/LTt8/Pe6DVbBdDnAdcKfQnwOea6IB+bslwrH8uQ85dBJ3GThXPWmcgfgnxyRk0KKKCAAgoooEAh4OhSBfp9sV5qhdz5QgQIBv81e/pUcjPRJJzOzmjuTKdsZYds30ph5jV/1iyzVzq9MbW/ZXLZKiGTnUQHX7UHQ3w6C4o/ON42082mzJk108TNFPbDjYTmhnnizVNuzhtBc7+m9b/MSvRYzvFmdOzEk9orpjQBYQZ9E9cJQSP53H1LnDqTGwH0Js/78OP+rBn1bdP5advnhyD9n8KLbQY9iZ985DPLdUG+WpZyrWTQTYdlbN/ksuM7XhGhBUdmmxRQQAEFFFBAgdkJuKXtCRjAb89vldfmyzoB3/PGPIg3p9y1kr+SvI7p7TkomszT9DijYyWetvMkmU4A8RxrpW0WIoi/a7bB6w7NnwPM7IHpBVlCqwHeRc/oxInju3HW4pppPu3N7JGJp76PTinqwBPjUU/eU7Qnte384IFFWz4/3ETi8znJueE88BoG78GfGG1anGTQSXSMRxP8zoR/FFBAAQUUUECBlghsfDUM4Df7EuCJ7P1DwPuuT8zwm8k0sc6gk2gO/V8Z40s+T375kp/JtU0EZTxl52fa/iVHyTveP8+wTATN784MyvF082kZJzjNYGGJJ9e8AsFP1xFU02Sec1VWgHrzxJzm8vxs2//Lwn5PaDN77MR+P5DSV03GiG3TU/z3M83NjAy66dcZo6n5MzOkUzXek39CxrnmMpgqte38cCxt+vx8PapYE8j3uyY4J1zTD005PvO0hPhyxkl0hte8ucNnfjs/G8h2zQoooIACCiigQIsEVr8qBvDtOYd0JkWHU3U+YMKqbWd9AjA6Nbt49sl7r3UdaIZ938zjS375xLS5r0EdkdGknG3U26OZ9aezvXES5Shfr8t22N446zbrN6kl770/Ozu6ejJNies6MKRJ/U0ynyf1BEQZHSthxPp1psky742PtfKAQgTN9E9wYJbjU2+bIfW+QebTsR5NrDM604QR2751tkoweMYM2W+d6QCNn9l7cObz3jV1zehMEvue9flpXjOTnJ95fX6anwE+D8wbhshNlv9JgX7XBOeEa5q+B6hzivUkWhPU548hN2r6XTtNq0k/Xz07dUIBBRRQQAEFFFgZgRZU1AC+BSfBKiiggAIKKKCAAgoooIACCqy3wCyOzgB+FopuQwEFFFBAAQUUUEABBRRQQIH5CXS2bADfYfCPAgoooIACCiiggAIKKKCAAu0WmD6Ab/dxWTsFFFBAAQUUUEABBRRQQAEF1kpgaQH8Wil6MAoooIACCiiggAIKKKCAAgrMWWBVA/g5s7h5BRRQQAEFFFBAAQUUUEABBdolsKEBfLtOgrVRQAEFFFBAAQUUUEABBRRQYJSAAfwooX7LnaeAAgoooIACCiiggAIKKKDAggUM4BcMzu7MCiiggAIKKKCAAgoooIACCkwqYAA/qdjyy1sDBRRQQAEFFFBAAQUUUECBDRQwgN+4k+4BK6CAAgoooIACCiiggAIKrKKAAfwqnrVl1tl9K6CAAgoooIACCiiggAIKLEXAAH4p7Ju7U49cAQUUUEABBRRQQAEFFFBgOgED+OncXGs5Au5VAQUUUEABBRRQQAEFFNhYAQP4jT31m3jgHrMCCiiggAIKKKCAAgoosLoCBvCre+6s+aIF3J8CCiiggAIKKKCAAgoosEQBA/gl4rvrzRLwaBVQQAEFFFBAAQUUUECB7QgYwG9Hz3UVWJyAe1JAAQUUUEABBRRQQIENFzCA3/ALwMPfFAGPUwEFFFBAAQUUUEABBVZdwAB+1c+g9VdgEQLuQwEFFFBAAQUUUEABBZYuYAC/9FNgBRRYfwGPUAEFFFBAAQUUUEABBbYvYAC/fUO3oIAC8xVw6woooIACCiiggAIKKBABA/ggmBRQYJ0FPDYFFFBAAQUUUEABBdZDwAB+Pc6jR6GAAvMScLsKKKCAAgoooIACCrREwAC+JSfCaiigwHoKeFQKKKCAAgoooIACCsxKwAB+VpJuRwEFFJi9gFtUQAEFFFBAAQUUUKArYADfpXBEAQUUWDcBj0cBBRRQQAEFFFBgnQQM4NfpbHosCiigwCwF3JYCCiiggAIKKKBAqwQM4Ft1OqyMAgoosD4CHokCCiiggAIKKKDAbAUM4Gfr6dYUUEABBWYj4FYUUEABBRRQQAEFGgIG8A0QJxVQQAEF1kHAY1BAAQUUUEABBdZPwAB+/c6pR6SAAgoosF0B11dAAQUUUEABBVooYADfwpNilRRQQAEFVlvA2iuggAIKKKCAAvMQMICfh6rbVEABBRRQYHoB11RAAQUUUEABBfoKGMD3ZXGmAgoooIACqypgvRVQQAEFFFBgXQUM4Nf1zHpcCiiggAIKTCPgOgoooIACCijQWgED+NaeGiumgAIKKKDA6glYYwUUUEABBRSYn4AB/Pxs3bICCiiggAIKTCZgaQUUUEABBRQYImAAPwTHRQoooIACCiiwSgLWVQEFFFBAgfUWMIBf7/Pr0SmggAIKKKDAuAKWU0ABBRRQoOUCBvAtP0FWTwEFFFBAAQVWQ8BaKqCAAgooMG8BA/h5C7t9BRRQQAEFFFBgtIAlFFBAAQUUGClgAD+SyAIKKKCAAgoooEDbBayfAgoooMAmCBjAb8JZ9hgVUEABBRRQQIFhAi5TQAEFFFgJAQP4lThNVlIBBRRQQAEFFGivgDVTQAEFFFiMgAH8YpzdiwIKKKCAAgoooEB/AecqoIACCowpYAA/JpTFFFBAAQUUUEABBdooYJ0UUECBzREwgN+cc+2RKqCAAgoooIACCjQFnFZAAQVWSMAAfoVOllVVQAEFFFBAAQUUaJeAtVFAAQUWKWAAv0ht96WAAgoooIACCiigwGkCjimggAITCRjAT8RlYQUUUEABBRRQQAEF2iJgPRRQYNMEDOA37Yx7vAoooIACCiiggAIKIGBWQIGVEzCAX7lTZoUVUEABBRRQQAEFFFi+gDVQQIHFCxjAL97cPSqggAIKKKCAAgoosOkCHr8CCkwhYAA/BZqrKKCAAgoooIACCiigwDIF3LcCmylgAL+Z592jVkABBRRQQAEFFFBgcwU8cgVWVMAAfkVPnNVWQAEFFFBAAQUUUECB5Qi4VwWWJWAAvyx596uAAgoooIACCiiggAKbKOAxKzC1gAH81HSuqIACCiiggAIKKKCAAgosWsD9bbKAAfwmn32PXQEFFFBAAQUUUEABBTZLwKNdaQED+JU+fVZeAQUUUEABBRRQQAEFFFicgHtaroAB/HL93bsCCiiggAIKKKCAAgoosCkCHuc2BQzgtwno6goooIACCiiggAIKKKCAAosQcB8G8F4DCiiggAIKKKCAAgoooIAC6y+wBkdoAL8GJ9FDUEABBRRQQAEFFFBAAQUUmK9AG7ZuAN+Gs2AdFFBAAQUUUEABBRRQQAEF1llgJsdmAD8TRjeigAIKKKCAAgoooIACCiigwLwETt2uAfypDv5VQAEFFFBAAQUUUEABBRRQoNUCUwfwrT4qK9cmgTOnMndJPjb598l/2ZH/lOEPkl+cvFuySQEFFFBAAQUUUEABBRRQYIjAsgL4IVVy0RoJXDLH8pnkVyZfLfkMyXXi2rtgJvZK/kOySQEFFFBAAQUUUEABBRRQYIgAQdSQxW1dZL1WQOA8qePrk/dJHpa+k4W/TjYpoIACCiiggAIKKKCAAgoMEdjMAH4IiItmJrBftnTp5GYiWP9+ZpIZ/3LGTQoooIACCiiggAIKKKCAAiMEDOBHAPVb7LyxBK7ZKHVypm+SfNbkPXfkXTP892STAgoooIACCiiggAIKKKDACAED+BFAc1i8CZskMOfd9vJY/zMT706mE7sMTAoooIACCiiggAIKKKCAApMIGMBPotWKsitbiU+vbM2tuAIKKKCAAgoooIACCijQAgED+BachIVWYXk7s6f55dm7ZwUUUEABBRRQQAEFFFgDAQP4NTiJizwE96WAAgoooIACCiiggAIKKLAcAQP45biPu1d+N/1GKXxE8neTeX+8zj/O9BuSb5FMuQyGpkOytF6XIetlViedLX8fkvz55D8ls5z8w4y/IPlSyVvJw1K5/V+l4N8nl+mtVVWxzTrTA/2VygKOK6CAAgoooIACCiiggAIKDBYwgB9ss8wlp8/O75xMAE3HbwdknJ7bM+imc2fstskExpS7ecZHBdkp0pMoz3r8pNthWXLZ5PKauECm75P8peSPJ/9N8hKTu1ZAAQUUUEABBRRQQAEFNlegDNY2V6FdR36OVOcdya9KJkjPYGSi3NtS6rHJ4zyNT7GK4P0OGXlLMk/gMxiarpKln02+WfJqJmutgAIKKKCAAgoooIACCqywgAF8u07e2VOd1yXTbD6DnkSTc4LtF2YuZWhCn9GeRAD/gJ45gyeulUUvSS6vgR9l+mXJ7ONTGTbTWTLjFclXTW4mmt+zHpkm/z9tFHhvpllW5xdl+mfJK5OsqAIKKKCAAgoooIACCiiwTIEyeFtmPdx3Vf1VEJ6SfP3kMh2fCQJ6gvtbZ/zeyXdMpnn7fhn+MrlMD8/EpZNHpYNTgIA8g4p9sN89MkFzffbBE/dzZZqAPoNu2i1jRyZTNoNuemfGWI98/4zT7D6DbnpuxlhW5wdm+jvJm5I8TgUUUEABBRRQQAEFFFBgWwKn29barjxLAQLmezQ2+MFM87Sbp9d0LpfJbmL6qEzdMPnk5DoRdP+/TNBEPoOR6SMpce3kDyTTwVwG3cQTcup0aHfOqSP7ZHDPZNPCBNyRAgoooIACCiiggAIKbLqAAXw7rgCC7bumKmdMrtO3MkLwfFKGw9InspAn9xl0E0/q9+5ODR5hH/tn8YnJgxI3CujgjmbxZRlaAZy3nOF4iwWsmgIKKKCAAgoooIACCqy8gAF8O04hzeHpDb6szeGZGLeJOe/E0xN9VumkC+YvT8kzGJqemaXj7OMPKfe85N8k14ntX62ecLjeAh6dAgoooIACCiiggAIKLF/AAH7554AaXDJ/yp+Jo0n82zNv3MTPwH0shQk+8K8AABAASURBVE9IpqO7x2U4KjAn4J9kH7zTfnS2W6YblBOOKzBAwNkKKKCAAgoooIACCigwAwED+BkgzmATl8s2aEafQSd9MX+/mzxu+mMK0qSdJ/k0n6c3+q9k3rB0bBYS+GcwVvpdSnGTIINuulTGdkk2KTBHATetgAIKKKCAAgoooIACCBjAo7D8fPlGFb6X6VOS55k+k40T+GcwdvpCo+TFM322ZJMC7RWwZgoooIACCiiggAIKrImAAXzviTwkk/TEPklmnaw2deLJOz8hV27gt5mgDhnMLX11ii3/POuUQT+d7p0580wKrK2AB6aAAgoooIACCiigQFsEDOCXfyZogk6nc2VNvlFOzGmcjukm3TQ3Fn5frMTT992LaUcVUKBXwCkFFFBAAQUUUEABBWYmYAA/M0o3pIACCsxawO0poIACCiiggAIKKHCagAH8aRbLGqNzuJ82ds675Y1ZrZjkaXvZZJ56/6gVNbMSCiiws4BzFFBAAQUUUEABBdZKwAC+93Q+NZO8kz5JZp2sNnXinfJfN9YmSKYOjdkznZzmJgFN5st60dHeNE3xZ3ogbkwBBeYj4FYVUEABBRRQQAEF2iVgAN+O8/G1RjX2zPSuyZOkW6QwATWd0x2Z8XskNzvHy6xu2rs7Nv7IlRpFv5Np9pmBSQEFFOgRcEIBBRRQQAEFFFBgxgIG8DMGnXJzn22sd6lM75E8Sbp6CtMh3iUy3D/5psnD0lWz8OzJ4yZuKFyrUfjDmeYVgAxMCiigwCwF3JYCCiiggAIKKKBAU8AAvimynGmemv+w2PU5Mn795HETgXiz/HuzMs3zM+ibrpi53CjIYKx02ZS6RnKd6I2eAL6edqiAAgq0R8CaKKCAAgoooIACayhgAN+Ok/r9VOMjyWV6UCbGbeZO8M4T9azSSSfn78eSh6UzZuGhybxvn8HQRBnKsk5d8IMZOS7ZpIACCqydgAekgAIKKKCAAgq0UcAAvh1nhSflz0lVeKqdQSddJH9flMzT9QwGpotlyVOSy87l3phpnupnMDTdPEsPST5D8qDEssdnIWUz6KS/5O/hyb9NNimggAIK9Ao4pYACCiiggAIKzEXAAH4urFNt9Nis9fzkMvFk/ejMuFxyGaBnsjp9/twk+Zjkskd5ftrtmZnHTYEMRqbHpsRrk/u9c8+8N2TZQ5LLxLy3lTMcV0ABBRSYlYDbUUABBRRQQAEF+gsYwPd3WcZcnmoTTL+/sfMrZPpzyScmE2jz5PuojP8i+Z3J50qu058zct/kLyWPSuyvLrNfRmjG/8UMX7wj8wSfebfMdJm+kYmHJfvzcUEwKaCAAq0TsEIKKKCAAgoosLYCBvDtOrUE5bdNlXjCnUFPOk+m7pB8r+RbJdPjfAbdRPB+UKbelDxOel0KvSC5TJfOBD8/R6Y3+0z2pE9l6nrJ3002KaCAAgqsoYCHpIACCiiggALtFTCAb9+5IYi/U6p1l+RfJo+TPplC9BJ/RIblk/VMDkz/lyX3S35g8qin6SznXfnrpOwPkk0KKKCAAgr0E3CeAgoooIACCsxRwAB+jrjb2PSfsu6rk2keTxN2OqX7SabL9KNMHJl8rWR+3u3LGU6a2A+d5+2VFZ+YXD5ZJ2j/eObdM5l6PC1DO60LgkkBBRRQYF4CblcBBRRQQAEFhgkYwA/TWf4ygmg6i7tdqkITejqyq/MFM+/A5P9JJhDPYOp0QtZ8VDI/W1dvn5+Mu3rm8U78uC0BUryTTsnffZPrbTHkODLLpIACCiigwJwE3KwCCiiggAJrLmAAv+Yn2MNTQAEFFFBAgfEELKWAAgoooEDbBQzg236GrJ8CCiiggAIKrIKAdVRAAQUUUGDuAgbwcyd2BwoooIACCiigwCgBlyuggAIKKDBawAB+tJElFFBAAQUUUECBdgtYOwUUUECBjRAwgN+I0+xBKqCAAgoooIACgwVcooACCiiwGgIG8KtxnqylAgoooIACCijQVgHrpYACCiiwIAED+AVBuxsFFFBAAQUUUECBfgLOU0ABBRQYV8AAflwpyymggAIKKKCAAgq0T8AaKaCAAhskYAC/QSfbQ1VAAQUUUEABBRToFXBKAQUUWCUBA/hVOlvbq+tTs/pWkQ/IuEkBBRRQQAEFFFBgegHXVEABBRYqYAC/UG53poACCiiggAIKKKBALeBQAQUUmEzAAH4yL0sroIACCiiggAIKKNAOAWuhgAIbJ2AAv3Gn3ANWQAEFFFBAAQUUUKCqNFBAgdUTMIBfvXNmjRVQQAEFFFBAAQUUWLaA+1dAgSUIGMAvAd1dKqCAAgoooIACCiiw2QIevQIKTCNgAD+NmusooIACCiiggAIKKKDA8gTcswIbKmAAv6En3sNWQAEFFFBAAQUUUGBTBTxuBVZVwAB+Vc+c9VZAAQUUUEABBRRQQIFlCLhPBZYmYAC/NHp3rIACCiiggAIKKKCAApsn4BErML2AAfz0dq6pgAIKKKCAAgoooIACCixWwL1ttIAB/Eaffg9eAQUUUEABBRRQQAEFNknAY11tAQP41T5/1l4BBRRQQAEFFFBAAQUUWJSA+1mygAH8kk+Au1dAAQUUUEABBRRQQAEFNkPAo9yugAH8dgVdXwEFFFBAAQUUUEABBRRQYP4C7qEygPciUEABBRRQQAEFFFBAAQUUWHuBdThAA/h1OIsegwIKKKCAAgoooIACCiigwDwFWrFtA/hWnAYroYACCiiggAIKKKCAAgoosL4CszkyA/jZOLoVBRRQQAEFFFBAAQUUUEABBeYjsGOrBvA7IBwooIACCiiggAIKKKCAAgoo0GaBaQP4Nh+TdVNAAQUUUEABBRRQQAEFFFBg7QSWFMCvnaMHpIACCiiggAIKKKCAAgoooMBcBVYzgJ8riRtXQAEFFFBAAQUUUEABBRRQoH0CGxnAt+80WCMFFFBAAQUUUEABBRRQQAEFhgsYwA/36bfUeQoooIACCiiggAIKKKCAAgosXMAAfuHk7lABBRRQQAEFFFBAAQUUUECByQUM4Cc3W+4a7l0BBRRQQAEFFFBAAQUUUGAjBQzgN+y0e7gKKKCAAgoooIACCiiggAKrKWAAv5rnbVm1dr8KKKCAAgoooIACCiiggAJLEjCAXxL8Zu7Wo1ZAAQUUUEABBRRQQAEFFJhWwAB+WjnXW7yAe1RAAQUUUEABBRRQQAEFNljAAH6DT/6mHbrHq4ACCiiggAIKKKCAAgqssoAB/CqfPeu+SAH3pYACCiiggAIKKKCAAgosVcAAfqn87nxzBDxSBRRQQAEFFFBAAQUUUGB7Agbw2/NzbQUWI+BeFFBAAQUUUEABBRRQYOMFDOA3/hIQYBMEPEYFFFBAAQUUUEABBRRYfQED+NU/hx6BAvMWcPsKKKCAAgoooIACCijQAgED+BacBKugwHoLeHQKKKCAAgoooIACCigwCwED+Fkoug0FFJifgFtWQAEFFFBAAQUUUECBjoABfIfBPwoosK4CHpcCCiiggAIKKKCAAusiYAC/LmfS41BAgXkIuE0FFFBAAQUUUEABBVojYADfmlNhRRRQYP0EPCIFFFBAAQUUUEABBWYnYAA/O0u3pIACCsxWwK0poIACCiiggAIKKFAIGMAXGI4qoIAC6yTgsSiggAIKKKCAAgqsl4AB/HqdT49GAQUUmJWA21FAAQUUUEABBRRomYABfMtOiNVRQAEF1kPAo1BAAQUUUEABBRSYtYAB/KxF3Z4CCiigwPYF3IICCiiggAIKKKDATgIG8DuROEMBBRRQYNUFrL8CCiiggAIKKLCOAgbw63hWPSYFFFBAge0IuK4CCiiggAIKKNBKAQP4Vp4WK6WAAgoosLoC1lwBBRRQQAEFFJiPgAH8fFzdqgIKKKCAAtMJuJYCCiiggAIKKDBAwAB+AIyzFVBAAQUUWEUB66yAAgoooIAC6ytgAL++59YjU0ABBRRQYFIByyuggAIKKKBAiwUM4Ft8cqyaAgoooIACqyVgbRVQQAEFFFBgngIG8PPUddsKKKCAAgooML6AJRVQQAEFFFBgqIAB/FAeFyqggAIKKKDAqghYTwUUUEABBdZdwAB+3c+wx6eAAgoooIAC4whYRgEFFFBAgdYLGMC3/hRZQQUUUEABBRRov4A1VEABBRRQYP4CBvDzN3YPCiiggAIKKKDAcAGXKqCAAgooMIaAAfwYSBaZSOD8Kf3d5L8U+RYZX9V0SCpeHss8x4/MvjY9jbp+zhSgtyeX5+Hnmb5M8qzTnbLBcj9/zvRNkk07CzQ/J17LOxs5R4G5CrhxBRRQQIHNEDCA34zz7FEqMEhgjyx4VvLlk1ch/S6VfHlymXbLxM2SZ5n+Khu7VXKZPpGJY5JNCiigwLoJeDwKKKCAAisiYAC/IifKaiowY4GzZXuPSf5W8r2SCVgzWIn0kdSSVh4ZdNN+GTt78qzSntnQvsllelcmfpFsUkABBRToEXBCAQUUUGBRAgbwi5J2Pwq0R+A8qcqnkv8t+QzJq5Z+lAr/d3KZrpiJSyXPKt00Gzpfcp1Ozsgbkk0KKKCAArMWcHsKKKCAAmMLGMCPTWXBDRV4ao57a8x85ZT7TXKZbpmJcdc/IGUXkU6fnfx18qom3kt/TSr/x+Q6nTEjN06eRTpzNnLz5DK9PxNfTTYpoIACCrRMwOoooIACmyRgAL9JZ9tjVWB9BL6QQ/l0cpl4D373csaU4zzJ/7vGujx9L28YNBY7qYACCiiwogJWWwEFFFgpAQP4lTpdVlYBBXYI8C76K3aM14MrZOTSydtN/GrCWYqN8OT9g8W0owoooIACCuwQcKCAAgosVsAAfrHe7k0BBWYnQLP2k4rN0RHfHYrpaUZ5gs+T/HLd92bif5NNCiiggAIKzFbArSmggAITChjATwhmcQUUaI3AN1KT9ySX6YaZOG/ytOlKWZGcQSf9Pn9fnWxSQAEFFFCgdQJWSAEFNk/AAH6555yfvTo2VaBTrjo/MdOTJp488o5uvQ2GzxmxETpW2ztlHpL8vuQfJ7NemZnHsoOy7JzJi0oXyo4OTj4umQCqrtOfMk3Q9uwML5tMZ2wZjJVoFl1vh+EhO9aiw7L7Z/yHycwnfzPjT0imHhksLdFD/I2ydzps41xQtzrz5Jlzc7cs5zrKYGgiKP11SrA+vbjzM2mZ7CSai9MrPcvqjFdn4ZA/BMpcG0elDNus162H1JHrm2tsHpa8k94Mri+RutAjfQYTJz4Tt85aDDPoJJrOcx12Job82SXLbp/MT81x3LUBQ37y7ogsu2byJNfs+VOeddkG+ehM75pcJ0y5TvlM8NmgDJlrhWtm0v3V262HbJ/P4eczo9z+FzPNOeWnCDO67YT3Iv4t4nPC54XPTfMcYcZ8rudF/lu3bTw3oIACCmxDwFUVUGAFBQzgl3vSeI+XL/xlLQjYaMZbzhs1TjB2raIQQW8zsKkX82X5Opn4TPK3kw8DI88lAAAQAElEQVRLvn7yuZObiXkse1EW/DT5ucmz+tKeTe2U6DyMJ6rfyxJ6f798hgSxGXQS1+vFMvaAZIIKAonrZZxjymDitEfW+HAyNzsukGGdLpqRRyZzbs6V4aJTfVMB83dn53dM5lxk0E1cI5ybl2cOwQjHMM9zk910U32eTswcro1bZUiwmUFPoo5XyxyuMc7pmzKOeQYzSx/PlnhHPYNO4lqgB3mGnRkT/OEaYN1yFX6u7rfljMY454og9+eZ/7pkesLnuDPaTXw++YWBj2XO15K3c81m9YqbBZxvTLlO+Uzw2WAZmWuFa6be31WYOUHmOuKzzvb5HHKzrNw+/QxwTr+fbeI1jXVWrVhvEf8W4fWs7JDPCZ8XPjfNc4QZ87me+dxx/DhkNZMCCiigQH8B5yqgwDIEyi9ly9i/+6wqnpyfXEBM0xEXzYbPV2zjsxn/cnIzEQw/PTM/lMx+Mpgo3S+l/yd5r+RZJr7I758N8qSTY8noWGmflOI9aIIYji2TYye+wPNUlJ9+G7TS67OAL/MZLCxxHt+WvRGgjRtA8DmmFQHB7CWz7rwS54lrgB7gJzlPdX32ywjX5jDzFJko8W46NwbKlQgqCcbLeeOM0/N8eW3TKuPtQ1bkqTE3gAhyx73+uDnENcvncNx1yipwA4Qn8Zzvcv6gcfZHIH+bQQUa87l+uI44z41FO01yfb4lc++QzLWRwdiJY8dg3v8WnSM14vP0wAz5nGQwVuL4uVbxGGsFCymggAIKTChgcQUUmEpgki80U+3AlUYKHJ8SfGHOoJNoDs8X4s7EGH/OlDK3TC7TmzPB0/0Muokv2A/KFE1fM+hJNK2mDi/MXPLLMqReGeyUePr26MylnhlsO1Gvh2UrRybzpT6DnvSlTL0kmXp9IsM/JzfT4zODgLff+lnUN/EFnSdu9UKakLMPApI/ZCY3Vbi5ktGFJYJHAsKyXvXOOUfUjTrypJcmv/WyesgNDdbvFyD/LIV4usj6r8o4rTQy6CSaXdMMnmV15ulqZ2HxhyCQ1xea/27g9bmUq88TQ4L8fueKFg08vS2bgmfVbSWekpfHgyPB+CQb5XqmJUG5Dp3XfaecUYyzD1qL9LPmdQLOEZYM+50rPof/ke1Ncs1iR8/75T6x54YA++JzS5P7bLYnsQ9uMtAkvmdBY4Jj4hrjOmosqmg5wHkl85msl3MtMI8n6fW8UUM+84v4t4jjfkoqc93kMnFdcn1S72FuF8lK/5VM0/sMTAoooIACbRKwLgpsqgBfvjb12Nty3DTPJeAu60MAx5f1ct6g8QtnwdWT60Tg2e+p4d+mwGOTy0SQRpN9vqCyjXtnIZnmvjTLZT5f/DO7J902U/2+5Gf2xIl3rZ/cZy32y/4vk2W8l0q9aI5N4Mf76wQuWdRN980YTeszGCvRrJaCGFw1IzQzZh+8A82ya2de2TQ7k3NNHBfBxMUbe6EOvB5x1synbtSR5tG8f87NlE9mfpm4bmgmzJPacj6BKE8hWf+hWUDz9ww6iWuQd6lZVmdaQ3QW7vhD8EcwVP6b8Zssu3syXrToqM8Tw8tlPsf0zxk2zxXBHr5ZNJNEXXlXvdwYwThBeTlv2DjN3PctCnBT47WZZphBT+K6fHHmNM8Vn2OCvgtmGecIS4a0quB1EOqZRd10r4xNcs1yvunLIKtVv8wf3ufG/gYZZ198bmkVwL64bjK7m/g8Y9Kd0Rgh2OWJePOYuDnAMfF557yS+UxynT1/xzboQ+EfdoyPM1jUv0V8bqhvWSeuc1oOcH2yrHTjODnesjw3giY5tnJdxxVQQAEF2itgzRRYWYHyy/jKHsQaVJwneTTXrQ+FZpsERPX0sCHBPs1E6zI8SW8+PeeJ1z+mAF+0M+ikE/KXd3F5ykgHVZncKREkPCJzWTeDbtotYwQJGWwrnSdrPym5vA4JCmkC/fDMZ/8Z9CSCzadlDkE3wXdGu4l1CHK6M0aMsC86HmsGwQScPGWkk7QRm5jZYoKxZrN0WgBwY4XXFvoFkrwmQZDyjEYtCLYI0jnvjUVTTxL8EQTWG+CJ900ywRNhvDK6U+Jc/WfmUo7yGe0k6kVg1JmYwR/2w1P4clNsn5sO5bxh4zfNQgLtDDqJ1h7HdMZ2/sPNIj535ZJDM8G1RL8SGe1JnDv6bOCmBV7lQp7El67lskHjdFpHIP/KFOhnz74wp1yKdNPtMsZNlQx2Sty84MZcuYCbFNxg63dMtOjg5gw308p1Ro1z7vn3ZBH/FtFipPy3hRYPj0kFac2SwU6J48TgI40l3KSipVNjtpMKKKCAApsr4JErsDyB8svN8mrhnglEyy+NfMltNovvp0QHWgS75TKevhLQlPPoVbnZjJTAmd7Wy3L9xgk+aFZLE/NyOc1ty+lpxrmB0Ay475MN9WtBkNk9iaeZd82cMjDkqSBPNfHLopHprSnx6eRlJ57oHtioBDcVCBSbr0I0ilUEcNxk4X39chk2dDZXzpt2nOCl+RSS1gIfHXODNOvnPeSyOE+Kxz1P5XqDxrlmyptgPAWnF/ZB5cv5/T5HdGDYz56WD81zhQWvBQy6EVbvi8DxXzLBuc2gk+j8j5s3nYkx/tD8m8B51GeXpvS8VlJukhsF3Hwr5zFOS4V7ZKT8/wF1JDhv/luSYt3Evw3PzBR9SWQwVlrUv0W0TGhe/3QISZ2HVZRzzr+NZTlaDEzTp8Kw/bhMAQUUUGCTBTx2BbYhUH5h28ZmXHWbAjzpbfYazxM+AtJhm6aDKpqV12UIYHhaW0/XQ770s30Cccrw5f4d9cIxhvSwzdPesig/11VOTzpOUMiTrXI9vmC/sZwxYpwAkuCpLEYz83G/bPPUFvty/WWM03yfFgX1vgkeeFLIU8563rAhQfzjUoDXJzLoJK6d5s2dzoIp/hBovzPr8T73tzLkeuBnyqhnJkcmjAkIy4IE2ARZ5bztjPOKAK1Jym3cJRNcZxkMTQR6PLGvC+FI64d6uhxyI4wWDvU8WrLQIoRzUM8bNuSc/nujAE/uOV+N2X0nudE3qGVAcwVucmFfz6fjRm5A1NP1sPn6APOpI3VlfFjmuGkBgtmwcvWyRf1bxDXLjYl6vwxpOs9wVObXLbjO+beSfzNpifCrUSu5XAEFFFBAgUUJuJ/NFjCAb8/5p+l7+d4qzejLzqr61fRmmVk+UePLPU/zM7sn8fNJvPtJcMu70Tz95AtqT6EFTxBk82Sr3G2/1gPl8uY4ASSBZBmkEIxg1yzbnObJ4tebM5c0TVBIwFHvnlYBXA/19DhDrp3m+7u8az5OADtq+1g9L4V4n5ubRryywc2TzGpN4lpovrPO6wf0ETGqkjQTL5t044hncz3OET8TV87nplPzlZVyeb9xmueXfRD8TQqVNwUyOTDRo/wpA5f2LqAzvXF+RYF32svXB6gbdezd2uAprDAbXOK0JYv6t4jWDgTgp+25qrjJNc6/DT/ISrRW4N9K/s18VKZ/kmxSQAEFFFBgHQQ8hhUXMIBvzwnk57DKJ4gECzxBZdivlrzL2mzWzFP2Mpjtt15b5vEEvwwa+GL/mSkqR/BQBuJ48X7wqE3xhZwv6qPKzXs5T6HLVhTsjyesPOVmfNzMeS+vH9YjMOOpK+ObkLnpwc2P+li50UBLlnq63xAfboSVy3j6jmc5j3FulmHKeJ3pzZybB/X0OEOuvbIJPE+Km6+SDNpOeXyDytTzufFSvmJSz28Om9cfn0OC/2a5QdNY9Wv5M6j8IuZzTpqvbdBJHU/XudFDHwGzuLm1iGNxHwoooIACCrRIwKosW8AAftlnoHf/NFHmy3A9l+CDjt7q6XJIAEzT63oegSwBTD293SGBME/JeT+Xp4wMt7vNcn2elJfTPPUjsCnnjTNO092vNArSJLoxa6dJftrrdzvNXfwM3r/mPehyz3SgV06PO8565fVDs2zO4bjrz7oc7zvzdJtWEvzU36y339weNz14F76cz00wjMt55Tg3e8j1PD5HzR7t62UE+zyVracZEggenpFJMu+mN5+4Nz8P2WTfRFDed8GUM/mc0yKnXJ3XAib9bDQ/g+X2tjtOHbmO+Tdokn+LuKHVfHWD/+fxM528EoIlAT0dEPJk/vTbrajrK6CAAgoooMAIARdvW4AvM9veyBptgE6beHIzSWadWRHwNK98wkaQfsUBGycwKpv98mWVp/gDig+czZN8fjqKpqIHpxRPp3hHnndVaYJKs3Z+am7W1wpPM7O7biJ4nzRoYGUCVprLMj5JZh3e351knXmU5ee7OAfltid5+lmuR0AyzhPXcp3tjvMUkw4NuR7/KRs7Mpnez+nQjebbdBRI03uOM4vmnnh6zk2dekc8XabZfz1dDgkMue4Z1vOHfY4I4JvvUfPLAXScOEmmEzxurtT7ZNi8McC8ZuZXE7jx1Jy/nWlagNAfQbkNzl85Pc449aJ+45QdVIbPwSz/LeIdfq5JrsNB+6TlwxOzkD4++Pxws4l/7xZ1vWbXJgUUUEABBRQYV8ByVTXroEzT7QnQA/Kbi01sZZwniAwz2k30Ws6Tv3oGQSxP7+vpYUO2xRPql6YQ79LSORNN0NnvUzOPp1PjPg1M8VYmAkqCgVZWboGV4gYPTy5nvUt+no2Oy7hhRNBDB3IE6vxM1/7ZGe8PL+vfFt5HL1uicKOo2UQ+VewkbPh8dSbyh5sfvIaSUdMCBBbxbxG/nsFNUP59G3VIBO3cbOIpPzcTuZ6brWNGbcPlCiiggAIKKNBegbWo2bK+ZK8F3pwOgibA5RPEfs3oCcD5UlpXgaf2PL2vpwcNecpHL+80teYpIE/fBpUt51OfX5YzWj7OEze+gLe8mnOvHjd2aFY+qx3x9Pm52dj3kh+cPOj1jizqSbR0oFl2z8w5TXBDofmzZvtlX9z0yqAn0fM8N3vqmTSdp+f2etrh/AQW+W8RfV3cJofCjUl61+ffs0wOTfy/kaf3n08pfu4yA5MCCiiggAIKbLZAO46eLyntqIm1qAWaTxB5V5ZmwPVyhjw1PCMjO/K7MuTpfQYD0xWyhI6mCGYyOjAR8PEE8+kpcdNkmvrSdPiojK9Konk8weuq1Hde9eSJMgHtLLZPwEVP4/cbsTHsP5cy/5lMaw6aZ/91xp+dvKjE9cvrH/X+uNnFTa96miEdx92KkSLzs4KTeNFknF+K4EnydvMBRT3WfXRZ/xbxCx0PCS6dG/LrBPfNOL3t87pQRvsm/v3jpifXUN8CzlRAAQUUUEABBcYSmFEhA/heSJqQT/pFnHV6t7K9KQII3jsvt0LQTb2YRzDNO5qMk3maxHu/jA/KPH2k4yyaPpdleO/8aZlx3WS+qHI98OWWn9/ifXg6euI90iyeeaLe5UbPnQnep85gosQ61L1ciSe+5XSbx6krrzKUdaRpdzk97jjXRtlhG++hz+JGBk2L6YSOYLWsC9fqf2UGN3qoM0Exry4QoP1z5r8+mff5+iGH1AAAEABJREFU6VMiowtLNOkvbzhxs6v582+8a11+jgj4af0yrJJYYlqX4RWFcVsh1Ou0bci1R58XZb2aNzvKZYPGue5wHrS8nt+Gf4u4HrlGuHa5Ocq/Ify6AP8Wcr3Wda2HvIZxUCbqf4MzalJAAQUUUEABBRYrUO+NgK0ed9geAZ6UE1DUNSLAJkBimh6zyYyTedrIU3vGB2V+bo7mwuVyvrzSfJhO+I7OAgJ1vthmdCGJOpf74+YCT2sn3TkBAa0UyvXokKqcbvM4ARTBRFnH8tcFyvmjxi+XAmWQwQ0aevfP7G0lAve7NLbwnkzzVJ6nmNzooYl8Gdxm8dIS1xWdkRFw15XgPXhucNTTvJrCzap6ms7rmuehXlYPscS0nmaIOcNVzl9rVJ5/F7gR05g9dJJ1uIEztFAWtvHfIm6i8VoR/xZyTdO/SPMGI/Ve9Zs14TcpoIACCiigwKoLTBnAr/pht77+NPX8SFFLvhzXQfstM78M0uiciSehmd038aX6do0l/LTSIzNv2HpZ3E1nzdhFkmeZvpWN0QlaBp3EPngK1pmY4A9PUnm3tV6F4I33Vuvptg95V7/53vXlU+ky2MzkyMR5vmajFD+JNurVisYqfSebr2wQrPOE/aS+pXeeyfW66ECXPiHoG6KuDa0C6HGcaZ4Wc0yMk7lm+PUFhkwPylhiWi7n5hrbK+eNGj9vCvDzZTztfV/GaR3DOc/oUtJnG3u9bKa5oZbBWInze4MxSnKNLurfIn4WjlZEtMTAmfPL/kdVk2uATuwe1Ch4vkwT3GdgUkABBRRQQAEFliewnAB+ece7KnvmySE/x8WXybrOfEEmqLtGPSNDngjy5DCjAxOBMTcAygLHZoIn7hmMlVh/muB62Mb5Uv2ZRgF+imuSJ398IaczPob1puhg7Sv1xIoM6TytPNfcrCEwnKT6BIA8JSzX+XAmuEGQwdQJW37OsNwAAR8dg5Xzho3z5PJvhxWYwzKC7VcU2+U4ah+aiJctUngP+pii7KBRLGltUC7nPNFCoZw3apyfnuNmAj2c0xKAfgV4hWTUevNazg2vshk9LRO4UTju/vZOQY4pg6Fpkf8WcWOP15vo5wBnmspz42RoBYuF3ACij4NilqMKKKCAAgoooMDyBVYygF8+20JqQJBUNm0lcCfo4EliXQGavhOw1tP9hqfPTN7VzaCbmtPdBX1GeP/5MZnPe6AZzCwRDDXf9f/7bP3WyeMmTO7eKExHZNwcaMxu9SQtIggi60ryRPPhmThn8jiJc0Tz3/K80gR41Dvd42ybwLf5hJlO6biuxlmfYyFAbb7mMM662y3D5wOHeju8885NMG6GlVbjdAJZb4ObLfzKQT3Ne9+PzQSvcmQwMvEUl9YvZUGCRT7v5bxFjvN54XNT7vOBmeDnADMYmji/90iJcV5/4Zop3bNa1Zxm3qDMdT7uv0W0cOAGZ70tbkJys6WeHjXkeMq60bln2WJo1PouV0ABBRRQQAEF5iKwiQH8XCDnsFG+LJZP13lid+/sh4Aqg056df7ytD6DgYlm8jR5LgvwRZanZuW8fuMEbvxs2O37LKQefHnvs2jsWR9ISd49zaCbXpIxfvIpg6GJGxmvTAkCqAw6iWDtxRkrn2ZnsvWJp8XNnz7jPXieII8KDAlqnpwjbJ4j3gFvNvdOsb4JQ851v4XcaGleP9w4GadFBgHbw7LRRyU3E8u2e/00t9mc5vgJzuv5XDM8Lb9OPSNDrplRnUCmWDfRvwLXXXdGRniK/rwMR/0sI8b/mnLNmxnPz7xJWsSk+EwTnxfqUN6Y4Kk1n0Wajg/aGeePXxo4dFCBxvxF/lvEjU1u4JRV4N+yq5YzBozzmXtoYxmtlsobAo3FTiqggAIKKKCAAosRMICf2HmhKxCg81Ng7JQv/3TExTiZ4IQO7BgflvlZr482CvA+O+/O05S4sagzSVDIk3CeDN6nM2fnPzyhGhWw7LxW75wfZ5Iv/+XPOLFvfraJL9tny/JmwuGfMpMn1s33dAlkm++Tp+hKJIL18oYNlaYzLd7jvl4mCJYy6Ek0becdan4aq1zwjUw8JXnQzR067aLzvBTpJG7G8CoCtp0ZjT/so5zFk0l6mB9UL4Jz3senWTrNmMt163H6LZjkdYl6vUmGHP9bihU4zn/MNL+ykEEn0WHkNztj4/0h2D0sRfn8ZdBNd8sYnzOaavc7V3zWPpQy9GaeQTfx03x8zrszljTCjQl+OrLcPS1+OKZ+55nPPk/DuVE07v9HFvlvEeeenzKs//3kuGhFxGfsrpng35kMdkqcJwJ/jr1eyL9PdPrJNut5DhVQQAEFFFBAgaUIjPvFaymVW8udTnZQfKke1LSWL/4EwONskeCw+RSVp5E8/aa3ezp4Ojwb4uk178Py1JUA/6KZVyeCHIKXepogrV+gUi8fd/i2FHxEcjPR7Jon0zSFpV7UjxsWBJ7/kcLNL+AvzLxnJpd1zOTKJI6LPgAIvstKcw4417/KTDrkwoHzRQsNgsjyaXKKVDxRJpgs32muGv+xr2aP6wSWePPkkly+mkDQQzP/cjPcPKFePDmu60XdeFLJk9aPpTCtCDLoJOpTBlNcP+TOwjn+ock7TvUu7pwR3vHOoJN4jYPrvTMx5h/e/z8gZbHOoJv4THH85bmiLws+Y3zWSg9WorNKOkvDnellZj43fH74HJX1qK8/nj5z3XGO+Rz+MoVoTZDBRGmR/xZx84GWBWUFuSlIHbiZwLnieMhcw3TKyHniPJbr8O8PQX05z3EFFFBAAQUUUGApAgbwS2Efe6d8sSeQ7q6wY4Qv23zhZLhj1tABwTcBMU9emwX5eTqawRI88i4rPVCX1wXr8D7sHbMigV8GnXTh/KWpaQbbShwDT/7o1Zx9NTfGqwPUi/rR/LWsW132aRkZtH4WrUwiyOVpJ0+um5XmiScdcuHA+aJjuGYZfpqP1yNondBcVk4TsHLjpJzHODdFCMzJZTNvgnRaPZRNrClP5p3yul7UjSfQbIdldeaJ9b6ZIPDNoJMIommm3ZmY4x9udHADot8uCOwJ8PstGzUPY6wJwptly3O1fxbyGcugJ7EeHcXRyqVnwRIn+PxxQ4EAt1kNrjeuO85x83PIenyGx+n0bZH/FvFvC/0N9DserlGuVY6HzDXMtdw8bl5twYRjbC5zWgEFFFBAAQUUWLhAv2Bo4ZVwh0MF6Iis+aSP4KH5RHToRrLwTVVV0VM0QV4mx0p8eaW5PT9zxVNZgo56RZrQz6pncb5o09yVJ188Fav3MWqIAU816cBtXb5gE+TyTjU/gcWT7FEGLOfYH50ReqIf9xUCnjz3C2yymU6ieT5NzjsT+fOp5GslY57BWInAmRswvAfPE1wC5npFmutzs6KenueQJurl0/96X7QgGLcVS71OOcSavgB43YNm1uWyYeO8L896rD+s3DKW8WSa1ynukp3zlD2DoYl/T7gueDo/tGCxcJH/FtXHc//sf9zPU4pWP8kfDO6ZIdvIwKSAAgoooIACCixfwAB++edgVA14YsV7umU5Oubi6Xw5b5xx3sHl95F58sd75nxJLdejp2WCGr60nisLeF+YgDKj1c+qqmo+raSpNk+yWD6LzCsDvDtN8PikbPBzyQSnGXQS48xjGWV4gkZg2Vm4Rn8INHiiyU+L8dSz37ni3DGf5Tw5fEKOf5JAg7IEarfLejSJxjaj3USv3fzsV3dGRr6eTAd2BGw0DeemTmZ1E9tkW3QAxjvu9PrOOaUAT/2bP8F22ywYt6f9FJ06ESg3r10Cejqj4+bR1BvOigS5D8iQFgW8dsDnh3OTWd3E5wqX+nNFMMl63QItG/lT6sNND1oOcEzUnXOb2Z3E+Lszxr8j/HsyyU2drNZJi/y3iOPhpgkthm6cvXPt8gpJedOFceax7Nopww1KDFg3kyYFFFBAAQUUUKAdAgbw7TgPw2pB4EPndbxvXudp3j2t90GgRvNpAjeaxdbbZEgQwk9s8c4nzabrdRgS6NAMn3J1JnhkeyyvM+/aE/zVZRiyv6qqSwwfsh8CRZq+8kSeHtLZBplx5rGMMpQdvrXTllIHtlFnmnSXrwScVnL6MTqco/l0vQ+G7HfaLRIo0Vlcv3PFuWM+yyk3zT4ITrgJQKdu2FLfOtOygcCzuV3W4YYSwX/zPNMpHdt6RlYqW2tkspMIourtM6QpdvM62+7109lR4w83ROgQkH3WmZ/C6/eqQmPVsSe5oUaLBj4/nJt6Pwz5XOHS73M1bAdNC64trrFh65TLtrs+1xXHRN05txwLmXE8ubbrzz/1on4sJ9NHQFmXfuOsyza4jvuZYdnPjM/9OP8WNffJ/t6TmVy7vAJEHwzUlcw481hG/w2UTVGTAgoooIACCijQLgED+HadD2szRMBFCiiggAIKKKCAAgoooMAmCxjAb/LZ36xj92gVUEABBRRQQAEFFFBAgZUWMIBf6dNn5Rcn4J4UUEABBRRQQAEFFFBAgeUKGMAv19+9b4qAx6mAAgoooIACCiiggAIKbFPAAH6bgK6uwCIE3IcCCiiggAIKKKCAAgooYADvNaDA+gt4hAoooIACCiiggAIKKLAGAgbwa3ASPQQF5ivg1hVQQAEFFFBAAQUUUKANAgbwbTgL1kGBdRbw2BRQQAEFFFBAAQUUUGAmAgbwM2F0IwooMC8Bt6uAAgoooIACCiiggAKnChjAn+rgXwUUWE8Bj0oBBRRQQAEFFFBAgbURMIBfm1PpgSigwOwF3KICCiiggAIKKKCAAu0RMIBvz7mwJgoosG4CHo8CCiiggAIKKKCAAjMUMICfIaabUkABBWYp4LYUUEABBRRQQAEFFCgFDOBLDccVUECB9RHwSBRQQAEFFFBAAQXWTMAAfs1OqIejgAIKzEbArSiggAIKKKCAAgq0TcAAvm1nxPoooIAC6yDgMSiggAIKKKCAAgrMXMAAfuakblABBRRQYLsCrq+AAgoooIACCiiws4AB/M4mzlFAAQUUWG0Ba6+AAgoooIACCqylgAH8Wp5WD0oBBRRQYHoB11RAAQUUUEABBdopYADfzvNirRRQQAEFVlXAeiuggAIKKKCAAnMSMICfE6ybVUABBRRQYBoB11FAAQUUUEABBQYJGMAPknG+AgoooIACqydgjRVQQAEFFFBgjQUM4Nf45HpoCiiggAIKTCZgaQUUUEABBRRos4ABfJvPjnVTQAEFFFBglQSsqwIKKKCAAgrMVcAAfq68blwBBRRQQAEFxhWwnAIKKKCAAgoMFzCAH+7jUgUUUEABBRRYDQFrqYACCiigwNoLGMCv/Sn2ABVQQAEFFFBgtIAlFFBAAQUUaL+AAXz7z5E1VEABBRRQQIG2C1g/BRRQQAEFFiBgAL8AZHehgAIKKKCAAgoME3CZAgoooIAC4wgYwI+jZBkFFFBAAQUUUKC9AtZMAQUUUGBDBAzgN+REe5gKKKCAArW59BMAABAASURBVAoooEB/AecqoIACCqyKgAH8qpwp66mAAgoooIACCrRRwDopoIACCixMwAB+YdTuSAEFFFBAAQUUUKAp4LQCCiigwPgCBvDjW1lSAQUUUEABBRRQoF0C1kYBBRTYKAED+I063R6sAgoooIACCiigwGkCjimggAKrJWAAv1rny9oqoIACCiiggAIKtEXAeiiggAILFjCAXzC4u1NAAQUUUEABBRRQAAGzAgooMKmAAfykYpZXQAEFFFBAAQUUUGD5AtZAAQU2UMAAfgNPuoesgAIKKKCAAgoosOkCHr8CCqyigAH8Kp4166yAAgoooIACCiigwDIF3LcCCixFwAB+KezuVAEFFFBAAQUUUECBzRXwyBVQYDoBA/jp3FxLAQUUUEABBRRQQAEFliPgXhXYWAED+I099R64AgoooIACCiiggAKbKOAxK7C6Agbwq3vurLkCCiiggAIKKKCAAgosWsD9KbBEAQP4JeK7awUUUEABBRRQQAEFFNgsAY9Wge0IGMBvR891FVBAAQUUUEABBRRQQIHFCbinDRcwgN/wC8DDV0ABBRRQQAEFFFBAgU0R8DhXXcAAftXPoPVXQAEFFFBAAQUUUEABBRYh4D6WLmAAv/RTYAUUUEABBRRQQAEFFFBAgfUX8Ai3L2AAv31Dt6CAAgoooIACCiiggAIKKDBfAbceAQP4IJgUUEABBRRQQAEFFFBAAQXWWWA9js0Afj3Oo0ehgAIKKKCAAgoooIACCigwL4GWbNcAviUnwmoooIACCiiggAIKKKCAAgqsp8CsjsoAflaSbkcBBRRQQAEFFFBAAQUUUECB2Qt0t2gA36VwRAEFFFBAAQUUUEABBRRQQIH2CkwXwLf3eKyZAgoooIACCiiggAIKKKCAAmspsJQAfi0lPSgFFFBAAQUUUEABBRRQQAEF5iiwigH8HDnctAIKKKCAAgoooIACCiiggALtFNjAAL6dJ8JaKaCAAgoooIACCiiggAIKKDBMwAB+mE6/Zc5TQAEFFFBAAQUUUEABBRRQYAkCBvALRnd3CiiggAIKKKCAAgoooIACCkwjYAA/jdry1nHPCiiggAIKKKCAAgoooIACGypgAL9RJ96DVUABBRRQQAEFFFBAAQUUWFUBA/hVPXPLqLf7VEABBRRQQAEFFFBAAQUUWJqAAfzS6Ddvxx6xAgoooIACCiiggAIKKKDA9AIG8NPbueZiBdybAgoooIACCiiggAIKKLDRAgbwG336N+ngPVYFFFBAAQUUUEABBRRQYLUFDOBX+/xZ+0UJuB8FFFBAAQUUUEABBRRQYMkCBvBLPgHufjMEPMqlCFwpe/118l92ZMaZl8mp0zmz5t2S35D8g+Q/JdfbZ/ijTB+VfFDyeZNN0wucP6t+NxlX8izOXzZnUkABBRRQQAEFVlfAAH51z5013xyB7RzpHln5WcmXTzZNJ3D6rHa95E8k/zT55cm3Tb5gcvPfUILOW2X+i5JPTH5P8qWSTQoooIACCiiggAIKbFug+eVz2xt0Awoo0AqBs6UWj0n+VlVV98rwr5JNkwsQfB+T1d6ffJXkSdMNs8KXkp+efOZkkwIKKKCAAgoooIACUwsYwE9N54oKtFbgPKnZp5L/LfkMydtLm7n2Vg57/+TjkocF7j/P8u/vyIxntG96aObStP4cGZoUUEABBRRQQAEFFJhKwAB+KjZXUqDVAjT5/uu21HAF60Hw/rDU+8jk5g2Q32bes5N5Mk+rBgLyPTNNZpyn7NfJ9LHJzXSjzHhd8tmTTQoooIACCiiggAIKTCxgAD8xmSsooMACBZaxq9tkp09ObqbnZ8b5kv8l+SvJdGCXQU/6XaY+knzNZN6F/02GZbp+JmgZwU2CjJqGCJyQZXslY0XeJeOfTjYpoIACCiiggAIbK2AAv7Gn3gNXYBMEJj7GK2YNOqAr/238c+b9Y/I/J/8yeZxEr+lvTcHrJp+cXKb/l4lrJ5sUUEABBRRQQAEFFJhIoPySOtGKFlZAAQXWTIDm74/LMe2WfGo69e/9M6A5PUF5RidK9FzP+uVKZ8zEwcnsLwOTAgoooIACCiiggALjCRjAj+dkKQUUWH+Bv88h3iy5TEdk4oXJ0wTvVdYj0XndhxgpMu/DX6GYdlQBBRRQQAEFFFBAgZECBvAjiRZW4JDsiSChzrfIdJ34SbCHZOLzybx3W5f5YaZfkEyHWrwjmtGpE++X3j5rvyv5pOR6Hwy/m2kCGd7rpYO0TI6V+E1s1mUb5KOz1q7J1JWOvvh5LuaT2edrsmycfVwo5fCgo7BTMs765N9nnF7DeceYMpmcKp0zax2U3Nw+9t/I/LoTM44jk2Mlzid1rDPnu14RU46b4/9xZtZl6v09IfNGHc+VUubXyaz7owzpVC2DTjpL/tIrPcvqTH0yu5uoT72MYX2uugVGjGxnfTqKu3q2/+/JnL/ynFIXHL6dZVyDBL6Uz+RMEx3SHZAtlueUpu/PyLw/JG8ncTx8Tstt8BT+xuWMPuPlLI6ZY29eI/jw2XlfCt8teZIO8gZ9PrOZTrpE/lJv/p1hP2TOBf8O8fnjc5IiO6XyeqZurEfGgf4BuPY4np1WbMxo1o/rm+u8UWynSfZ/2czlc8rnlTqzfzL/Rnx1x7KrZUjZDCZKrDPP7deVOW9G+HeIG0B8pql/mbHl3yjOxah/H7KpoYnzMevra+gOXaiAAgoooIAC0wkYwE/ntqi1CCZunp3xM1WHZciXxvKcXSDz7pPM70x/PMO/SZ400YyX5rz8BBY9ZBNU7N7YCMEgwc3HMv9ryddLpm4ZTJzoHZ3fxOaJJEFbvQH2ecdMfDSZ94Yz2CntkTnU8XsZ4sEXcG48ZLKT+BJ6+Yw9Jpkyr86QnsEzGCtxo+S5KfnTZN6Dbm4f+4tl2QOSa3NunmRy6sQ540YGthz/uYst1ft7ZOZxPBz7JMeT1VqduPZoXo43Bg9KbTl/5TnNrAqHvTPCNfjuDCl/5wwJpDKYSbp4tkIAk0E38dvvBHvdGdsY+WDW5SYK27xvxrmOHp/hqFQacezNa4T1+ezQOd7LM0FQ95wMz1ZV+Ttd4hrjWuPY+feFf2fqLXEu+HeIzx+dzPFTe+W/BZwngvT6eqZu9bqcV979p28AbgJcsl4wwyGtKL6Y7bF9Pqc4U+fM6iT+jeDGBMsIfif992ze26eS/JvynoycmMy/Q3SGyM2MTPYkbPk3inPBvw9vylL+jcxg7LSM62vsyllQAQUUUEABBXYWKL/Y7LzUOcsU4EvxHVKBtyQTWGYwNPFb1Z9NiWYT4MwamPiy/eEsfWoyX2wzGJkumhIEIQTh466TVTqJ640gjSdGnRl9/vDO8Ccb87GgdcC3Mp9hBmOlO6UU2xonUMCPL/73yzrjJtb5QgqzDnXM6ESJc8U5YzvjrMixc77omXuc8m0uQ6DBsfx/9t4D3rWmrr+OL3YBC6Jix4aogIIovXcQ6UqXjkpVkA5KlfIXEFCKVBGko4AU6SAo0kU6KIgNQQUBK/p+V547eebM2Ul2clJ2knU/M2d6WzM7d/+m7WWETZ6HZ6Rxj45edAwmSac6b3wRXGNM1Ati+5/oVah/TCb082ViPi76I9GsDMeYqrjx/kUJXYQRzxiTIkzo9Rn3yf6IKr8JjLUjAR0O2D85/tzaH2P04/nD83bBmPPUDybCq6OXqWOSHVM8f0xukCd5H4swxaP8nt0n4bQnRqdad/4UShn8lvCbclk8FtRXT3x+T+iHWOeqbYyvuZUyggQkIAEJSEACswnwsjc7hqHbInDhFPyk6LqP2Eb5tPhxJpfVvFiPKLZKPz0+PxE9TyEEssrT9bJHOazAUQ4m27rb/BDCHxPPWS+9CT6iWHG/e+VDObQHjZ0g6v8ZLJVGQGDrcFdZrITDiboi/HNjeJV09D1xzFuZghcsurahImhRP/JnMoVtvMlyougfVu35bjgv4JOAOZaLJpy20mexjhWc4T2tLCL9cP7cK5ot3zEm6tOxsVpHWoRbtgrHa6zYdss2XMKKZlfHOHALf9jmzXb4rrH3T6kPnEs9sbM7JN7H1K1GoxHbsY8FLOHR7vr4t+TBhE6MrSieTyY4WFlvK8AYhAuMGC+MmzYOQizpuxi3cYv7G2OhXxhjsY4Vxwgog7KYuGuPEzD+fz0xGc+MO/KIc6xY3ebZRGMfe1Z/ECDZLdOO5SpKbyuTI2z3pz51IsZOYTWtDcSnHvzOYO/S686fMimfbf9tG2D+rkSAI23ARMhvf+sSZQR/VuQ5qoR7mt7G+JpWF/0lIAEJSEACEliAQPuisEBSo66ZANvai3CHEMmLPKuWbCO+ZcrmhZKXNYTLOCeKG7S5MZu4E8/GggD1xPixbTjGRLHiiMD7bfFhNYtyMHnRZmsz55MTNFG3iI2tqDF6KQRwhFxePPmWdtmaT5uoL6thCAF1Zl2f9SKc1Vfa/yNxcE6UurKdlK2mz4lfrRBm7hQPyo5xRPEiiyANtzqg5M8WXOpH/ldLBNix1boVgPlu+CLCJKvvpUxWLeELZ3jXZdE2XuBT9ERdMzbaFGOi/jq220eTlray/TbOsfr3/OUcPWFFt32ZKBtTbCFnPNcFsq2asfdN8YRzqSd2VsZpLwJpgieK/iQe24AnngtZTouMsEM/n+Y67S/9y9nv01yb/Ut9ENTa55Mt7UzsnSnVgQttZ7xwVhqhm3GUoIni+WBbPc/WxHOGhTzKGXPazzgnD8qgLHYP4G6fUdhxJKbUl75kMow+Y/yisTPG2UVTV+EKcRAWY2n1lUl5t+jyPMU6ohx+OzinX1iVNrCV/+aJVD9XjCV2B/F8J+iIWnf+FAYvJkLq/5O/kIAbRlNfLjyEI23APHf8GSd82rBuR7xH3C/CUQXsXZp02xhfXXXRTwISkIAEJCCBBQnULwsLJjX6hghwnpSXMbaGspJaF8uq603jUa9qxznihZgXVOxdukuAIg+2zXJZWJuGcjlTSj0QdutwVuJ5ga/95tnvmQhsC663EFMGL92c4U3wWLEyx0RG/WKO8M/WeCYOaP84YvWH1cjrx80LaoyJQghHQJl4xEL+rGYXwSNeo3n5U+c/TkRW7embWMeKZ4l2ITCMPXr+YSKFc7XwhUGdjLJYbeO8N/UqYfBgAqC4d8lE2Py5psJMuFwrfl1jL95jxQouwt7zxq7T/yAUMmlzus/iNgTiszfJmBDh0rXG+6hzTS4uo2u3UD83ZbGD5U0x23ESr9F78wfhnkv3Yp0ofguY0EFAnXjOsXDxGyvqjHPGYB39s3H8UjSTCTEmquTPc0dffmIScrqFMX69OBFMY4wVY5l6jx1L/qHvEFpLcnYNcG6cSaouVgi8PHcIx3U4zzQToyWfYq47f8qhvvXvKDtoGO/83lJf4rSaibnfiifxiB/rWNEX9N/Y0fFn2+Oro0p6SUACEpCABCTQlwBCR9+4xts8AQRaLoljKV/PAAAQAElEQVSqV1PbWvCCzZZJtr7WYayaISzVftjxawUoXrrJg7yIM02zdZeV83qlD+GJF8JpaVp/VjXZDl+/OLdxihvhg5fT4sZESGZL76z0vPByQdiHSXBKIyggWJxyjg3yZzV77Dj1h5W8efkTlT5h8oSLvHCjeflvBS/8p2m2/zNxwov4tDj4/1H+IEzFmChW4HhRn3jsiIUL0LhErFQXYYtvr9NnxW+aCadHJLA+l86K6aKTJsliruKivP+YG+tkEbpS0572+eR5Y9KtPVrSpoch45cJkTqMCS0uRqv9ptl5rpgc4+sR0+Jwnp9jKW0445nnk3q0YcXNVnC+cFDcmO3EGn6LaM7ts0ujpKEMJmCKe5rJTgGOzpRwnqf2KAVh686fFf4rUlCl+U3mQs/Ka6qVnSnclVBHoM60p/bDvu3xRR3UEpCABCQgAQmcgIAC/AngbSDpw1NGnxdRXpjZ8l2vbCGcsqU8WRxRvKASVjwRQB8SB3nEmKtY9eZzX3VEVu7ZWlv7TbNz8zPbc6eF1/6sMiN4Fz8EclakEDKK3zSTMn6vCWQHAdtRizcCfZ0/ghIrc33yJw/q83gslWZVjxfyymuqle3N7BiYGuFUAILr207Zi8Exh7otxX/oJmfcGatcsoadiYl2NXdWGzhOUu5LIB7b5zl6gH1ZzS3r7fjt+zwsW+a0dEwCsRJcwhmLnM/muSt+p8xOg3ozIcLESIlA2/iaRXHPMrlHgi8CzIpDGM8xZq37jGcmRejDOh1CZe1e1M5OmjoNzwXHdWq/LjvPFcIv5+QR+tnt0tWudeePoP3SVJCJQyZtqU/fSc4kGzGhxW8X9qKn/T5se3yV+mlKQAISkIAEJLAkAQX4JcFtIBkr1S9ZoBxWv9qVLc6s1lnwoshn4mo/Pk3VvlDX4V12XvJZgS5hfAqtnhQo/l3m2+PJC2eMmQohuN4WS2Tq2rU1l7AuzbexqScv5wjaXPJWtqJzDvQSTSK2Z/cVlEpSyqjbw23mCIQlfJpJGj61NS289WeLdOu3i276ghVetoNz3p0vLcBiaG1hG/k26sQEG89pKZuJGyY7iruPyYQIF87VcXmWeKZO9+u28WzPW+knJUJm3W/Y+45nftvIY1WaZxxhvOTHxX3cB9FHiH9gErF6X86YtyvZCR6tO3/qzqQWu6a4B4T69F19p36L6G2Pr0XqalwJSEACEpCABDoIKMB3QBmIFytBrCL3rQ4rW+0LNNtmWY0qebDazKVvxY3Jbcas8mHvq1k5ZfW5xGeFqu82WMor6WaZrMq1kwJd9wDMyoOXYLb483LO96xZ1eJlmTQIj/VWbvw4o4u5iGaHBFuKSxqOKHAZW3FPM0lD2mnhrT9nj1s/3ashwM4Vnp86N56d2r0JO89qu2uG1XCE5UXKR5hmZ0Odhuee74bXfl32vpMF/57E9blrxueik1/JYiXqg8mlfXb5LNz74s8dGtO2kye4l1p3/r0qsYJIQxhfK2iGWUhAAhKQgAQOm4AC/HD7v+9Kdd2CVjjmcja+mV3i8ALf3kjNGXNWpxfRXEDXCtfcKF/KmWYiWPQVRqhnvTUawXuRCY1pdSj+rJKztbi4mcTghudFOBD3wcngrNFFsXqKEF/c08z/TADbnWOo5hBgJZUJIu4LeE3i9hlridZbsd18WxfW1ZXkOAATTrUfO2tqd1876XjeSnzGOmO+uKeZCOLTwmb5ww+Os+LUYau0s2OAFew2T1azeT65HJHPAjKBx5cimBxs485yrzv/WWXPCuPuB9pDu7jzY1ZcwoYwvqiHWgISkIAEJCCBExBQgD8K7y5xIsgtokmTZCtXbINdNFOE4/ql/cuTAS9tMcYKAb4W6PHk0jU+B7eI5pItBALSF43AXezTTFbsEMSnhdf+jE2E4eJHu0hf3Cc1YcHOgZIPZfG5qUU4EJdbteFc8sHsw4LJCC4FJL56NII/Agnnv/nKAPcycDyBrxLQ73yT/QGj0ajdNRGvEytW39u7CKadIT5xYTMyYKKCox11lPq8f+0/z85zBrd58epwnjF+Q2q/gdqPVetZ8Xls9DTF6jNb1Lm4jokGfl9ZnefzbdPS1P7rzr8uq7Zz7OG74oGg/gsxnxrN8Q4uHOWiRdpDuxg7CZqpiLPN8TWzcgZKQAISkIAEJNCPAEJSv5jG2jSBZVZn25d2hHUE1U3XfRXlsfpeTz4gWLRC1irKMY/tEUCgQDDhqAPCIwIJW7ifmSrdOfrS0ZsYv6zOtreusxJej79UZafVV6f281bgEfj5DUnUnVP8Xt4mtWZCbf4ugtMmglid/3jSsNWez7idIfZpat351+UyqcDnADlmQ39w1AZB/TGJxFdJ+Nzc0P7v7jO+Un2VBCQgAQlIQAInJTC0l4CTtsf0EpDA8Amw2n6pVBPBCcGE74D3/S1iRbpcRJgsVqKYPPhAkxNCFKvwjffOOmkjk2A724AeFWdVmskfdgddNfG5RyTGXMVxoBcmFpdcslIfa6ea5J/QdeTPhOujkjeTCr8Uk3s6YsxVTC7wNZG5EdcY4RDG1xrxmbUEJCABCUigP4G+L839czTmNgmwWlmvGrKiicAzrU5c3sWNzQhUJ9U3nlbIkv4IG7wUluS0re8LbUmziMlLMyuUJ+VAelb2Fin7kOLC5xfTYC5Z44xyrFMVQskfJJRjKlzuxthmvC7yJYIk76U4W8/RmRL5TLFw8VuMlanrJie2bnMUgKMCbI+O10bULq+uLwoIgZbb5C+YhIwZjgk9LvZ5O3g4GvSwxKuP1sR5TJ00/678OXbDlwPYRXCswMqDYzd8yeG34scXHJhk+orYHxm9TXVI42ubnC1bAhKQgAQkMFKAPzoIELwQMBbRpDmay2pcXEC3aE6s4FD3ko6LpXjZLG4EYlaRipttj+sUiks5y5hsHeWlsKTlpbc9a17CljFhUadb9wRBXdYh2xFceWba3553BgqC/bliIjwzjplQ4V4CzsPzeTPOqid4LYrdAEzi1JlfPQ7GXYwTK/Jh1ZYz/FzGx1EBBMrzVDnzrPLMVl4jGNTuvnbGM8Jric9z3475ErbPJmOGuxRunUZyuSSr8wi+r4i7aycH9y+wIp/gXmoV+XOUhEvomJyqC+U3kImHK8WTccAYOuNoNOKrGjwrzxmNRkzQ1hNP8ZqqHF9T0RggAQlIQAIS2B0C7Uv07tR8/2vKp48WbeX5mgScnawFAr5nzCfg6mjnrh0DsnP+k1X4UiWEEbY1F3cfkwubeHnnJReT2/PLJ97w4+xzyQehkcuiivvQTC72Okmb+0w4IYDcIYUwcRRjrBAqEKjOGxerilxWV4/ZeG9EMR5e3JR0xbhrATvOpRVCIV98qDN4bxw8ozHGinbXbjzPz58lNM81kyAlKc89z39xH6rJp+4QfC8fAExyPCNmrfjU5uVqjwXty+SP4M7Z/booJhhYlWfi4aUJYDcKkzCxLq1OG19Hkzu+jvLQJQEJSEACEhg8AQX44XYRK5WLfO4IYZWzxHWLXh8HK0QxxorPIbGFd+w49eeSMRGOY/RWrGQhaCH0FMF4VYJOqQTCe1vXS5TAnia7C/j8GBeScSHazycdK1kxRn+bP9wEH2OieHGvhZ5JwAwL26x5uWZbN+doWS1e9WfOZhS/siD6ss6MC736suDccJ8JJ7i0fchq/HNTcN9VRISa+rN9SboSRfm/l5zqXR9MNLB9nxXSBC2t4HjzpEY4jDFRT4+NZzLGWPGsshNh7Dj1h+cKQfOUs5fBRMmFmpg8S3VZTfDOOvntYqcEF7zBjmfxIj1bw2V3t0vcd0TXCubFve78Kecq+VPvLqINrLDzBYYEzVWMLyZs5kVcyfhKIYc0vtJclQQkIAEJSGBYBBTgh9UfdW1+LI4fiu6r2HrMmc8SH0EEAb64MXmBYzUHe9EI8KwAFXcfkzOltWDMuc1VC1Wc9eR28ro+lMvkQe03y84kCLfZlzgfjAVBJsaIlTLOPWMv+hqxzDuXnSgTxYszn3CiDM6icpP1zRKKQBtjp9XZU/u+E0gI5ozXJJmpmDxhC3OJhND8ujgwY/RS5Sx8r8gLRnpr4nPmPsZEXTs2+jjG0opxddsm9YfjbsuK14gxWfNgVw3PKGF9NQIouwfq+PwW8PzXfvtgZ6Lp9mkIn1ij3TyL7URmgqcqfgf+YmroaLTu/BGGOVZRV4EJBSYEa79ZdiYq2cEyK04J2/b4KvXQlIAEJCABCUhgSQIK8EuC20AyVmQ4K8sK0LziiENc0pS4vKixIlXcxcSfy+2KmzT3iaOvsMYK6D0Sv1a8APPSWfutwv7yZMJERIyxYhvyTWP7kuh5ih0JbD+t49F2XtjxQ0hCgKrPwbJSz7eh+664chaVyQvyKxpB6a+KY4dMdjzUZ6QRttldMK8J9AXbf79hXsSEc2kbAlGsY0XavqxJwOezGOfY16HZzv+gZNweJ+Db2wjx1DfBCykmkbjdvP2t5TNh7Q4QMv7z/OG8f4yxosy7xnaW6D4KnuwaYPdAiU97XlIce2ayLfxPmjZdM+6+vPidaI/O1F8kWHf+CPD8fqfKE8WldPVzMgnosDA++A3it7Ej+JjXjo+vY+3RQwISkIAEJHBwBNqXyoMDMPAGs7WSl3FeyqdVlTAuQCJuiYNw+vg4uAQpxhHFuVu2CteebC9/dDzmrRzzovmride+LP52/IpgHOvKFC+bz29yu3/crGjGmKp4+WXF8+JVDG7cf3LcsIkxVqzw/9HYdvqfW8TKBAVcY52qEFgRwupt0UwGcI57aCudTNLQd1MbkwAmHThWEOtYIRjcKbZZEzvE4fx6X6Gac9gIRMl2okg/jzWREd45osAkC+5a90lfx59lZ9ILIb6Ow+/k78eDOxS4KDLWuYoxyGQTY6weIyTkBn62z2NvNdvcn9J4ck6Z+LP6giRwoO7sGsBdNHUvO0+K3z6Z3F1QT/TBCw7wmNfOKyfCxaKLYhKLSbjixlxn/vxWsGWecopmJ1WfyTPG2J2T6J7RrSKM57P1P+zx1dLQLQEJSEACEthBAryY7mC1D6rKrI4/Ky1m5TvGEYUf54d/+YjvaIQfn1FqvMdOBFg+ldS+0N8goQgbbFHuevFjOz/bndkinqgTxaePnjlxrdbCyzQCe71jgDH77BRzt+iuCQdW3p6UsAdG1+oJcbw9ulZMcNw7HqxQxpgomCMstltbiQCbS8XCKmm7tfmJ8X9t9LYVK8m1oMwqH5/ImiXEcwaeHQp13ZnYeVo8GGcxjig4I9AiHNInRwKnOLigjQmkOph68QmsaYIx5dBHpOPYRp222PtcoFfizjN5Ph6eSIyXGEcUK51cBPeI+J4zGiEpxhFFfWkTq7iMh1aI/FBiM0lU90+8jiiEdYT82pML8N4WD8YeYzDWI4qxyn0U7W8B5f16YvIsxdhL1XX0Acb8bnIUpKvRPAvsbOASu5rnyxIZzjEmHzEfYwAAEABJREFUat3502+TwmJh9wQX7U3ra8Yddxy8OXG5QyLGMcWxFnYXHAuIh+MrEJZRppGABCQgAQkMgUDfF+8h1PXQ6oAgUdrMJU1st+XiOIQCNAI4fnyaqsTD5IWdVRmEONxdmvOVN05AK7iyJfxP48/t7AiwrOKzfZiV2b+MPytbMSaK8u8YF6s6MdaiKJet8KxulwIYtwjoXELF57ioJ0zgg7B/oxLxlMkkA0J5zfRU0Iit/1wwVudPGJ9ugjG34SMIUAYmF0uRX3tWHoGeMmZxJ99NaIRDhOW6LCZe6Cc+lYa+YR0YO2zYhcFOhTgnivFFP7MbAgY1ZwTaEpG0jJPi7jIpn3htGJcLsoX/3Qkgf8qBNfnRn78W/yIIw/djcdcKgaZ2n9ROGZyr5hNebV4IfoQxoYBQzMQHPNGsAlNfdnq044N8GMuMq7b+hNWa/kMA5Vmu/cmTsVc/n3BijDJW65Vk0vF8MzE3rzzi7rKmvxgjsK/bwe/mR+PBOIIT44rxxTiDMav0/JYkyljBi91MTOyNPU79WXf+TNbwfJ0qbmzwxQ36mp1N5beY+vP7TP04NlD/HtPHjL9x4vzhmUDHekzRdsfXMSxr97AACUhAAhKQwEoI1C8vK8nQTFZGgFXmxza5sQLJtlw0K25N8IiVIlZteJlrw1o3AicryAhnbRgr21zIxksewjDnods4pEO44/x7G7Zq9/OSIWW1wiXjlzPG1BMm8EnUI+oNcSHEIDzG2qmm5U9kLoi6TiyUgdluh07QmDvnbtutsIRtQ7Mtt2sHBkIwggG6PQZBPdmhwJGNdjKDMC46hEEXZ4QndnX0+cwVglQ7rsmfvuQiRvKnHFi34+4jicgFZaz8xzpR9Hu9ijoJOIEFIYmbwJn4QICblhVb+uGJhu+0eOxkYNWUy+umxan9eYZ5llllrf2x188nnBij+NcaVjzfPOe1/77amRy5bhqHEB7jiGIcwYlxxfhinDHe6kgI/zzD03itM3+EdC7how51nbDzBYLyW0z92SHVjjOePb7uwMQsadAc8WFsYu/Sjq8uKoP2s3ISkIAEJCCB0wi0LzGn+fp3CAT+M5VghZPVvlkCRKKNCEfwYgWufokjbJbmvC9nLR+VSF1CW7w7FauopCN9Z4Q1eHIJF5MWL+iZd2Fy+cRn23OMmarkz9bVmRGrwFLGotyrLNZm/d3kzFbZGJ0KlmytrwNZhedzXNz2jwBYh3XZ2QHxswlAgK9X/+I1VcGMT3dxWSD2qRGrAMohDYIXK5WsoFLXEgWhHiGtuFdlMiHBcQwEIT4PiFC/aN6smF4gidhWTzti7a14ljnGAKu+ZcP0XimBG9k3+XymyK0rtqLzNQQm7RapDM886V49J9E682fylXHM+J5TjUkwK/dMXrHjit84dmGUQHaKMAFU3F2m46uLyr762S4JSEACEtgbAgrww+5KBAhWG7kl+QGpKqsmMcaKF3W2j7P9m09zLStgIFQgHLFiw7Zqtm1y2di4kFN/2N5cl8UFcaQ7FbwxgxdOLrDjfOd9U+q7ouEQY6ywU887xLWM0EX+rNTxKSryIC/anuwmCjbcjk88VseW5T7JcE0WPsOH0Hit5E87YBPrRDGmzjRxnW5BMEaQ4Yw3ux5oa82AfMmPsYLQzIo6aU7PYb6Nujw00eijwpl84zVRbEnn+AYTMIxvJpmKEMuuD86Yl8i0hdXm4l61yQopE2RcIscFY5yRZ+wxFtqy2IXB1w14LhlHxIfXooxKvrQZVnymkTHHbpG2XNz4E86Y5N6IlmfJb99Njo4wocZvBJcwwr4ev7QfN/6MPfoIbjz7hM3T68yfz1wyXhDkGfs8A3V96FPqTbto3+USyFGOGCN23bSfCGVHAXcyED5NO76mkdH/CAEdEpCABCQwHAIK8MPpi1k1QSjgpuHvTiS2CqO5WZyVPc50rkKYZos5K7aXSRlsyaWMohHuS1kIM4nSS1FvhKuSD1t/2wuiemXURGL7PufNObMPh5I/durJpWiL1LPJfsSZYvIgL9pe8seEDReKsWrHC3WbdpqbLe2kL5otr5xFnRa/9V8mPRNACHa0AzalbEzOzyLItOUUN0I2ZdLWmgEXY5EfY6Vuf9vXfdpHHxXO5Eu9imbcMAHxilSIusSYKPqHCYYSF5P6TCKcsjDWGHOEo7Hjdyp4YYN6sKL+S0nJ2GMskG+tmdS4WsJ5LqlnrCtRsGbMMSHTlosbf8KJ17fAts8W4QNH4pe201/k16dsLl4r6TC5j6MrHfmRL3HQlEe5XXFbP34j+EoEY7Uev+SDG3/G3rJ9tK78eWbflMYw9uu2U2+eEepNuyg/0Y4odkYRr2iOF/GMHYk0xcG4YfwwjhhPJQ9M3PgTTrwpWegtgakEDJCABCQggRUSUIBfIUyzkoAEJCABCUhAAhJYJQHzkoAEJCCBmoACfE1DuwQkIAEJSEACEpDA/hCwJRKQgAT2jIAC/J51qM2RgAQkIAEJSEACElgNAXORgAQkMDQCCvBD6xHrIwEJSEACEpCABCSwDwRsgwQkIIGVE1CAXzlSM5SABCQgAQlIQAISkMBJCZheAhKQwHECCvDHmegjAQlIQAISkIAEJCCB3SZg7SUggb0koAC/l91qoyQgAQlIQAISkIAEJLA8AVNKQALDJKAAP8x+sVYSkIAEJCABCUhAAhLYVQLWWwISWBMBBfg1gTVbCUhAAhKQgAQkIAEJSGAZAqaRgASmEVCAn0Zm8/4PTpFfUukbx66SgAQkIAEJSEACEpCABBYhYFwJ7DEBBfg97lybJgEJSEACEpCABCQgAQksRsDYEhgyAQX4IfeOdZOABCQgAQlIQAISkIAEdomAdZXAWgkowK8Vr5lLQAISkIAEJCABCUhAAhLoS8B4EphNQAF+Nh9DJSABCUhAAhKQgAQkIAEJ7AYBa7n3BBTg976LbaAEJCABCUhAAhKQgAQkIIH5BIwxfAIK8MPvI2soAQlIQAISkIAEJCABCUhg6ASs3wYIKMBvALJFSEACEpCABCQgAQlIQAISkMAsAob1IaAA34eScSQgAQlIQAISkIAEJCABCUhguAQOpGYK8AfS0TZTAhKQgAQkIAEJSEACEpCABLoJ7IqvAvyu9JT1lIAEJCABCUhAAhKQgAQkIIEhEthYnRTgN4bagiQgAQlIQAISkIAEJCABCUhAAi2B/m4F+P6sjCkBCUhAAhKQgAQkIAEJSEACEtgagU4Bfmu1sWAJSEACEpCABCQgAQlIQAISkIAEOgmsQ4DvLEhPCUhAAhKQgAQkIAEJSEACEpCABJYnMEABfvnGmFICEpCABCQgAQlIQAISkIAEJLCvBPZPgN/XnrJdEpCABCQgAQlIQAISkIAEJHDQBBTgm+7XKQEJSEACEpCABCQgAQlIQAISGCIBBfjV9oq5SUACEpCABCQgAQlIQAISkIAE1kJAAX4tWJfN1HQSkIAEJCABCUhAAhKQgAQkIIFuAgrw3Vx209daS0ACEpCABCQgAQlIQAISkMDeElCA39uuXbxhppCABCQgAQlIQAISkIAEJCCB4RJQgB9u3+xazayvBCQgAQlIQAISkIAEJCABCayRgAL8GuGa9SIEjCsBCUhAAhKQgAQkIAEJSEACswgowM+iY9juELCmEpCABCQgAQlIQAISkIAE9pyAAvyed7DN60fAWBKQgAQkIAEJSEACEpCABIZOQAF+6D1k/XaBgHWUgAQkIAEJSEACEpCABCSwdgIK8GtHbAESmEfAcAlIQAISkIAEJCABCUhAAvMJKMDPZ2QMCQybgLWTgAQkIAEJSEACEpCABA6CgAL8QXSzjZTAdAKGSEACEpCABCQgAQlIQAK7QUABfjf6yVpKYKgErJcEJCABCUhAAhKQgAQksCECCvAbAm0xEpBAFwH9JCABCUhAAhKQgAQkIIG+BBTg+5IyngQkMDwC1kgCEpCABCQgAQlIQAIHREAB/oA626ZKQAJHCeiSgAQkIAEJSEACEpDALhFQgN+l3rKuEpDAkAhYFwlIQAISkIAEJCABCWyUgAL8RnFbmAQkIIFCQFMCEpCABCQgAQlIQAKLEVCAX4yXsSUgAQkMg4C1kIAEJCABCUhAAhI4OAIK8AfX5TZYAhKQwGgkAwlIQAISkIAEJCCB3SOgAL97fWaNJSABCWybgOVLQAISkIAEJCABCWyBgAL8FqBbpAQkIIHDJmDrJSABCUhAAhKQgASWIaAAvww100hAAhKQwPYIWLIEJCABCUhAAhI4UAIK8Afa8TZbAhKQwKESsN0SkIAEJCABCUhgVwkowO9qz1lvCUhAAhLYBgHLlIAEJCABCUhAAlsjoAC/NfQWLAEJSEACh0fAFktAAhKQgAQkIIHlCSjAL8/OlBKQgAQkIIHNErA0CUhAAhKQgAQOmoAC/EF3v42XgAQkIIFDImBbJSABCUhAAhLYbQIK8Lvdf9ZeAhKQgAQksCkCliMBCUhAAhKQwJYJKMBvuQMsXgISkIAEJHAYBGylBCQgAQlIQAInJaAAf1KCppeABCQgAQlIYP0ELEECEpCABCQggZECvINAAhKQgAQkIIG9J2ADJSABCUhAAvtAQAF+H3rRNkhAAhKQgAQksE4C5i0BCUhAAhIYBAEF+EF0g5WQgAQkIAEJSGB/CdgyCUhAAhKQwGoIKMCvhqO5SEACEpCABCQggfUQMFcJSEACEpDAKQIK8KdAaEhAAhKQgAQkIIF9JGCbJCABCUhgfwgowO9PX9oSCUhAAhKQgAQksGoC5icBCUhAAgMioAA/oM6wKhKQgAQkIAEJSGC/CNgaCUhAAhJYJQEF+FXSNC8JSEACEpCABCQggdURMCcJSEACEjhCQAH+CA4dEpCABCQgAQlIQAL7QsB2SEACEtg3Agrw+9ajtkcCEpCABCQgAQlIYBUEzEMCEpDA4AgowA+uS3a+QmdLCz4W/X+V/qnY91l9Rxp3q+hXRn8yum479r+LH2G/EvOc0WeIHqra1/5jDNIXRb82HXDG6G2rp6YCpU6Lmp9L2vdHPzL6AtFfFq2SgAQkIIHBELAiEpCABFZPQAF+9UzN8TAIfEmaebHod0R/PPqx0ZeOPmt0qxCKCXtwAt4b/ffRN43+qmiVBJYl8DVJeI7o20W/OfpT0deNHvIEUap3YkX7rpNc7hetkoAEJLC/BGyZBCQggQ4CCvAdUPSSwBwC35DwZ0W/LvpHoxdVCPlPTKK3R587WiWBVRA4czJ5RvRTohHuY+yVYtLsJ9MiJit4/r4zdpUEJCABCUwhoLcEJLCfBBTg97NfbdX6CHxLsn5h9LWjT6p+MBkwCXChmCoJrIrADZLRw6P3bUv9bdOmP40+f7RKAhKQgATWS8DcJSCBgRJQgB9ox1itQRJAILpvanbR6Fa9LB5Xjf726C+PZrUQ/aWxf2s0YcSJ9Yj6urh+N/q7o1USYELnTMHA2IexYVIAABAASURBVJmlOX7B3QuMqz9O/FbdPB6c+4+xN4o2701jbIgEJCCB/SZg6yQggXURUIBfF1nz3UcCl0ijbhZdq4/GcZ7oK0a/KPpvo/87uqgvxsKZd8KIc/a43xpdq++J457RCPsxVGsgAP9aIKYvuQRuDUVtJMv/SCmfiKZdl4/5s9H/G10UbeXSxK8tHpoSkIAEJCCBnSFgRSUggakEFOCnojFAAkcIIFxz8Vz9zCCYIzy9+0jM2Y6/TvCVolsh/prxY0t9DJUEFiLA7fXPTopHRdfqfHGcK1olAQlIQAISOCgCNlYC+0ygFkb2uZ22TQInJXCWZPAT0bV6YBwfjl5U/VMS3D26XjFlK/2V46eSwDIEEOI5ivGFKjGTTu2YrYK1SkACEpCABCTQQUAvCQyagAL8oLvHyg2IAGfbucCuVOl/Ynln9LLqLUn459G14kZ6tj7Xftol0JfAxxKRHR4xJuqHJjYtEpCABCQgAQlsgIBFSGC9BBTg18t3Xu6cT+VWZVbPin7AvEQd4ay0PTf+JQ/M34x7lkJQ5OK0X06kV0Z/Mpp0tcaPMM59swKdKBtRXM7F+V0E5P9KiaVOnCf/UNyPjGZr8Bli9lVc6FXywbzLqYRcjMXt1pxdxx/Nqvr9E049YnQqzrn/Z2dIP8/PJBpCPKvwlP03cZPnV8Tsq745EekbbsX/u9ipe63/OX6ML/p4VlsSbWXqK5PTFaIfF/3+6Lr/qBtu/OlDPgnWtw9P2n9t+tembmeM7qsY/7CGJ2fnaUvRCM58uu3CyYyLDmNsRXEunt0ddeGz6nO2RKTupR2FCb8NF0sYn2srYYyl348fX0wofcYW/c/Hr8TBjl+8einikmZW+qcmpxL+67HX6kZxlDDMUv94z1Q8C6v+fZlZoIESkIAEJCCB3gSMKIE5BBTg5wBaczBCXHsz+eVS5tdHL6K+M5ERHmKMFULSM8e243/Ky/nbE/RX0Q+LvnT0WaNbhR9hv5OAT0VzxvbMMdelWC18RTL/ePSDo7kcrhZAGK/fF//bRXPu/D0xLxVNm2IsrFhVf31SMdnBTfGxjtX35u89oumbb4yJYsWdCQTsaAR/BFDsy2ragTBEPejDn0tGCGExZqrC6R8Si7756ZgIYzGOKMYRdaSPYfr8hFJWjJUrxsVDk+tno18afcvoc0TX/RfnCDf+tB1h+APxXLYPaUvf/ksxSynKeHJSMv5hDc+vibtW9N2N4/HGaCZjrhuTfo2xUQXbtm7vXbAGTCDRj9yGf4EqLWPpZ+KmjZeMuYuqPDc8C5v4fdlFRtZZAhKQgAR2nIDV338CCET738pht5CV83+tqvijsf9w9CLqsolcb+9+R9xdL+684JeXc8pJtIXUbRL7TdHfFb1KhQDOahor7rSlb95c+vaqREbYpm2x9lYIJKya/viMFM9JGIJbjBEv/Qib2ItGCF01i5J3lwkn+uAvErgIp0Qfq6vnL2NjVpsTZWHFWGIy5U5JuWg/MFlCH/5S0tK+GL3Uov3XK9MmEhML8GJipQma6mTS6xkJRdhvhel4r1V9W3JngivGWLEq/baxrd8f/j+4Y6KyYyNGp2LXSHv0ozPigDwZV5v+fRlQ862KBCQgAQlIoDcBI+4AAV7YdqCae13Fj6R1fxZdFNvhr1McPUy2LF+1ifeCuFndjzFRvMROezlnGyt1eEJio58Wk3rFOKaYXLhXfKlnjBMr6nXn5MJW2S7h7y8T9qRo6oXwwJbzOI+o+8XFKnpX+gR1KgRhdheUQG6Fp4w/iAdb2ZlUYXIlzrH6l/x9SXStvj8OhE+E6U2suF4j5bH1vH1uqe+7ElY4YSLkd7FiRwEr8otsH0/WUxUTGNyAzrbkNhKTHoTBFQ0rxlobD/d98+e80X3Vov3XN98Sj68C/HEc8IpxRLHtnGektAn+RyLEgdDP+OGYTJxrVzxHrJBzGWIpjOdlEWGbFXcuVyzpOZZBO9HY8X96/rS/LfFam2KHBZzR7WQE5/3xL5rnk50ydWXgso3fl7oO2iUgAQlIQAIHQsBmboJAKwhsokzLOErg3+NE4I4xUQiWXYLDJEJlOXvsvHjHGCsET15kx47qD8LRfSo3Vs5ds2UfIYM82PaMZjswK3n4s9WUuLVGuGH1u/Zb1s7Z5Ad1JKZcyv+RhHH2mHqxfRnBk/PrrdB068RjRTxGL1VWR2HATd3nTyrKuFpMwi4Sk7PaMSaKFfuPTlynWVhBZts/n5SjzueM9zqEeQRkzgDXzyw3jt8w5VFfVsELJ0wuxIPVLya8ZcX5ZtqXoBMpJnGYzGEio87ot+Ng/CLcI1TCFX2Z+J8pmuMeLduvjv9NohG4YsxVtJlIi/Qf8fvoH0skVtBr1vEacSyFoxbcHcEzUtrEcYrrJQLHB2JMFHcB0GdwmniuwQIz6lML36y+PzxlLSJsMwFGXkz83CFpy9EA8uYoAWOd3QUJ2ph6YkqCM5odMXFOFMI9/kWzu6g9grKt35dJJbVIQAISkIAEJNCTgNF6EWhfUHslMtLKCSAAcna2ZIwQiEBW3LNMhP1vqCKwkt6unvNSjnCEkFSiInCyRZhVxvpsdwnHRCC5WyykjTFRrPJxPn3isaTlm5KOT7HV4xCh9Crxv2s05cc4opjweEh8ELoR3mKdKNKwQ2DiMcdCWddOnHaVEoGXlf92NY8VP1bzCE+yI4qt01yMxdEF7iCgH3BTHwSjI5GXcHDOnUmVkpQyEBBZEe2qD/Fg9VuxEI/4sY4V4+GiY9vJ/jCJw2ROnQuX/zFp8Onas7IjWHIMg0kEdj1UQSMmaBhbtd8s+6L9NyuvEoYwzm6Auh4ItFx0eP1E4rmJcUTx/CDc09dtmxAu13FmnDHFlnnGL2ONc/r1c8QEBHceHKloT8c9E48dLbQr1rGi35i84jK7sccO/Nn278sOILKKEpCABCQggf0hcCgtqV/4DqXNQ2wngugbqoohYLXb4qvgiRVhA2F34hHL70YjuMWYKG7QboUIBGduW59EmmLhxZ1t5a1gwurqlCS9vZlAQOipE9wqjq4dBPE+ojgvj0BVC6as+t4iseAXY676w8Rot+XGa6ZCKEIgLmfjuyLzXDHBwIo8Z8OpIyZfGGByZtEVeo5JXLEpiG3DXCjWeHc6Wal8URPCKnJfTk3SiZOV9FrQZVX90QllzMSYqbgt/RFNDC7iKyvrTVCnc5n+68yo8mTijF0pldeIZ+Ux8ZjXrk8kDhfY1UI+Y4GdITyrCZ6rLp4Y/xZNWbM0Y4ryOKLA7pEkmSh2RTCJMm1iZxKxw8JEIrfNU3ZH8E55bfv3ZadgWVkJSEACEpDAgRPYmebzcrkzld3jirLSywpe3URW1hFIa7/WzpZWVi2LPy/frG4WdzFZQSR/BHHicIb3j0pgD5Pz36ws11G5Sbx2L2pHKGX7d53u5XE8L7qvQoBFkK3jswWebc613zT7ixMA+xgLqVcnNuy5lR+2cc5VTFSwxRmOCGj/LykQWGPMVQja3OyOsMYqKP2xiJBFG9tdBqzeLiIsd1WSrxg8PgGcv6dOTG78Y9x9FQI/q+glPhfT8Wm84p5nLtt/s/JFAP/yKgJ17DspQTImxRD4sReNIMkN6MW9LpP7BZj4YxfEMsI79eLLAEwoYt9lPYTfl13mZ90lIAEJSEACEliIwOYiK8BvjvW8ktgGi7BQ4rFSO++28Csncr0Cyip+18s32155qUe45Swrq68Igkm+NYWQzbn8ugJduwfq8NbOKiGCLAJqCePcLuyKe5rJLoUPTgvs4c/2flZW2abL+fv2hvpZWbAay63rXAzGVuV5gjR1RYjkPDkTBxyZYPJiVhmbCOPoBzsmWLWmTnwNYBPlUgZMTtJ/5NFqJhAu2HguOilBcibH+MQfdjRHV+Y9y8Q7qWYcsSuBfll2woDPS9bP00nrtK302/592Va7LVcCEpCABCQggV0ksECdFeAXgLXmqKxcch69FMOqK9vjMYtfbXJBWbutmlX2XXn5ZgW//vQdkwwID3Ub+9iZ9KgFOXidr0dCtnCzBblH1JlROOv9uMTgPDgXtNEn3Kj/yfj1UZytZvKmPt/eJ92hx1lV/9UcmfxhXBY/JoheUxwLmEzMtGP5QgukP2lUvorAVwi4qZ/nYZH8SLdI/KHGpR+3+fsyVC7WSwISkIAEJCCBHSfQJcDveJN2uvpska4FcLbRs8Lb1SheUOuzrwiyCIJdcZfx48WfVawbJDFb2zFjXZlCWKozY8USoaz262Pn1v33NRH7rD4iYLc3VjfZLOz8XFK8LJpPiLEVHIEeYQoBn/IS1KnYXs+q7SruFagL4O4DbuFmlwKf2qvDtmVna3O5H4DVYlanl6kLPFfdf1xEyMRYqQ/HAjhyUtx9TerFHQ11fPq2zrsOq+2vi4Nxw/M3T7Nj4AcSn/Pu7cWV/LbzycH2mEqiT1X89tDmqRF2KGDbvy87hMqqSkACEpCABCSwSwR4yVtxfXc6Oz5PxqrbIpo0q2o0q1/1pWoI6XzSqit/BLNa+GH1nlX8rriz/BAq+AwY2+u5Nf1ZicwZec52I7ywrZ1LvVY9Vuqt/ylyhPCO4IN9EY3QwdnfRdIQlzTLnhMmfR+NQP/KRGSLPQI9K4KMF9oa7yOKPvjV+HC7eIzeCoEY4ZDx8AtJxer/h2JygzgX7SEks/V+0XyTxdKKS/qYeLpEcuCiQY4JcLYaHmx9Z6KJscYEUaIspdbRfxxtQGguFaK+TBAV9yImRywWib9MXOpGX/OlAX4r+PQbz23Ji2eWuxaYICp+s0wuxqN/ZsXZlbBt/77sCifrKQEJSEACEpDAjhHgBW9YVT7s2nwmzX9BdFEIE13b6L82EbgJPcZYIcSyej92zPlDnqxQ89kpBBQuVGMLOuVya/p1kr5dvYrXTikEWiYmhlZpJlj4BB71u09H5a4Xvz5npb8j8RDMyA+Bi8/bIahzU/qNEsZ2/E0/25y/ZucBt+0zHqkb28/5zB3HBLhskTip3kGqs6fVrKzHWItiwoaJEj77WBfARZg/Hw+e+xiqFRDg+R3i78sKmmYWEpCABCQgAQkMncCmX/LXzmMPCuATaqyslaZ0baNHAK9X5lm1Z/W+pJlmcoEdt7z/ZSIgbPUVqKjPJlYUU62VKFael1nNX0nhPTJB6GZLO6vxdXRuP2fCpvar7WeOg5vvPx6TS/BY5Y51rmKnQf1ps7kJFojAajs3t3Pum0mhvqu9FEEadrtg33e9ji3/LTNYPjGe7RcHuJeh71hJctUcAkP/fZlTfYMlIAEJSEACEthlAgrwR3tvCC7OsrLFuNSFy9FYvSxuTIQ8hD3saM5ds3qPfZrmpnA+MXf1aRFO+XMGlvIfGveVolnB46ztC2PfFcX2alaBV1VfBCC2gCM4c9ket/2fdDUVYYuz8bCu60k/sS2+9sPO5MurYuFishhTFW3ns25sq2Y3BZ+L+4qGwMJZAAAQAElEQVTE5jx0jJUqtuWza+MZyZXJhRidim3d7BJglwjntX8ksRi/fPKMyYw4917RL0ykrLuhXKrIcZq6HI5uMH5qP+3LE6AvV/n7snxNTCkBCUhAAhKQwMERUIA/2uUII2w1XUST5lQuKzEQaDh3XmeG0E2d8EOY5kw6djSr48/FMkOz5Z7ttWy9rqNxFpst3ZeMJ4I644HPgV0gbs4ovzQmAkGMlSvqXWfKBWJdgmsdp8tOGupeh61aUOJIAZMo8IM/W9Spb13mMnYmXd7SJGRXxJc2fgjKrNi32+sZK0wCMNHCeXLSsbWXSQAE5eckn3Wucl8j+bMTIMYRxbl/dnhwwRrnylmlZws5Z/GZWGAHyKr76EgFlnTAk4mVkhyW7VnqEjbPZOKkjoPAV+ddh63a3u6W4a4Mxseqyxlyfrv0+zJkjtZNAhKQgAQkIIGBEUBgG1iVDrg6pzedlXIukCs+CNjlBZxPpKFLGCu4rNoXd5fJCvJFmwAEP85yso37tQlDUN+UgJHiRtS5Lg/huBV6iDdPMznBLoU63ntrxwrsbV1Z0WQVeQVZj7h9f14+CO6cj6/jvSIOVlW5II+JFrbIcw463htRcL9jSioTS7GO2FrM59K4eb9cpjfkowzUudY8c+xAKX5MZn13cSxgMgnDMZc6CTsQWLmt/Xbd/oU04CT9y7Z+JheSzcpV+8wO+fdl5Y03QwlIQAISkIAE9peAAvww+/ZvUi22accYKwTtIrSz7bgWmrh8jpXD0Tjm8T+syl6r8eaM7D3iNytdgieK7eLfM3GtxvLRZMNFZzHGijKWEYq5vZ0V8nEm+cOkwLtjrlIhDLCSXed5izhYXY6xtKJvztukRohsBb32yATCOivsbOdvknc6GS/n7gxZ3vNcSVrGZKxjhUD/5rGt3x/G9boEuH41OBqLyRTGZe17kdrR084XB9q7AHjmeiY/cbT2OAOCdjt+T1xIMmCVm4swYx0rxtki/6ecc5xqPX/ox135fVkPAXOVgAQkIAEJSGAvCSzysrWXAAbaKLbbsoKJMFqqeJlY2L59wZhFIXC0511LWDERjBGUihuT89ysuGMvepZJ+mWE61l5IlC8vYmAUMy25cZ7qhMBmK3amCUS59TfVxwrMtsJFbK9cv4wmRJjacWnvy7epH593HW/0zbixXui3hHbJ6L7KlY624mCvmmnxWNMULcSzmQClykW9zwTYe9S8yJtOJzV93YCgnsEWL1dpCrXTmR2acQYKwTot45t6//DzgguvqxL4qgMvxW13zrsTGj1ZcXRl7aeq6zTLv2+rLLd5iUBCUhAAhKQwJ4TUIAfbgcjpH2gqh6CO9vgOd9cvNn6jsBa3F0m54/bVc7W3ZWu+HH++t5xzDkLnBiLKbbetmf9EWavtkA2MLlhE//FcfPyHmNligkVzm7/V5UjAuiT4kaIxx7rQgpBi4vl6vP7rL6zNb7OCCEZwaj241I6+rX2m2anblx81x4zmBa/r3870cI44WK6vulZ2WbCpm/8TcV7Zgqq+5n7Dm4ZPzjGmKuIf/smFrtpVn2soyli4uSLANzXMPGIhUmJejU6XitRPMPcrl9nxqRMH1bnTyImJWOsRVG3Xfl9WQsAM5WABCQgAQlIYD8JKMAPt1954a5X19mSiyCBQFdqjbCBcFncXSbb5NlyXYdxpr7P2V4ERz5bxopinR479ejzok7cafrVCeBCs9EollMKoZjL0U45pxpMZPxeQmuhkS29fEarXsFOlJUohCDqVmfGRMgfxAPh/mwx+yrORzP50q5A8hk2zkrX+SCItP3HxEWfHREI+XdOZveMbhVhJ+m/duKInR5cptcnT+r//FSo7rs4R6Td9m/SO1ORdhIFflzWR/0SPFVxJwHPZD0WuIGf8cFzODXhCgKoG88pl1XW2VE+43be70Sdpq+d5+09TeTrx41wHmOqYpKD57Tt/6kJpgRw1wC/Q1OCR7v0+zKtDfpLQAISkIAEJCCBIwS2/bJ8pDI6jhFAGCirgQjTbNsukd4fCxfYxZipOE/9xiYG59k5O48g2QSNnaymshLOt+VvNfY5/ocL53iBPh7S34fVu7snOkJGjLGibL5Vz8RBe5aXCHD4hVi4vX2yXTdu1IPyBwEsxsoVAtB9kis7I2IcUVwkx6o/Ey43SAhn8mlHrGPFdmG2nN8sLtIzacEERJwTxSfiHhZX1+QDt7onaKKYOOCG+WmrnQjnXCbHpMO0ryRQx3YVfVJADwvjjx0DddT7x8GliPRRrMcU/fXb8eWSxnrnQbzGinT11vOx54b/IGiz4wThtC6avmFcIqTX/tjhzaQTfcuFg/gVjaDKJYPFvUqTcpksQHDnt4DP9NXjjrKoM5NF2FetGav8jtT5slOHr2J0jU3qhoDPUQvurqjT9bG3fcIE2E/MSLhLvy8zmmGQBCQgAQlIQAISOJ2AAvzpLIZoY9stQkFX3RD4eEHtCmv9nh6PdhUXARJBEiHsWQl/fDTCBhfAserLi/n3xq+oD8fCC3uMsUJ4YNVv7DjBnxcl7d2iW8W2bz6zxgof9aJ+CClcmvWYREYYiDFRT4jt4dF1HePspfpGgjef9INbVxq2BLNt92MJZOKFuqARCllZ/534wz3GEUV+CPe090jAKQcTA+0laAjDjAHuMnhh4sEHzf0GlPcn8atXQkud4j1W9B967FjiD+1hx0CdlN8TJlFoB/WgPmjqxxl5Vu2Z7Chp+NxZeza77dcSd5Mmz9zNU2A9sRTniL7nPgTazh0VtI3JFXgjKLeTEvQPOyAW+WQex0j+LYUxbuZpJpWYOEJwr/s6ycfqQ/m7aPlJspBilft1TYoyNrmnoebEZCK/RWViDj4vadLOcnKZJExKHCYLGOc8l4wtnpOzlMBT5i79vpyqsoYEJCABCUhAAhKYToAX7umhhmybAIIQgnRbD15iEYow27AuN8I3AnGXIMHn6bioi/PIN01ibhevxwVpONPLN7wRnhNlrPiuN+e4x44T/KEND016blWnrFiPKI4OUC/qx2pbXbcSkW/ZT0tf4qzKRBBmdftpp2d4Ihv9i+BPvtMyQkhn1wGfaWvjcLHhT8cTPmjOP7dCMKvHl0gcBKoYY8Un0li9HTuW+EO/ke/LOtJSPvWgPmjqRz3rqOwOOE88WgFu1Wf1U8RSCoGc2/+ZZGgzYDfFjeJJ21gFpr1xHlFMil0zPjzDMTau2CEB91njahWV4jfhDsmIiY0YRxS/LdM4cS8Au1UY20cSzXAwucikZhvlrPFg0oBjJe1vEuN0l35f0hSVBCQgAQlIQAISmE6gSxiaHtuQbRBAwGm3jrJ9vF2RnVc3zhzzfW5WsebFLeFPiYXt9pyrZYWrfklnC/2qbjbnJZtzwqxOs3KbYnspGLDyyLbtLuG/VyZLREKo4/Z7BNAuAbZPltSd1dZrjkajdhW6Kz23mF84AaSL0UuxIskECKuwlIFQVxKyXZ1tzsW9jIlwyicKOe7QNz3jiMkgLmRkJbttz+WS0Um29if5yhRb3+HHcYW+mfJ8IfhzmRx8+qZbVTzG5u2SGc/mqr/GkGw7FcdWmNRiMqozQuPJeLli/BiTMXorVtqZLGh/D0sG7IBg0qC4i7lrvy+l3poSkIAEJCABCUjgGAEF+GNIBufB6jlnhuuKITQuIxyw1ZVvL3NzOiuMfF6qzpfPaLGtle3DvAzfJIFl1ZaVstfEXStW0LpWH+s4i9hZXUMQ4LNpD0zCd0XXgjl2/AgjDqu8CLaJtnGFUMCKIIIIW3lhyiQE9YNjWyFYw5Yt5Jw/ZzdB+8m4Nk3r/mA8uAAOQZ6tyQjDo/gVxRZljhncKR6UgTAM0zhHHItAIMVeNCvE7ZbjEtbXpEwERsq7bxLRfvop1rFiGzpjmEmgC8SHCSG2fH8xdhRboGuBjPb9GAED0Yx/dqjQPrjClzaX6rXtY1wy6cb4KHHWaXI0hjrBnvP37KxAQGZb/zrLbfOGE+OJCY/HJbAem4XRA+IPR8ZLzTDevRVHFtglxLPG8YE6IRfasTui9qvtPAu78vtS11u7BCQgAQlIQAISmBBQgJ+gGKwFwYvL6zhvXvSvnqC2CFecC2XllO+DlzwxeflnOzdnzhHY62IQSNiGT7yiEWzIr46HQMFLdImDSXl1nFl2ykFQvUcisSLPTdXkgcaOH2HEIW6i9VLUgTyKZks52397JZ4TickU8mcbP/WDYymnmLCGLcJNvZNhTtbHghF8mdBhB0DLmZVrhOT/l1RdZTw6/qU+mEwitP28bP9RHpf80X76ifzRnLPnwjKOYSBoUv9UY6K444Dt9cRF84k8tldPIpyywJfwohftv5Omp31whS+cSz3mte9U9acaN05IyWsZkxVn6gR7Lodr+Sb7qartay6lJI+pCeYE8DwiJDNJVY/Nwojb/OFYZ1O3v2/5TBbwrLELqGXGlynq/Fs7deS3g9+QdqwybvEjjDjEbdPrloAEJCABCUhAAlsloAC/VfwWLoFdJ2D9JSABCUhAAhKQgAQkIIFNEVCA3xRpy5GABI4T0EcCEpCABCQgAQlIQAIS6E1AAb43KiNKQAJDI2B9JCABCUhAAhKQgAQkcEgEFOAPqbdtqwQkUBPQLgEJSEACEpCABCQggZ0ioAC/U91lZSUggeEQsCYSkIAEJCABCUhAAhLYLAEF+M3ytjQJSEACpxHwrwQkIAEJSEACEpCABBYkoAC/IDCjS0ACEhgCAesgAQlIQAISkIAEJHB4BBTgD6/PbbEEJCABCUhAAhKQgAQkIAEJ7CABBfgd7DSrLAEJSGC7BCxdAhKQgAQkIAEJSGAbBBTgt0HdMiUgAQkcMgHbLgEJSEACEpCABCSwFAEF+KWwmUgCEpCABLZFwHIlIAEJSEACEpDAoRJQgD/UnrfdEpCABA6TgK2WgAQkIAEJSEACO0tAAX5nu86KS0ACEpDA5glYogQkIAEJSEACEtgeAQX47bG3ZAlIQAISODQCtlcCEpCABCQgAQmcgIAC/AngmVQCEpCABCSwSQKWJQEJSEACEpDAYRNQgD/s/rf1EpCABCRwOARsqQQkIAEJSEACO05AAX7HO9DqS0ACEpCABDZDwFIkIAEJSEACEtg2AQX4bfeA5UtAAhKQgAQOgYBtlIAEJCABCUjgxAQU4E+M0AwkIAEJSEACElg3AfOXgAQkIAEJSGA0UoB3FEhAAhKQgAQksO8EbJ8EJCABCUhgLwgowO9FN9oICUhAAhKQgATWR8CcJSABCUhAAsMgoAA/jH6wFhKQgAQkIAEJ7CsB2yUBCUhAAhJYEQEF+BWBNBsJSEACEpCABCSwDgLmKQEJSEACEigEFOALCU0JSEACEpCABCSwfwRskQQkIAEJ7BEBBfg96kybIgEJSEACEpCABFZLwNwkIAEJSGBIBBTgh9Qb1kUCEpCABCQgAQnsEwHbIgEJSEACKyWgAL9SzZscngAAEABJREFUnGYmAQlIQAISkIAEJLAqAuYjAQlIQAJHCSjAH+WhSwISkIAEJCABCUhgPwjYCglIQAJ7R0ABfu+61AZJQAISkIAEJCABCZycgDlIQAISGB4BBfjh9Yk1koAEJCABCUhAAhLYdQLWXwISkMAaCCjArwGqWUpAAhKQgAQkIAEJSOAkBEwrAQlIoIuAAnwXFf0kIAEJSEACEpCABCSwuwSsuQQksKcEFOD3tGNtlgQkIAEJSEACEpCABJYjYCoJSGCoBBTgh9oz1ksCEpCABCQgAQlIQAK7SMA6S0ACayOgAL82tGYsAQlIQAISkIAEJCABCSxKwPgSkMB0Agrw09kYIgEJSEACEpCABCQgAQnsFgFrK4G9JqAAv9fda+MkIAEJSEACEpCABCQggf4EjCmBYRNQgB92/1g7CUhAAhKQgAQkIAEJSGBXCFhPCayZgAL8mgGbvQQkIAEJSEACEpCABCQggT4EjCOBeQQU4OcRMlwCEpCABCQgAQlIQAISkMDwCVjDAyCgAH8AnWwTJSABCUhAAhKQgAQkIAEJzCZg6C4QUIDfhV6yjhKQgAQkIAEJSEACEpCABIZMwLpthIAC/EYwW4gEJCABCUhAAhKQgAQkIAEJTCOgfz8CCvD9OBlLAhKQgAQkIAEJSEACEpCABIZJ4GBqpQB/MF1tQyUgAQlIQAISkIAEJCABCUjgOIHd8VGA352+sqYSkIAEJCABCUhAAhKQgAQkMDQCG6yPAvwGYVuUBCQgAQlIQAISkIAEJCABCUigJrCIXQF+EVrGlYAEJCABCUhAAhKQgAQkIAEJbIlAhwC/pZpYrAQkIAEJSEACEpCABCQgAQlIQAJTCaxegJ9alAESkIAEJCABCUhAAhKQgAQkIAEJLEtgcAL8sg0xnQQkIAEJSEACEpCABCQgAQlIYJ8J7JsAv899ZdskIAEJSEACEpCABCQgAQlI4IAJKMAf6XwdEpCABCQgAQlIQAISkIAEJCCBYRJQgF9lv5iXBCQgAQlIQAISkIAEJCABCUhgTQQU4NcEdplsTSMBCUhAAhKQgAQkIAEJSEACEphGQAF+Gpnd87fGEpCABCQgAQlIQAISkIAEJLDHBBTg97hzF2uasSUgAQlIQAISkIAEJCABCUhgyAQU4IfcO7tUN+sqAQlIQAISkIAEJCABCUhAAmsloAC/Vrxm3peA8SQgAQlIQAISkIAEJCABCUhgNgEF+Nl8DN0NAtZSAhKQgAQkIAEJSEACEpDA3hNQgN/7LraB8wkYQwISkIAEJCABCUhAAhKQwPAJKMAPv4+s4dAJWD8JSEACEpCABCQgAQlIQAIbIKAAvwHIFiGBWQQMk4AEJCABCUhAAhKQgAQk0IeAAnwfSsaRwHAJWDMJSEACEpCABCQgAQlI4EAIKMAfSEfbTAl0E9BXAhKQgAQkIAEJSEACEtgVAgrwu9JT1lMCQyRgnSQgAQlIQAISkIAEJCCBjRFQgN8YaguSgARaArolIAEJSEACEpCABCQggf4EFOD7szKmBCQwLALWRgISkIAEJCABCUhAAgdFQAH+oLp7I409W0r5WPT/VfqnYt911dWuuo3z7H8XAO+Pflz0FaK/Mlq1VQIWLgEJSEACEpCABCQggd0ioAC/W/1lbXeXABMA50j1bxn90ujPRz8x+tujVbtIYBh1Zvw8IlU5T7RKAhKQgAQkIAEJSGDPCSjA73kH27zBEuDZu2lq99HoG0V/SbTqgAicsKlnTvp7RzN+bhHzS6NVEpCABCQgAQlIQAJ7TgAhYs+baPMkMGgCX5baPTX6PtHYY6gkMJPAN41Go7cmxq9FO2YCQSUBCUhAAhKQgAQOhYAC/KH0tO1cB4GnJVNWzufpMyXed0RfNfrZ0f8b3SoE+DvGk7xiqCQwlcAZEvIV0SdQJpWABCQgAQlIQAIS2EUCCvC72GvWedcIfC4V/kT0i6J/Jvq7ol8V3aoHxWMfLvxLM1R7TcDGSUACEpCABCQgAQlshYAC/FawW+iBE0CYR1DnErsaBc/jA+PBFukYKgnsJwFbJQEJSEACEpCABCSwHAEEhuVSmkoCEjgJgX9P4l+Oblfifzh+14lWSUAC3QT0lYAEJCABCUhAAgdLQAH+YLvehg+AwGdShztH/2t0rW4Qx9dGqyQggZUTMEMJSEACEpCABCSwuwQU4Lfbdwhpf5oq/F+lHxD7oopPSD03iep8fjPuWYrL0r47EVgFfmXMT0bX6bHjR9jNEnaW6E0pLnz7lRT2zuj/iqYu6C/G/qHoR0afK5rLvGL0UmxZJ4+i73Iq1VfFvG3030aXsA/Hfv9o6hFjrYo2cgt9XchPxHH+6EXU1yTytaNfFv3P0aUtmB+L+ynRF4pehFmiH1HfHNftoxmznOsn76L/Lv6MQepAXeJcWsGdcdmWw1iAF7evE2fZAki7qfFFHWEO+9+Pg2eqMCvjuc9YO1/Sfj6atLD+ztiL+upYuJWesKIZ7/GeqajXTybGY6MZIyUtJv0Lf/qbfk8U1ZiAfyQgAQlIQAISkMAWCSjAbxF+imYFFoEr1om6XGxfH72I4mX+wlUCBJ1nVu7aiuB+sXi8Pfqvoh8Wfenos0a3Cj/CficBn4p+VDTfn46xFvVDyfUV0R+PfnD0eaLrz2QxXr8vfreLfnf0e6IvFU2bYiysvj0pXh/NZMe3xizqe2O5RzR9840x16kQlp6VAuizGGNFey45ts3/wwQEwui/JCo33F8+Zjt+GB83jv+fRH8gelFm35I05P0PMR8RjdDXCulni/81o4lHXagTdYtXb0V/kJ7+Z1y25TAWGBN8/5w4jPFv6J37aLTp8UXVfiB/3hwNey4wPGvsRZXxzFijPbR9kfaUfBY1Edw5psE35BHSb5UMGCMxJor+hT/9Tb9TN/pnEkHLcgRMJQEJSEACEpCABE5CgBfIk6Q37ckJsGpZb6H+0WTJOegYvdVlExMhK8ZYvSN/3xvdKgSgh8bzddGUE2MhdZvEflM0t6jHWJlCYL1RcmN1lbbE2kv9YGJxhhwBiLbF2Vsh5LIq/eMzUjwnYUxcxFiren9yZ0IixkQxIXPGiavbwg4KJiCY7OjbfiYnYMY46JOGCRPKYGW9uxbHfcmXOr08QfW4jLNT0f/kj0CJ2Rmpw/Nn4/fn0eeMnqXIf9Pji/pcOX94FvvupqDtsF7185VqTBSCORNyTBq1QvskUoeFutEWJn86gvXaEAGLkYAEJCABCUjgwAkowG9/AHwkVfiz6KLYDs/qWHHPM78yEa4aXasXxMHqfoyJQoi5Y1xsTY5xRLE1lzo8Ib7op8WkXjGOKSYX7hVf6hnjxIp6cQ6cbeQIfm2GfxmPJ0VTr7fE/N/oVt0vHqyid6VPUKdiMoLdBSWQLciU8Qfx+O9oJlWYXIl17YoV63c1pSA4f13jVzsR8tit0DUBwRZrVkxpDybbtuu02BkHj4llFjOOeLC9+vsTr1bwqcfLtDIumkR8Gm9WGYkyukb+sL28K968/v+epH1+9LTV4W2NL9r+9NSL7e0xxop+gBX9wjjjuRsHVH+mPV+fThwEb9I+I/Z6xwa7OF4YP8KK/pu4W0V/Uu7PtQFx06dM7JCe558t9fE+otiNwq4U+utIgI5dIWA9JSABCUhAAhLYdQIK8NvvQW4jR+Cua4Jgycty7TfNfvYEXCC6KATPlxRHZZ439vtE14qXfLbs82JPHrdMIJrt1giQ+LOSGu8jiq3SrH4f8VzSwVldhLw2OeVS/o8kgDP41IstvaxKc34dgSNBE3Xr2NhaH6OXYiWSiDAoZ84p42rxJOwiMVkZj7ERxdn+uiB2CEw7ewwXPkHXCtaMIwTab0tGbNemPZisgrP1nB0OCZqoW8Q2i9m1Es5YjDFWTJ6QJ3zq8VLK+LHEapldL35dkwzxHivSIJi2v0WPTijPQNv/bNVnZ0SCJ4qxeKe4ENZjHFHbGl+svpcJGHYJwJ9+gBUMGWf0I2O7Hctdz9dfp1WcRyctbWVbe7zGit8QztETVnTb10y4/Xpi1/0Z54gdJpTHcYfLxIP0PP/s7uCuAMZUvCeKSRbGHv028dRyIARspgQkIAEJSEACWyfQvjRvvUIHWgFWUrlErTSfLcF9t7jzQl6fm2VltF09R7C5STKvVwP/Pm62w/5xTC7TinFMfTY+d4smbYyJQjBBIJl4LGn5pqR7YHQ9Dr8Q91Wi7xpN+TGOKISVh8QHoRvhO9aJIg0rmBOPORbKYmswAlYdFYGKld//qT3XbG+PPNBX9bn8ungmK+j32u/ucdAW7jWI9YhihZYt+kxKsCpcB7ISz2RN7YednR3tSisCJCu08CFOrSkDofGK8WQrfIyx+vL8vW50l0Ko5Kw846mEM0nA1ngmFlh1Lv7FZBX7+nFQjxgThdDZ9v22xxeVQ9i9eCzwh1GsE8Vzx+4S+NDuEgAPJgCKexUmdyognNd5sesEQZwdDNSlDsP+ifxBuOeSx7Z+900YQn8MlQT6ETCWBCQgAQlIQAInJ1ALTifPzRyWJYAg+oYqMQJ3uy2+Cp5YeYFG2J14xPK70Qi5MSaKG+R5gZ94xILgzG3rsc5UCB1su+Vlv47IFu7avYydCYRW6OJCra4dBG3+CIsIcvVWYlZsWVWGXxu/y/2H8Xxb9C4pVuXbLdAIs1z61iWE1W1jy/Yd4lFPWLCizWfr4n1EsTrMynbxZLKDy9iKe5rJSvHDm8ALxs2OghhHFPlf4YjPaHTPuNlmzriLtVMxgcCxiXr8IvSyY6BOsO3xxSQQEyvt81jXEfsf5Q8TaTEm6tyx9R3HiTpTMVFy08Sof++ZwGPiACE9QVMV/cBRC34v6khXioMJoRgqCWyEgIVIQAISkIAEJBAC9QtdnKotEWCllxu16+JZYUUgrf1aOxeSsa28+LOKzyVzxV1MVs/IH0GcOJxvRWgo4fNMzmi3K8TnmJdoTjgrvDds4nDp2fMav1nONyYQ4TXGRLE1edrK9STSKcuLY8I+xtYVjNu6tFvkqSQTMQi+2NEIYuxIQKjFPU+zqv0bTSRW7tuxxm8Dgl+Jyko6E0bFPctkF8g/JQIr8Qjj9Ol/xN0qVpkRvIs/Ajk7BBAai980k0mv32sCESjZ3o/3EMYXk2nsGKA+szQCfjuRxDGI0pZZafuEMY44KlPHRSCHd+03zU5/cKShPh7B+OB4xKomGaaVrb8EVkTAbCQgAQlIQAL7QYCXsP1oye63AqGnfkFmG/2ss8O0uBWAWMVHsCGs1v8cB2dkEW657IvzrQhX8d6aQsjmXH5dAQQehJnab5YdwYLLz2rBl5u1YTcrHWGU80EsA9H/mXq0QjjnjeM9UQhLfCZu4hELkx7tkYl4z1RcBlifoeZTZ/WkAIk/lz982izGWCHMI/RxjnvsMeMPK/xsX2eCiTPfnL2Gd50EAftitUfstGXeinCiTdQrY6MdXAD4+Og8jEwAABAASURBVNg5S89kVayjbY8vxiSfjqMufXQ7QdYnTd84PGf1MRuYLTKBRzn/mD9stY8xURxjYXfPxEOLBPaWgA2TgAQkIAEJDISAAvxAOiLV4AW53kaLsMb2eMwEH1Nc5sZ54zqAVXYEh9pvqHZW8GthkEmGty9RWSY9akEcXufrkQ8rxIsIiz2yPFEUWLQr3FxIWGfKajWXutV+fxEHExkxeivaXq++Ipy3Rxn+LblxK3mMieJmdSZ+uJmeS+zaCYZJxB6Wdos+SV6dP4u0hR0YHAHgvgiOXjCZUyYKtj2+eJ45TpAm9VJd9z30StgjErs26mg8Z3ypoPbrY39NItX9w0TgKo7SJFuVBPabgK2TgAQkIAEJrIqAAvyqSK4mH7Yb1wI42+hZyezKHQHl/FUAgiyr+JXXiawIwqxicj6alVHME2XYJGalvPZiVRDBsvbrY0fIfV8T8Ycad5eTrc1d27q74m7LrxWyOEfODoq6PpwhZ/V5Ec0n99oV97Y/KIPt7GzRx140kwwIy5yHhx9jDjfCHGOmxJtn0g4mLUo8BO+u3SMlfFGzbc+mx1fXjopF27CK+Ox0YJKjzosdG/Rd7dfHzuQNExMl7qyLFkscTQlI4OQEzEECEpCABCQwIaAAP0ExtvB5MlaYFtGkGSdewR9WU+uzsAjp3BLdlTWfx+IFuoSxel+/XBf/eSYr+ZyRZXs9N4I/Kwk4I89WZM7Ls62d87OrHiusJqeoiUJ4X0aoYMKDy9kmGfW0kKbdst4z6VqinbkjV9pWeyPAt/Eumwhc3LeI5hK89sw7AnWyOqJYpb9NfKZxYkywjZoVeW6/ZxcFdu5lOEPSzVKkrQV+2lpfSDgrbZ+wbY8vJiMYY33qus447K5oz9LzXC9TJpMsq+yjZepgGglIYGECJpCABCQggX0iwEv0PrVn19vymTTgBdFFIeB0baNn+zErryUewg+r98U9yyRPVqifnEicc2arNFvQKffB8btOdLt6Ga+dUmzrZWJilypNn9T15dZ3dgnUftuwc+6ZLeqca59XPkIzq/F/moiMK26UbyccEjRWrL6zmj925A+X+A2hvanKXLWL42tuo5aM0I7bJbMxmQQkMFgCVkwCEpCABAZFQAF+UN0xrgyfUGNb+NiRP13b6HlprlfmWbVn9T7RZypWWbkRnM9bsQrbrsxNS0x91nlGd1q5y/p/KgmXWc1Psq0oVknZbVEXzpbvoZzR54I1VtU5J/+UVHLainyCJgrhnE+9scW+z6WCk4Q7YNm18bVOpEMZo+tso3lLQAInIGBSCUhAAhJYLQEF+NXyXEVunE9F6Cl5cVYZ4am4MVmV57Ne2NEvyx9W72NMVayi8om5q0+NcVoAK6GU/9A4rxTNVmu2br8w9l1RbF1mV8Ku1PebU9H2iwPcaTCvT1mlJx27Kk6qb5w6zFIcK0GQv0kiIZwziXSP2JkMijFVMX5ZxWfyqI7EOKv7iDE27b6HOt0Q7Ls2vtbJbJcm9tbJwbwlIIH1EDBXCUhAAhJoCCjAHwXCFvJFBSHSHM3lZC7OmXLuvM4FoZt64Yegw5l07GhWx5+LZYZmyz0Xl31HE4dz5w+JH7dUI6gzHvjcFDeMcx7+pQn7dPQ6FPWu8z1rHFy4FWMhRRrqXifqs0Jcx9+2/VypQHts4fXxa3cRIPB+Mf5FcQfCNoRe6sDFgXxWjlvxEegvnEo9Lrrt13iNEOK5YwF70Yzz+jw1uxDqSakSb1mzrcehji/GDBMONcdvqx0L2Dki0R5NIf8FsjCqBCQggU0SsCwJSEAC+0cAgW3/WrX7LWKlvL5oCgGbG+FpGZ9IQ2NHs1rOqj32aZrPzfEJsDocYYuzvFzC99oEIKizyhrrRhR1rstjcmEZwYLJCQTEutKsFNfuIdsRXFn9LhM01JWV9VdiaTTb6pl0qb3PXTu2ZGeigTF765TPZMrNY3IJYoyJQoCvj2xw4SKr8CUCkwCMgeLuYyJMwonb+jGZpPqeUwkdX6eBoG9gcZrrtL/snqj74jTf+X/50gATfCUm9xzAvrg1JSABCewXAVsjAQlIYIAEFOAH2CmpEjdYvyFmUQjaRWi/ajxrYY/L51jNjHenQkC8VhPChWRsf56Vrk5ypjiKYBTrSlT7SSrKYDV30cy5Qb9evWZS4N2LZrLF+OdJ2fRpjImi77smIdhSz9b6ScRYmNxB+I21t2LL/nsSG+GrCL7UI14TxbGNX4uLcC6X4zx7nHMVq/NPSqyHRdeKfqovtEN4b9tyiTpBDzu7DziXz2fSuCvi55OmTHQ5vgLjlGKS75R1bMCMMTB2LPDnIk1cfqfqicYmWKcEJCCBwyZg6yUgAQmsg4AC/DqonjxPtqU+NdkgjMYYq8vkL9vnLxizKFZk+XxccXeZCMZMANRh3BLOinvtN8tO+mWE61l5Ijy+vYnAp9BYVW28pzqZnOAyPswS6eOxsL07xuAVuwc4gsFW+FJZ+vzxcXRNrrCayrGGBE8UAjzn4CcePSx8eg4hrgi+fCqOLeZ1UoTpe8cDwZgwdnD07Rva8MaknaXY1t3GoV6LCJZ8wo7b7Es5fE2hTAo4vgqV0YjnjE/8FR+YXbs4eprsjuALFXX0t8SxyO9IoqskIAEJSKAnAaNJQAIS6CSgAN+JZRCe70gtPhBdFII7QhSX0RU/tr4jsBZ3l3mGeNYCYpyj1o3fNP1lCUCQ4/xrrCtTCKPtWf+LJ3e2WsfopWBywybmi+NGeIsxaAVXLgpEQK4ryor3K2qPxv6auLkFPcZYcW78PrExGRBjruIyOXZf1BH5ggHjrfb7kziYSIoxVrCuv3ww9pzxh23adTDjlM8W1n4vj6M+B89RiJvGr95hEmenYjKBLft1IGyKQHno46vm8qE42jF1+/h9X3QfRX/cMhHr+EzSPCt+mDFUEpCABCQwLALWRgIS2FcCCvDD7VnOCNer66yY8hJdrzY/M9Wvhaw4jylWcv++8WXVlvOsjfcxJ1uzHxXfrtU66sGLfYKXVq9OyvYWc7ZfXyP+8xQTGb+XSAiwMcaKi8ueGNvQhYqzp46spLPjINaJov73jKsVdOM1UWytp90Tj1iYBHh0zHnnmunPX008BOUYE/XbsRXBN9axQqjn84RjR/7AGbbsxohzpmJsMVbrSFzKx5np2o+jHNxQX/vdP455/c+k1G0TjwmfGGPFvQFPjq3u+0MZX/QNfZvmdyp+I3iu6nsJ2H3BlyXm9SfP+C8m17tH14qJpnYHRR2uXQISkIAEdpmAdZeABAZLQAF+sF0zrhgCelmh5AX9ymPf0/6wVbg923payNG/XVuVOc/O2fl2lbSkZHWYlXCEuFsVz8bkwrl5AmOT5JiTs9UIBrVgQdnPS0wmDuoz0/EaKzj8Qmxs32Vbb6wT9aDY3hk9NMXuBc6Ac1ndm1M5zmcjdMc6UTDg8jfaNfHssCCgcr6c/q+DbxAHAhVn1xG64jyi6OvXxedm0bV6VRyMsxhHFOftmRSoPWkD8dnqjhBdh2Gn3EvFgrDOGIt1rNgx8Iyx7egfBEsEdsJLCL9Jz47jbtFd4+ss8UcY5Qb8WCfqCbGxVTzGRO3r+OIrC/UkD5NpHCXh2Zg0vrGwO4GjGbU3k4LcF3HdeHb1J0I+k0U8i/RLoo1Vn4mmcUT/SEACEpDAYRKw1RKQwPoI1C9l6yvFnJclwGpru7W55IUghYBS3LPMpyewXYVnBZvVby6hYissL/essPJCz/ZjBPzvTbqiPhwLwmOMseKFH4Ft7DjBnxclLcJajCOKc9kIkVy2Rr2oHxMWCC6PSUwE/RgThQD38LjqOsa5VnWj5E558zQXtnE++ymJzyf6YhxRCO9saW5Xo49EqhyfiJ3JAASpWCeKPuV+A1a6WV2FGXcp0Mf09fknMU+zcAnZHWOFc4xjiokUjiTUAYwJtmOThlVYykBjp1zGZTuxwlEBxnKdT7FTL7bCw6D48buEgP7ZeNDn5M8YYCwg7MM9QRNFmRwjoB8mnqcsuzy+TjXhmMEz8NeNLxMz9AlHFdDt0RImS+6aNLCKMVFMkjG5wk4d+hDWjBny5ygKwv0kciz0U5+JpkRVSUACEpCABJYiYCIJSGAGAV6UZwQbtGUCvJAjSLfVQFBBQMNsw7rcCN8IxKzcteHc2s3lVGzn5vzxuRKhHhekQbj8mfgjOMQYK7aB9z13PU4w5Q9tQMBjmy5ltdFYJaRe1I9Ly+q6lbgPiWVa+gQNWiGk/nRqyKQELGLtpVip5ygEQnibgJVr8oQZwi593MYhHbffs8uiDStuhDry4Fb84ldMymAXAeFo7PiV8GLeK5Z5EytMFFAXtsEn+kTR1/Q5+TMGGAuTwFMW6sbuA56VU15HDJju2/higo2JiSMNjYNJLSZP0O0xiQSPYHTNWJiwi3FEkZY+hDVjpmtrPWP1KklFf8VQSUACEpCABIZIwDpJYL8J8IK83y3c/da9JE1oV1oR3jg/nKDeitVdtj5/pHeK0YgVY7ZC/+ZoNGJVD6Ev1rFiC/15x7aT/0HI+q1kU1aQY+2lYMCq8l0Su0v4j/dgFcIxwi3CFqvcMFi0shwX4OsAbHFmZbRverbGk47089LwpYPLJxKTJIuUwRZ/BMIHJG2fvmGcnyNxuyas4n1MkSf9Tt2o47EIlQds9218cQEkO2uqZh6xwpKt9Uc840CIv37M60X/U3Rf9dhEZPcFdzfEqpKABCQgAQnsKQGbJYGBE1CAH3gHpXqsnr8pZq1eFgcv4jEWUpyBPmdSsNrJKlr7As9Wb7bYskX2GxPvJtFs144x4pIzztFiL5qVT1buivukJtusL5RMED7YQv2u2BHUYowVdvwIIw7nvd86Dhn2HwRftrHDFqGT8+h83o/z36xqnqT2pL9dMviGaLZNU0ZXv7IVvfQrF8CRLkl6KSYbqDfbrdmtwdhpj2TQN3w1gcmecydXJgi4RA7hOc5eirHGBXbfmdj3jaavyTfWscJOO+4QF+ezmVSgbnH2Uvs0vrjbgnPv10rLYQKbWCeKFXTG2MSjsnwxdu49YBKOCRC2zDNBF++Jan8Lfj4hHF+IoZKABCQgAQlIYBoB/SWwbgIK8OsmfPL82S7L5XWcNy+am8SXzZkXfbbf8uL/Tcmk5ImJEHiZ+HHeGIE91olCEGMbPvGKRpgjv0mkWBDsEB5KHEzKS1AvRTmcF+dTZ6zIc8M2eaCx40cYcYjbK9NEog7kUfQl4lcfCYhzpupqV8lrnsl9AXy+DbYIne9LSQhRMVammNBhRZYyuvqVs/dd/bpIBRAan5MEjB225dftpm/Yts1xC7bln6R97PTgTDt9Tb6lHOy045GpQzs+49VLMWYYO4yhrvzxI4w4xO2VaSKddHwtkx7GTKbABDaFEyY7UxDCU7WpimeX+wyYCGif2Vm/BVMzNEACEpCABCQggRMRMLEE5hJQgJ+LyAgSkIAEJCDi/aRMAAAQAElEQVQBCUhAAhKQgASGTsD6HQIBBfhD6GXbKAEJSEACEpCABCQgAQlIYBYBw3aCgAL8TnSTlZSABCQgAQlIQAISkIAEJDBcAtZsMwQU4DfD2VIkIAEJSEACEpCABCQgAQlIoJuAvj0JKMD3BGU0CUhAAhKQgAQkIAEJSEACEhgigcOpkwL84fS1LZWABCQgAQlIQAISkIAEJCCBlsAOuRXgd6izrKoEJCABCUhAAhKQgAQkIAEJDIvAJmujAL9J2pYlAQlIQAISkIAEJCABCUhAAhI4ncBCNgX4hXAZWQISkIAEJCABCUhAAhKQgAQksB0CxwX47dTDUiUgAQlIQAISkIAEJCABCUhAAhKYQWDlAvyMsgySgAQkIAEJSEACEpCABCQgAQlIYEkCQxPgl2yGySQgAQlIQAISkIAEJCABCUhAAvtNYM8E+P3uLFsnAQlIQAISkIAEJCABCUhAAodLQAG+7nvtEpCABCQgAQlIQAISkIAEJCCBgRJQgF9hx5iVBCQgAQlIQAISkIAEJCABCUhgXQQU4NdFdvF8TSEBCUhAAhKQgAQkIAEJSEACEphKQAF+KppdC7C+EpCABCQgAQlIQAISkIAEJLDPBBTg97l3F2mbcSUgAQlIQAISkIAEJCABCUhg0AQU4AfdPbtTOWsqAQlIQAISkIAEJCABCUhAAusloAC/Xr7m3o+AsSQgAQlIQAISkIAEJCABCUhgDgEF+DmADN4FAtZRAhKQgAQkIAEJSEACEpDA/hNQgN//PraF8wgYLgEJSEACEpCABCQgAQlIYAcIKMDvQCdZxWETsHYSkIAEJCABCUhAAhKQgAQ2QUABfhOULUMC0wkYIgEJSEACEpCABCQgAQlIoBcBBfhemIwkgaESsF4SkIAEJCABCUhAAhKQwKEQUIA/lJ62nRLoIqCfBCQgAQlIQAISkIAEJLAzBBTgd6arrKgEhkfAGklAAhKQgAQkIAEJSEACmyOgAL851pYkAQkcJaBLAhKQgAQkIAEJSEACEliAgAL8ArCMKgEJDImAdZGABCQgAQlIQAISkMBhEVCAP6z+trUSkEAhoCkBCUhAAhKQgAQkIIEdI6AAv2MdZnUlIIFhELAWEpCABCQgAQlIQAIS2DQBBfhNE7c8CUhAAqORDCQgAQlIQAISkIAEJLAwAQX4hZGZQAISkMC2CVi+BCQgAQlIQAISkMAhElCAP8Ret80SkMBhE7D1EpCABCQgAQlIQAI7SUABfie7zUpLQAIS2B4BS5aABCQgAQlIQAIS2A4BBfjtcLdUCUhAAodKwHZLQAISkIAEJCABCSxJQAF+SXAmk4AEJCCBbRCwTAlIQAISkIAEJHC4BBTgD7fvbbkEJCCBwyNgiyUgAQlIQAISkMAOE1CA3+HOs+oSkIAEJLBZApYmAQlIQAISkIAEtklAAX6b9C1bAhKQgAQOiYBtlYAEJCABCUhAAicioAB/InwmloAEJCABCWyKgOVIQAISkIAEJHDoBBTgD30E2H4JSEACEjgMArZSAhKQgAQkIIGdJ6AAv/NdaAMkIAEJSEAC6ydgCRKQgAQkIAEJbJ+AAvz2+8AaSEACEpCABPadgO2TgAQkIAEJSGAFBBTgVwDRLCQgAQlIQAISWCcB85aABCQgAQlIAAIK8FBQS0ACEpCABCSwvwRsmQQkIAEJSGBPCCjA70lH2gwJSEACEpCABNZDwFwlIAEJSEACQyGgAD+UnrAeEpCABCQgAQnsIwHbJAEJSEACElgZAQX4laE0IwlIQAISkIAEJLBqAuYnAQlIQAISOJ2AAvzpLLRJQAISkIAEJCCB/SJgayQgAQlIYK8IKMDvVXfaGAlIQAISkIAEJLA6AuYkAQlIQALDIqAAP6z+sDYSkIAEJCABCUhgXwjYDglIQAISWDEBBfgVAzU7CUhAAhKQgAQkIIFVEDAPCUhAAhJoCSjAt0R0S0ACEpCABCQgAQnsPgFbIAEJSGAPCSjA72Gn2iQJSEACEpCABCQggZMRMLUEJCCBIRJQgB9ir1gnCUhAAhKQgAQkIIFdJmDdJSABCayFgAL8WrCaqQQkIAEJSEACEpCABJYlYDoJSEAC3QQU4Lu56CsBCUhAAhKQgAQkIIHdJGCtJSCBvSWgAL+3XWvDJCABCUhAAhKQgAQksDgBU0hAAsMloAA/3L6xZhKQgAQkIAEJSEACEtg1AtZXAhJYIwEF+DXCNWsJSEACEpCABCQgAQlIYBECxpWABGYRUICfRccwCUhAAhKQgAQkIAEJSGB3CFhTCew5AQX4Pe9gmycBCUhAAhKQgAQkIAEJ9CNgLAkMnYAC/NB7yPpJQAISkIAEJCABCUhAArtAwDpKYO0EFODXjtgCJCABCUhAAhKQgAQkIAEJzCNguATmE1CAn8/IGBKQgAQkIAEJSEACEpCABIZNwNodBAEF+IPoZhspAQlIQAISkIAEJCABCUhgOgFDdoOAAvxu9JO1lIAEJCABCUhAAhKQgAQkMFQC1mtDBBTgNwS6RzFnTJzXRv9fpZ8a+yrUXZJJne/n4z5ftGr7BNq+qftp1fZVjadNUvupFFZz4BnhWYn3zqqzpeYfi67bRTvjdUy1cX12RyOZHBsmekhAAhKQgAR2nYD170tAAb4vKeNJQAISkIAEJCABCUhAAhKQwPAIHFCNFOAPqLNtqgQkIAEJSEACEpCABCQgAQkcJbBLLgX4Xeot6yoBCUhAAhKQgAQkIAEJSEACQyKw0boowG8Ut4VJ4BiBB8fnS3rqH0+8L0TX6qpx9E1/48RVSUACEpCABCQgAQlIQAKDIbBYRRTgF+NlbAlIQAISkIAEJCABCUhAAhKQwFYIHBPgt1ILC5WABCQgAQlIQAISkIAEJCABCUhgJoFVC/AzCzNQAhKQgAQkIAEJSEACEpCABCQggeUIDEyAX64RppKABCQgAQlIQAISkIAEJCABCew7gf0S4Pe9t7bbvrOk+JtF/2n056L/r9Ifi/0p0ReO/rLovupsiUjaktdr4z5jNJeyXSzmm6NL2D/H/vvRF4o+Q/Q09ZUJuEL046LfH/1f0SUPTNz4PzL+Pxk9K68EdyraSFtpc11/8ofNO5PqAdE/EE1bYgxKwRjW1BdNG+gLKvlD+fOS6C9GE0Z7Xhb7T0XT7hidirALJOQ3omk/6UhfNPn9VcJgdrmYxI9xIkUe10oOjEn6tZT1t/GjnHljJdFmKvruuxPjl6NfGf3J6FJGMfEjjGeDZyRRNqrot19Jie+OhnGpV3leLhP/ZcZ4ko022X76knHBM07dSzsYR/jxrFIf6nVSvYnfCJifKxXld+ZDMeu+Yaye9DcoWaokIAEJSEACEjhEAgrwVa9r7STw7fF9cvSnon8nmhfpr4lZq++MgxvO3xgT4em6MXmBjbGw+oqkeGj066IRCGOM1dfn789EU8YlY7bqzPEg3WdjvjT6ltHniEYwiDFRuPG/XXwQ/D4Q81LRfYQD4lAH2kg9aDNtT/KJgs154rp7NHn/WUyE4hiDVvwW3CY1/IvoK0XjjjGiPZeP5Q+jbxrdqq+Kx22jGR9MuNwxdtpPulgnivwQhmH28vgS/yTj5PzJ433Rz4lmTNKvsY7Vt+Yv5fxJzPdEXzx6EUU/M4H09iRi0uFhMS8dfdboVuFHGM8GbXpUIjAWY6xVwfc3U8LfRfMlA4RFGMc5VuV5+eO4GIfwirWX2mT7KYvnj75kXPB8UfdSUdqJH8/qs+L5DdHLKvpl3b8R1I3xxrhjUoXfme+LZ903jNVlf4OSlUoCEpCABCQggUMmUL9UHDKHVbR9H/PgxfodadjPRfdVCDTPSGQEGl6+Y+2tGI8IgKx4Tkv0lgT8eXStfjQOXpjvFJOX4xi91fcm5quifykaYSJGp2JC4q4JYTWQNsbaSyE4IRTDcFb+vTJbYyRWslktpA+6imHS4hVNAJM7r48fgiTCUay9FfEZJ49OikX77JpJg3BO38U6U/1gQl8dzeREH/7UBSGPCSTGVZIupCjnTUnxXdHrUt+RjNlBwcRJrHMVnOB1jbkxR6NNtp+y7pE68fxRx1hnqmsn9LnRywjx9OW6fyMYX0w2MN4Yd6lqL0XbYXCfxIZJDJUEJCABCUhAAhLoJvD/dXvru3kCgysRIYnVu2/sqBlbrp8W/ydE8+L53zFbhcDKy/bXtgEz3Ky4s3JdorC6SDlo7Pg/PX8+E10UgtKz40CoiXFEfTwuwqgnmrp+Pn5d6r7xPG/0NHW1BNw/ulXUqy6DCYb/bSLxnD0mfj8RPUQFO4RW6kn9/jV/aNOTYrJ6G2P0wtFo9Nej0//Rr2xT//HTvSa2f4rtD6Jhjsb+L3F3qVvFk+35MXopxgiTQ7WgU+pLWa9JLl38mZyYJ8AigE2bQGLcsJuCMtCMyY+krC71w/G8V/SXRq9aseOBZ6DmTnsZd6VePJ9tufCij9kF0YYV9ybbX8q6Xym8Mvk9YczQHkzYl2B237DLAQ7Fb565qd8IJusem8qU5yjWsWLs0w7ag+Z3iDaOA6s/94593hhNFJUEJCABCUhAAodMoH3ROGQWu9321db+x5IdQlI7Pp4Zf7YnIwSwRZlt6pyx5WX6eglj+3qMieIs+q/H1VeQQcjgxR6B5A5Jx/Z0ykGz2stKFau2CRor8kVQ+v6x6/Q/vx0rEw+8uLMiRj3R1PVMCeP8OmdQY52or47tJtGUH+OI4mwzL9c1jzckxvdEf1t0XQbbuVld/tX414r8aRN1rv2HYKfNsKcuD88f+pg2ca6blUT6gckLziUneKxunb9sHY8xUWyzh8k3xYcJD5ijsbNqSl6s2Cd4oiibOIyhiecMC0csCsO/STzqQN7Ul3zYNdLFn75DuEK4TrJOxQQOq6B1IGVwNpsJCyYPKAPNmGRrNP5sYa/TYGcCjPZiX6WGV9nZghB4l2TOnQaMu1Ivnk/ayV0ECZ4o+oaJtYlHY9lk+y+SslvhnfbcPP60jzFDezBhTB/QFwkeIcT33QXDWNnEbwTn6u+Wyn1ddFEfjYXfUn4/aAftQfM7RBtpK21OtLGib5lAor1jD/9IQAISkIAEJCCBlgAvta2f7uEQuFGqgtB0Uo0QnaymqyoEQYrV6PpFFIGa7brXT7y/j24VFzQh3CM0vLUJ5IWVF+7Ge6bzngllWzb5xjpWMOCFmAuuxh75g4CEoBTrRCFo/mJcn47uUuTDFmfOOLd1RQiq213S8xLOGePiRvhnOy/no4tfbbJiCMN6NwHhCCHtZAP+Q9GsqCMQ/ntTIQSnf6j8vjn2VhDkLDrb8KcxSZIRq/lM6jwPR6U5M89lbJXXXCsXg100sdiuTJ/GOlGF/8/Gh7EbY6yY1EFAQqgbe1R/EJ6YwGGipXgz1pkQYCdKPRZLOCaTVghupMVdNOOIdhX3qk12HSAEPyQZt/0Vr9F78wehEU6xTtQlYkPgj3FEbbL9/MZwqbVUIAAAEABJREFU8d6XVzWgPdTtifGrhdo4R7CnD+jvtj2Ez9Kb+o04eyrBb0qMsaI9Px0bkyjt+Iz3iDbS1hvGUYezS4eV/HirJCABCUhAAhKQwHECCvDHmRy6D2dFETRrDg+Mgy3g9YtmvCaqWD4RCxeTIfjEOlaMMS5y4qV97DHnD2etOWc+ryyyYSUdQQk7GsGaM9V90rLN+xEkqjRCJCtjldfYeu78RcCJMVZsV/7HsW36H+rAFnTqVGKxUswqZ3EPyeRm7MenQggWMWYqJjO4hKtEQlhhwqJPWoRNuP9PSRyTFUdWKWPtpSjvBonZtVU83mMFf44BMHbHHqf+MOGDUHfKOTEov51oIu2HJzGmWyiLLdLthBA7QKanWj6E8tgBwTiclQt8mAir47BroH5mStgm29/1G8MEIRNrpT5dJu1B4P1CV+AUv039RrDrgee7VONdsdRHTuLsVOxaqe+W4HemHYedCfWUgAQkIAEJSOAwCSBcHWbLbfU0Agjg9coYAmhfoZg8EXgQfLAXzSrmjJvYS7SxyW3TrPiOHXP+sNqL0MnLMudMn5/48wTrRJko2lYLA9x+zeryJMIpS9lefso5QsjvWsUt4cXkE2NcuMdkAeen2doPnxI+JJMbs+HRp060hzFBm7CzOto3Lflzdpy7A7Cjmdz5Fiw9NefZ5wmvZIWgyyQKk0K40QivrPRirzUr9ewiQRAnPsLiH9UR5tgZf6x619HqSY7a/6R22s6n/frkQx8xaVLiThvjm2z/VVKZ+jeGOr4ofn0UbeerGH3iEmdTvxHt7wG/Ee3vBvVpNX3DsRLGD79jjFd+A9t4uiUgAQlIQAISkMCYgAL8GIN/ThHg5f6Cp+zFWFQoJh2CT73lmm3J9aVbxJmm+XRXvTo7LR7+rFzdajQasaLH6hc3Wo/W8K/dtnv1lMEKMKtlsU5VCJAcg+BMOOenfyExEVZiDE59MDViZTvGXIWgwa4K2kTbrpMUffssUU+kqCOXI/bNhFVQJhjq+AjwrcDF0QyOX7DtnPsWWFHlyEadbih2LkGrL3KcVS92xTDJUuIwZrt+9zfVfrbvsype6oO5SHt4ptih03e8beo3gt87hHHag+b37vax9BHimfDk94vfMe6d6DuZkexVEpCABCQgAQkcGoGuF7lDYzDk9nLTNS/cJ9V8/qxPO7msrF415GWZW737pK3jsLqKIF77Xah2zLDzybUZwasP6pEjn9JjVbZE5blhFZA28sLdtWpf4u6KyQo8/T30+vIpMFbH+9aTNr2yicydBmwZb7x3xvm2E9R00d0OJyiqMykTPif9jWFCjS9MdBawJU8mwHiG6uK5EPF98eC8PxNC/I7HqZKABCQgAQlIQALLE0AQWT61KfeNADc7s0JW2sW2zlpwLf7zzP9IBC5vijFRnAeu854EVBZW1Siz8lq5lduiuSiKm8M5f8rugHmFsIqLwN7GY8WM2/pZfWPrPrecc8M0ZbRxh+5mpXaddWQlkksOudiPSSEmi5Ypj1Xxf1swIQI/Y6skY5x/S3GcwEQg48Z+dmO8PPlgxli76nPXwNorkQKWaT8TJ9x5kORj9bn8rXcIxDlXkYat8XMjLhmB53fR3wh2RHCspC2SL2fwW0N9GbfsHuCziTWDNo1uCUhAAhKQgAQkMJWAAvxRNNzAzYrdIpo0R3PZXRerc7yUlxbwosyW5eJexOR27kXiE5eL1OptqPgto8+QRKz0sVWam/O5yItzpbSH/NnGzqoYwleizlWMh4cl1qxzx5THN83Zrk0ZnH1ndR6BJUmnqcH4L9NfbeUZO7QX4Ycb4LkhndVvtmfTt6yePyCJ6hXYOBdS3GS/UIJEpj8oP9axYny0W+jHAVP+MPHE1wPYXs+4eVbiMSnAuXEmuH43bi5+3MTvKXc2sMMlRW5MrbL9TJzwO1Mqz4Qdd0UUdx+TrwzAvU/caXEYAzyzq/qNoBzGBZN42Ls05+L53CETh/yucm8E4+k7uiLrJwEJSEACEpCABLoIbOKFs6tc/Q6PAJ9Z4hvs62o5L8d82gwhkdVWVsRZ6X16CuSGaz4RR5w4l1KssF0jKZmw6bMCyhlYVuc/lTRvjqZ8BNxYV6i2nxUr66wovjFVgTvtZYKEC+HuHL9LR3O3QoyVKD4ptmhGjAUExb7p6CcuXWTXBZM+rJyyRfoFyYDVVM78L7uDIFkMXu1r+3n+1/kbwe/CbdK714vuMyHGRBbjieMAbLXns3NMLCS5SgISkIAEJCABCXQTUIDv5qLv6gmwysbW+lXnzAsvN+ezKonAxTbtvmWQhtX1vvFZyWVVGYGU7373XQ3msjd2AHDJHgJv3/LWHu8EBSDk8XUBBA9WFLmYrO/vCdxZvT5B8Qsl5cZzxkmfRFxg97xE/MtohD2EvljnKlZU+whtczPacoR9bD99v6nfCCaYmLz6xvTjVaN57mPMVXza8IWJxaRf3zGX6CoJSEACEpCABA6NQN8X7kPjYntXT4Btr6xQrTJnhGFWsJ6RTM8cPU0hLHKOne+C/2Ii/Ug0Qh0v2AjlcS6kaMtTkoKXbj5LRj5sn8U/3lPV/RLC7e0xdlohvMOR4wKc8Z3VmL9PIJ9mY+cCuxDYPs3uhGXP3COMJcuFFBMus8ZHyYw7Dd4UB18ZiDFVsZrPLoOHJsaVohHWKAMBLM6dVfvY/m39RvBbx23yfNWDMX/ZjIrHRTORGWOqYtKI4zqLHPGYmpkBEpCABCQgAQnsHwEF+KN9ijCIcLKIJs3RXHbXhTBbr0hz9hUBdZkWfVuTiO3Vdd5N8FJOtrT/UkdKzl3zIvwDCePlGaGPLfycP/2t+LG6ygt2rCdWbK3nRZ0z3xwRoN03T65vje5ShO36rfWccWfct78fXFyIYH+uNBwWPEfcM8DZcXYu8A3vahdGYi2u2Ha8aCrGABM2JR0r5QjhxY3JpWLcldCeR+aCNep+yURCUKfNfPKLXRWcX35p/D8dvetqU+1n9wXn+AsvmDJGiruPiXDbd5V6CL8RjHl+k26dxvHs02aOYfCJOyYX431E8VvC5OARTx0SkIAEJCABCUgAAryMYqolAAEuhqoFGwQVPn9E2CKal2vOENdpWAGft0Jdx59nR+C4YyIhJMYYK85f87k6VrueGh8+N8XLc6wbUUxQIKA8MaWdPxph8A0xa8WL+Xlrjx2zIzzdIXWub+9nMgSBhHYxQcI9BJwdT7SVKyZIGF+jUf+sOVZBvUsKVv/rcY7/FfPnotG1YsWUryewe+C1CUBQp49j3Tu1qfa39xEwjujTRYAyOUS/zEszxN8I6sw4ek4sl49m5wY7iGKdKCZNuRRx4qFFAhKQgAQkIAEJFAIK8IWEJgT4HBqf6cJe9EWKZQGTVSaEpjoJt7LX7pPaWeU9X5MJAj0XxjXeU50IAQgQUyMkgEmMG8VEKOfW6A/H/j3RfRSCIjfRs4pbxz937dgxO5e3cXN3XW1W458bj77CLees+ZRbkiysGFeMr74JEdzb+jLB8K9VBsS5VuXGynjlzgJ2peCepxEq+46LeXltOnyT7WfihOeobiOfXqzd8+xwbicIu9Js6jeCHR4cu3hMKsEuFI6N9P3dZDcIx2rekbS1Ok/t0C4BCUhAAhKQgAQKAQX4QkITArxctwIwK6usJBPeV187EflcVIyxYsvstC3l4whL/EH4RvAoSflU2duKo4fJyj2XsM2Lysv5fRPpptFs3+bMN2fo4+yleJl/b6+YuxGJ7c5sAS61RWh/XRyYMXqpcha+V+QmEuOKLfyN91QnOx6u0ITyzfa6vgjfjKc6GpePsVJa+9X21k76RcZFm36b7k22n1043J1Qt5fV/0V+Y/jqwbyJN/KnTzbxG8ERndunwF+IRvBmjHKpY5y9FOPsL3rFNJIEJCABCUhAAgdPQAH+4IfAMQDcoFx/M/v7EuOW0Qi8MeYq4vMyW0dkG/mqhVjO59dlcFlVfc65Duuys0J2i66Axo8tv+3kww0Sh/JizFVs422PIbC1f27CgUb4ytQLgSXGWDEu+rIgAePj7lhOoO+ZtHzDO8ZMRb1+OTHYkhxjrFj95fOCY8epP7SnFQhb96monQbl3DshdTlxzlKDCtt0+1+S1nNrf4yxYkz0/Y0pcccJ5/zZ1G8Ex0X+pKnLNeM+S3QfRT2ZbKjj9v3CRZ1GuwQkIAEJSEACB0BAAf4AOnnBJrIFlMuV6mQITFwWh7BW+7d2tkYzAXC2KoBLmjgX3XcrcpV0ppVvJ9cRWEXkRvB5dSQNN0M/P5ZW4Cdt+0xw+R7bwxN9othhwHZ94k88OyyEs/2+fjnnmAKMO6LvhBfHARBY6sqySwMhtvbrsiN8cVN7PT5KvD7pS1y20T8wDnZHxOhUCKV3SgiXGcaYKL4ewKTMxCMWxiY7JWKdKC6taydeJoGVhTo8Km7GRIwjitVfxsARz5U4VpvJptvPJZLcUVG3gkmdG8djFi+Oszw+cbrGT7yPqU39RlDwi/OnnvjkDowHxa/PuL5y4l0suih+c15fHJoSkIAEJCABCUigJtAKK3WY9sMkwMs8q4n1Chkk+LQR38dGSMdda4QlbnvmHCefCKvDODvOTd213yrsrKRy6V6d1/3j4MIxhKpYjym26f52fPlUWL0NPF5jRTq2v44d1R+2/HImuvIace6bW8unrbLx2TLOxCJo1un43Nxf1R47ZucywnY3BULyI9MO2hzjmIIRY4p0CN/HIsTj+6MXUdwtwO3/fF2gTUd5T4pny56dII+Nf6vY1v3GxpNz1i+I37Sz1ghm3K7P1udbJV6X4nK2RS/c68pn5X5NhptuP8cXHp461DtR+L/oyfHjmWrHEUI9n7hjlZuJlUTrpTb5G8EuHT6XWFeMHT48711jlHj83tw1Fi6xo42xjtXL8neR40CJrpKABCQgAQlI4FAI8NJ0KG21nf0JIIjzuTNWz+tUXNT0N/FAiGMFjdUwPo+E0I9w3wrFr0rcO0dzS3mMlSrqwAt/nSnjmVUvPu3GGWbqh2bVlzPyrMjxKaeShgukWBEvbkwEM8xac0aVC81aHrdJJG6+52K7wgMTN3X4+YTXCoEFwQUBpvbfJTvtenRHhWkrdyi8O2FM2sAd4YVJFhj9WvwLW8bDx+KuFZNAtXuanckg7lQg/NL5w6WLCGqlTCZaKI+dDwmeKMYtl4VR/4lnZXl67O0qPEIjq8W0gbbQJsqhjXzdAAGfOxGSdKzo97pvaVMtmI0jDfTPIu1fRfvpf46itBOFPFOMoz8LJ3jDnWeU3yTuM4h3b7XJ3wjGNGOcsVdXkN9MxmjXGGInC79X/G6VNPC4Xxz8psZQSUACEpCABCQggaME6heHoyG6Dp0AAvlVAgEhN8YRxZZwBCRWmBCiimBWR+LFm3Og0wSmOu4ydgQldgWwWtWmpz5clEb90D+dCHyuKcZEcVkfF05xHnfiGcs0IYGJClZ9W4YLBoMAABAASURBVCE+SUYIcYUHJm78a42QST0QXGr/XbTTt10r2fyecPM3F/7Bna31XHpXt/EjcXDBFyutsU4UK/N9hF22FrPLou4HLhcsZbY7QCgA9nyya9bRBYRvhEcEMdLUmjbQFtpEObSRtpY4pOHeh5+JB0JZjLFi5ZU7EMaOgf/ZYPsnJN4SG0cPEFpjnSjYclEhvOHe3nfAM98+t5PElWXTvxFM9lw35bftiddo3hgiDsI/v5lwwa2WgAQkIAEJSEACxwjwonTMUw8JnCLAaieCFd8sPuU110BAQ/DnRXZdwnupBPnz+S/OIBe/eSar8AhafPObFTpWbOs0fH+ZS6VqP+wIA5yfvkAcCIQxeikETerHhML7eqUYfiQEVlazfyVVxR5jrmIiiDQIvzBnFRemJSFCPUJOcU8zScPRBCZDyHNavOLPboG+7LkX4bJJyBiO0UsxJthuz4QEY4uV/pKQLfTnLY4dMLfRfibGGBPsZuiD6GGj0YjjOuyK6RN/k78R1If2/FgsHNeI0VvxG0u6V/dOYUQJSEACEpCABA6SgAL8QXb7Qo3+RGKzCvadMbkUjK2tnJmNc6wQUFm9Q4BBuGU1lNUxBK1xhDX/oS4IhtSPz729K+XVQmVbP4StZyfOF6NRnKutV8y44I4XacK6NMIn56JpJ2esKY861HG56I3jAzeMJxdvUb8+wmai74yC8UNTWy4Uu0PMdlzEa4RAy5ECVr85XsFERtkazNnx+qZtdnX0Pd/M2OLSMO40YEySF/1MmWgE8AfEwpi4bcxF2PNJvHMmzVWj2YVCX8Y6UWzvpm85YkKbbpIQnpEYI4TK9oZ7tomzI4TwXdDbaD/8WHlmsvBxgcS4iTFRdX9yJKeMoUmEORaeT55BxsN9E5dnlvEb61gxdurfsJP+RjAxyKV0lMf45Nlg3IwLO/UHN/48O9y7wW8sHE4Fa0hAAhKQgAQkIIFuAgrw3Vy24cvW20ukYLYRF82tzPE6seLCtZInJhdrLXpJEiuL/y81QUhnhZp80Jzz5QIythDzQloE40SdqzhzjOBGPuhl6lUKoX73iYNzy9wuT37oefV7T9KwvZ646K+Ie97qGQLkBxOPc/GUV/MgD7b8XibhnCtmBTDWlSj6DEaUUTQXuS2aeddYWyYfykVo5QK7dlxQP/qWC+74qkEtMJGOm+ARlIlXNLwIqzX1KuGYjOUSjmDOmDx3POhnwtHcds+XExgTCVpYUVfKZXcHfUmeRTMhQ99yFp6215kzLtiGX+JiIpiRXx2vHffEo7w6TrG3cel/xkEJn2e26WeVVfKivtRnXe0v5dQm7LjkkDsqGDfUs+iu/uS3sYT3ZcJ4OOlvBGX2+Y2gbZTH+OTZYNyQtmjc+PPs8CwQXy0BCUhAAhKQgATmElCAn4vICBKQgAQkIIFVEDAPCUhAAhKQgAQkcDICCvAn42dqCUhAAhKQwGYIWIoEJCABCUhAAgdPQAH+4IeAACQgAQlI4BAI2EYJSEACEpCABHafgAL87vehLZCABCQgAQmsm4D5S0ACEpCABCQwAAIK8APoBKsgAQlIQAIS2G8Ctk4CEpCABCQggVUQUIBfBUXzkIAEJCABCUhgfQTMWQISkIAEJCCBMQEF+DEG/0hAAhKQgAQksK8EbJcEJCABCUhgXwgowO9LT9oOCUhAAhKQgATWQcA8JSABCUhAAoMhoAA/mK6wIhKQgAQkIAEJ7B8BWyQBCUhAAhJYHQEF+NWxNCcJSEACEpCABCSwWgLmJgEJSEACEqgIKMBXMLRKQAISkIAEJCCBfSJgWyQgAQlIYL8IKMDvV3/aGglIQAISkIAEJLAqAuYjAQlIQAIDI6AAP7AOsToSkIAEJCABCUhgPwjYCglIQAISWDUBBfhVEzU/CUhAAhKQgAQkIIGTEzAHCUhAAhI4RkAB/hgSPSQgAQlIQAISkIAEdp2A9ZeABCSwjwQU4PexV22TBCQgAQlIQAISkMBJCJhWAhKQwCAJKMAPsluslAQkIAEJSEACEpDA7hKw5hKQgATWQ0ABfj1czVUCEpCABCQgAQlIQALLETCVBCQggSkEFOCngNFbAhKQgAQkIAEJSEACu0jAOktAAvtLQAF+f/vWlklAAhKQgAQkIAEJSGBRAsaXgAQGTEABfsCdY9UkIAEJSEACEpCABCSwWwSsrQQksE4CCvDrpGveEpCABCQgAQlIQAISkEB/AsaUgARmElCAn4nHQAlIQAISkIAEJCABCUhgVwhYTwnsOwEF+H3vYdsnAQlIQAISkIAEJCABCfQhYBwJDJ6AAvzgu8gKSkACEpCABCQgAQlIQALDJ2ANJbB+Agrw62dsCRKQgAQkIAEJSEACEpCABGYTMFQCPQgowPeAZBQJSEACEpCABCQgAQlIQAJDJmDdDoOAAvxh9LOtlIAEJCABCUhAAhKQgAQkMI2A/jtCQAF+RzrKakpAAhKQgAQkIAEJSEACEhgmAWu1KQIK8JsibTkSkIAEJCABCUhAAhKQgAQkcJyAPr0JKMD3RmVECUhAAhKQgAQkIAEJSEACEhgagUOqjwL8IfW2bZWABCQgAQlIQAISkIAEJCCBmsBO2RXgd6q7rKwEJCABCUhAAhKQgAQkIAEJDIfAZmuiAL9Z3pYmAQlIQAISkIAEJCABCUhAAhI4jcCCfxXgFwRmdAlIQAISkIAEJCABCUhAAhKQwDYItAL8NupgmRKQgAQkIAEJSEACEpCABCQgAQnMIbBiAX5OaQZLQAISkIAEJCABCUhAAhKQgAQksBSBYQnwSzXBRBKQgAQkIAEJSEACEpCABCQggf0nsFcC/P53ly2UgAQkIAEJSEACEpCABCQggUMloAB/es9rk4AEJCABCUhAAhKQgAQkIAEJDJaAAvzKusaMJCABCUhAAhKQgAQkIAEJSEAC6yOgAL8+tovlbGwJSEACEpCABCQgAQlIQAISkMAMAgrwM+DsUpB1lYAEJCABCUhAAhKQgAQkIIH9JqAAv9/927d1xpOABCQgAQlIQAISkIAEJCCBgRNQgB94B+1G9aylBCQgAQlIQAISkIAEJCABCaybgAL8ugmb/3wCxpCABCQgAQlIQAISkIAEJCCBuQQU4OciMsLQCVg/CUhAAhKQgAQkIAEJSEACh0BAAf4Qetk2ziJgmAQkIAEJSEACEpCABCQggZ0goAC/E91kJYdLwJpJQAISkIAEJCABCUhAAhLYDAEF+M1wthQJdBPQVwISkIAEJCABCUhAAhKQQE8CCvA9QRlNAkMkYJ0kIAEJSEACEpCABCQggcMhoAB/OH1tSyXQEtAtAQlIQAISkIAEJCABCewQAQX4HeosqyqBYRGwNhKQgAQkIAEJSEACEpDAJgkowG+StmVJQAKnE9AmAQlIQAISkIAEJCABCSxEQAF+IVxGloAEhkLAekhAAhKQgAQkIAEJSODQCCjAH1qP214JSAACaglIQAISkIAEJCABCewcAQX4nesyKywBCWyfgDWQgAQkIAEJSEACEpDA5gkowG+euSVKQAKHTsD2S0ACEpCABCQgAQlIYAkCCvBLQDOJBCQggW0SsGwJSEACEpCABCQggcMkoAB/mP1uqyUggcMlYMslIAEJSEACEpCABHaUgAL8jnac1ZaABCSwHQKWKgEJSEACEpCABCSwLQIK8Nsib7kSkIAEDpGAbZaABCQgAQlIQAISWJqAAvzS6EwoAQlIQAKbJmB5EpCABCQgAQlI4JAJKMAfcu/bdglIQAKHRcDWSkACEpCABCQggZ0moAC/091n5SUgAQlIYHMELEkCEpCABCQgAQlsl4AC/Hb5W7oEJCABCRwKAdspAQlIQAISkIAETkhAAf6EAE0uAQlIQAIS2AQBy5CABCQgAQlIQAIK8I4BCUhAAhKQwP4TsIUSkIAEJCABCewBAQX4PejEgTXhbKnPx6L/r9I/Ffuuq6521W3sY/9kILw/+nHRMPmamPuozpdGfT66ZkJ743Uidcakfm10nS9u/OOtkoAE1kfAnCUgAQlIQAISGAIBBfgh9IJ1OBQCZ01DzxF9y+g/jP5s9G9GnzlaJQEJSGB/CdgyCUhAAhKQgARWQkABfiUYzUQCSxHg+bttUr4n+kejVRKQgAQk0EFALwlIQAISkIAETiOAAHGazb8SkMC2CHxHCn529HdFqyQgAQlIYLUEzE0CEpCABCSwNwQU4PemK23IFgg8LWV+SU/Ns/aNiXvhaLbPxziivj+uh0Z/WbRKAhKQgAQGQ8CKSEACEpCABIZDAKFiOLWxJhLYXwJcvPbpNO9N0VeL/tno/42u1TXjuES0SgISkIAE9oWA7ZCABCQgAQmskIAC/AphmpUEehJAmGfL/N2a+DyP14sfq/oxVBKQgAQkcOgEbL8EJCABCUigJoDAULu1S0ACmyGAEP/UFMVn5WJM1E/EdpZolQQkIAEJSOCkBEwvAQlIQAJ7RkABfs861ObsFIF/TG3/OLpW3x2Hl9kFgkoCEpCABLZNwPIlIAEJSGBoBBTgt9sjX5vi/zSa1diiHxD3oupLk+C50SUPzN+Me5ZimzbC4i8n0iujPxlNulrjR9jNErbJVWFuZf+VlPnO6P+KLnX6Yuwfin5k9LmizxDdV/1UIpZ8MO8SN+qr8odPuf1tTPzRH479/tHUI8ZaFeXWBXx5HNQpxlxF+38ysR4b/bFo6l705+JmbN0+5jdH91VnTMTXRpd8yPdscaN+KH9eEk0/EE4ZL4sbtrt0+R79ugvji37j2XthGP9dNMxr/c/xo495hmlTnCoJSEACAyJgVSQgAQlIYOUEFOBXjnShDD+T2AhAMSbqcrF9ffQi6jsTmdvNY4wVQu8zx7bjfxDcLxbvt0f/VfTDoi8dfdboVuFH2O8k4FPRj4o+c/S6FALiK5L5x6MfHH2e6FowZLx+X/xuF/3u6PdEXyqaNsVYWH17Urw+msmOb41Z1PfGco9o+oab42PdmGIyZl7/I7hfJzX6aDQC3K1iMgZiTNTXxIZw/4iY/xDNmXvaG+vCCu63Saq/iL5SNO4YI8q4fCzcqn/TmENXuzK+Sj3pN569nw7YMokS60QxTuhjnmGemecnZNk+TlKVBCQggWERsDYSkIAEJHCcQHkRPx6iz6YIsHL+r1VhPxr7D0cvoi6byN8SXdQ7YnlvdKsQhvlU2esSQDkxFlIIcdyivuot3gjgN0pNWHGnLbH2Uj+YWK+KRtimbbH2Vgg/T0nsH4+epp6TACYuYmxMfSElsdoao1MhNCPUPSuhrdAer6nq2glhXDDhEetC6lqJza6Hab8X7CJg4iXRBql2ZXxRT54xJkoWeQ4K9KvHQh/PGtOJopKABCRwEARspAQkIIG9JDDthXwvGzvQRn0k9fqz6KJYgWV1tbjnmV+ZCFeNrtUL4mB1P8ZEIRzcMS6228Y4oj4fF3V4Qkz002JSrxjHFJML94ov9Yz1O0xiAAAQAElEQVRxYkW97pxcuNCtSwj/y4Q9KZp6vSVm++m1eI3ulz+sonelT1CnQlBid0EJfGsslPEHMf87mkkVJldiXZui7UxC1AV8No5/ie5SHLmgfj/XEUidmcygDfQfW9/baOwmYFfBNdqAGW62ZjPpU34r4MJqPn3ygVPp2OL916fsQzNgvCvji37pmiihb98VsDCnfzER8rueBfqYFXmOQiSJSgISkIAEliNgKglIQALDJFBeyodZu8Oo1b+nmQjcMSYKwZIX8YnHDMvZE3aB6KIQsDinXNzFPG8s94mu1d/EwZZ9BEPyuGXc6BvHZKs6/mxlj/OIumZcreAZr6UU56cf1JGScin/RxLGOWDqxXZhBBPOryPUJGiibh0bW+tj9FKsZBMRBtz8fv44KONqMQm7SMz2hvh4rVRxB0G70opQzN0DbUFMmPx6PBkbMSaKHQL0B+fmLxNf2kD/kTfCdzu2mOR4YuL9WHQfhQBMGuI+PH84avAzMekTxgC7ALgvgLPZ8R6c2pXxRV/Rv/VvMrsxbhiijEd2zMCc/sU8d/x5Fn4xZvsscESG8ZsglQQkIAEJbIWAhUpAAhJYE4H6ZXFNRZhtDwJsP2Ybcol6zlh4YY8xVyHQfUMVi5X0dvUcIewmifPV0UX9fSxsp+YWdC4li/OYYjX4bvElbYyJ+rrYOJ8e40Tqm5L6gdH1OERouUr87hpN+TGOKCY8HhIfhG6E71gnijTsEJh4zLFQFlvL/7yJh0DEyv//NP6rdNInXDD3bU2mXCDH5XCN9+iS8UB4izFR7BpAEOfsc1cffiIxEe65pK9eraX/7pswhP4YvRTHDZg4gX+dgD7grHbt12XnnDxC/kn0vyXji0f3Vbs0vjjnzqRZaRv3WFwhjqdHMx5jHFP0xW/Fl3jEj3WsGFsXHdv8IwEJSEACO0nASktAAhKYRqAWnKbF0X/9BBCC3lAVwwt4uy2+Cp5YEcAQdicesfxuNC/2MSaKG+QRACcesSA4c9t6rDMVAhfbthEW64irOAfPBEIrcHMhW9cOgrps7JyXv34steDCroVbxA9+MeYqhMq3zY21+gj0268mWwT4GBPFajrn7icepyysvnNJXP28MgFz3YQjpMeYqui/xySU/o4xUVxG13eVFsaPT8ppgmSCBql2ZXxxDOaKDUG2yr+x8Zvm5CLGFzWB7MDo+xw0SXVKQAISkMCOE7D6EpDAHhOoBYI9bubgm8ZKb3trPCvrCKSzKs9t6WwrL3FYxeeSueIuJquv5I8gThzOR/9RCexhcia7vRTvHD3SzYqC0ML24DrOy+N4XnRfhYCDoFPHZws827xrv2n2FycA9jHWrtjuzHGAe6Yk+N87Zqt+Ix4t53iNvj9/OOoQY6IQyPtMwJAAIf7RsdRHAnj2rxe/PkIeN/7XaZNs8GqXxhd98NIQ5W4BvizA8/b7cdNvMeYqxnC7i4SdHWy9n5vYCBKQgAQkIIGjBHRJQAJDJsBL/JDrd0h1Y+t7LSSxjX7ebdJXDiC2Q8cYK1bxWc0fO6o//xw755QRbvnMFKtzCArx3ppCyOZcfl2Brt0DdXhrR8BB0EGAKWGcyYZdcU8z2aXwwWmBPf25OZ869NFs/+biMS7c4/N8bRFcQMd2aPJqw+BUH5Ngy/oiEzDk94/5w1b7GBPFMQR2Z0w8pljgxN0KU4IH6b1L44uxyAQLdwswKUdfMzk1SLBWSgISkIAEJDCTgIESkMBaCSjArxXvQpkjYHEevSRiVY7t8ZjFrzZZ0W233bLKXguzdfyh2VnBrz99xyTD25eoJJMeCJglKbzOVxwzzH9K2Lzt54myEcUdCHx5oP1yQCm8Pf4Ap1mfmivpWvM18agnCJjI6XMUghX4Ol2yWVhxJIS+OYk+U0rlE4gx5irH11xERpCABCQgAQkMj4A1koAEZhNQgJ/NZ9OhbKGtBXC20XMRV1c9EFC4Ob2EIciyil/cJzURtFjFvEEyYms7ZqwrU6yU15mxqoxQXfv1sbMy/L4m4g817i4nN73/R1fABv1oL9vYOY/OBEZX0WwFP1sTwCWFy9SdXRdMFJXsuNSQPi7uaeZQJjqm1a/L/xDGF7snuGWfXSjs7OjioJ8EJCABCUjgkAjYVgnsPQEF+KNdzC3brDQuoklzNJflXWyxri9VQ0jnlvGuHHlxRwArYaze18JZ8Z9nspLPGWu21/9KIj8rmjPanJvnvDzb2jl/veqxUm/9T5EjhNllhFImPD5PBgtq0mzyUrb/n707gbs3+Of6f/fwL5IWlSytWrSJ0k9RikohRbY2RclSEpEtW0o/hLLLrhKSSItSSYQWRFooyZJKWSISEf0/z/v3nfv3+c73LNc59znnPufc7/sxc89cc83MNfOaueaaz2xn8LRUXp0xyEAwt2pi1QnyIzsOsJv3MiuXcX8X01JtB9LtEobfVb8GwP2c9bXULwM4Vkl439+6gP/F0v+htDrj0EMHMVp6P37qr25FhUAIhEAIhEAIhEAIXCuBQwtl18rpVPmyhLr/brdZ8FXL6P0+up+OGukixJq9H9ebTHESHj+pPPm5MnuzLUH3XL+9bin3PHtZXi9KEXgMTBw70X+pHoDnEv0C5df5A36r3c/gWTVACCvnJepoftSFo0V+pREfu3799OL2Z0sbkDPo8o1lJ6j7NQHnLvi5ubTdBSUqBEIgBEIgBEIgBB4bgXQCz6/E/YSaZeEjZauW0RO6+sy8WXuz9yPMOpMA6ZR3v3H++8rTPLNbTiuV9FzSLKyZyX1m81dm/ioc12fiEpfHr8/Nae4cq379uEr+h5f+T6XfofS67TN16yllJYmfFXzKMRchEAIhEAIhEAIhEALXRyAC/PmVqf3NfS/7L6gk9p+Kq8sbs/I/iuWJ/twyzd6XsVb90rrjJ+Zer8xNyk9Yef4Hlid7s/2U3YuW/bNLX4qyPN6qhEtJ70Omc9HAzEMm8AyffYz6ZXDN9oq32ZJfz/6q8uMXC6yW8XNxL1jXH1o6KgRCIARCIARCIARC4MoJRIB/uoAtIV+yHLr7EebpWO53Zcmsfec9FkK3Z3IjTNuTzk6bHf9rLBu0JfcfVvctzS3jTtl3bjm3U84J6uqDn7B6pfJhP7zfpv6Osh9DSXeP10+r2e/b3ZbYhZH27teMZL++ZLuBCEJbzwOhrV8vtdsXPm8tEP/S8Pv6e4hwl1S/7F93CN1zJlDago8pNwNpDht0HoLyMxj3h8v9M0r7NQJndpQ1KgRCIARCIARCIARC4NoJENiuPY+XmD8z5f2gMgK2Dry8+Ik0mp02W27Wnn2d9nNzv2a6STCwl9eBal9Q9wjqpxQEpLk/z+DCPoKpwQmrFCoLd+qr72yXb7EVAKueE1solm5/6OH8bJwBmuHm/AMC4Lg+U3OvZGF2KfWL4O7XCHpG/bSgWfk/WI4G0iyRP4czEyo5USEQAiEQAiEQAiEQAg9FIAL8Q5Hf/NxvrttfVHoogvYQ2sfvaY97Dp8zUzeuZ9Os3RtOjl9W1+9eelO4un2n/P72z767Ooxl/kkzz3jZPaJ2gn4/dI/Q5nfL94jqbIMYpOmJ+8V18eKld1WvMgVQz/pA0XT7oi+fX7+el41zrl/zlhjCuhn2dT8t+LwcPf+/1Tkv9/zL2EIgBEIgBEIgBEIgBK6VQAT48yxZy5r9XBRhdKTQ6eWWz7/ycCjzv5X283FlrFUEFwMA3cM/qwsz7mUsUsLvI1xvitzM71dMHt6iri0RLmORMjjhMD7mCOAAMCe8j+trMHHqwtxLVKbeqPQuygoHe6Z7mC+ti13qQXm/GHWw+lU5Pmb9EvfPr2d09ZV1scvhgg67e4UKExUCIRACIRACIRACIXDlBCLAn28B68T/+5Y8grtl8Pa/DmdL3wms43qV6efLXni6MV9Pt5+6tD/3vcrF/ukyDqYsDZ/3+r9qxf7bSi9VmPzeyfPfrmvCWxlXo/zutyXVPUNvVxd+TqyMrcoM7VuWr+7f4NCnlxuzjKtT51K/toElwP/oyZND6by3k/PKS2Xr4Lt5G8lKz3EMgRAIgRAIgRAIgRC4bAIR4M+3/PwGdJ9dt2yaEKbDP1L9aWUxW1/GWmWZvCW53YM99fZDd7dVdoKFn7VaNdsrHYSHVeGWun1+efSTdmXcqU8s2+uX3qYMZHxKeeqn8Tu47BPK7dqEUmWMyw9X3oZ6ybL4ZQCrI8q6Vikjy7HfbfLxeXX9xaWvWV1C/TLQML+fBqaerHjZWDyE/HcqH+9RelbuKfvZPdchEAIhEAIhEAIhEAIXTCAC/HkXHgH9B54kkTD92k/sjH9X/+a90eX0jHKC+Syo2c9u77zD0J4JUA5m3c2E/+uyv1XpVcqBc/scpNbj+ta6IFh2wdSzP7PcDRz4XeyyPqVweOtysfzbsvCy3qn3K9u/LH2N6h9Vpj62dFcGdez3/13lSGAr4ylFyDfIgWV/1w10EPr+11O+r+/iUuqXwZRO3woZJ8z/+nJcJYQr619V9/5p6XW/guFciBe5KQ9RIRACIRACIRACIRAC10Ogd+qvJ1fXkxOnqVtKvypHfjOagLLq3uz2l8thnuUzg2322yFmllITDs1eEwjNChLwf06FG+rrytJntgkRq4SL8raT+lvl+4+XnpVlwf+zHP9NaemSPgMWhM6PLDeCfhl36uPK9sGlexrr8mqUWfh3rdwo9zLulEGOT60rKy0Igjg5P+Eby81WAsJ9We+UwZI3rysDIGVcvbqE+mWljYMle2EYnFLWziiw0kK50s6vUNZfUp5fsfRQ31SWMdhX1hvvJ82+t07AEAiBEAiBEAiBEAiB8yIQAf68ymNODQGWID27E1J16pnzvVXXhG8C8Q+uuOnn6Rxu5gC5N6v7v6R0rxfC2G/9O8qd8FzGrXrp+u8n3Mq4l5KHD6wYLPP2rLI+pcwyS5f0/Yq609NWl7fqA+r/uvB162qU+vAGlRsDLmU8pQxo/IZywelNyly1tP67y92J51Y4lPVRqEuoX4R0q0q+fUWJOLjydctdudK/suzKuow79UFle7XS/eA7PxdoBUY5P5jKg0MgBEIgBEIgBEIgBA5MYJUwdOBHJLp7EvicCm/Jcxl3yuzpPGN3d3ON5bPK/TeW9vvYZSxSf6F8WW7/YWU6LM/PjpX1VllCf6iTrwlZH1WxWhVghrGsixQGZiHfpXyvEv7L+eoUIf6NK1d+N/zbylyqPro8WlHhN8XL+qjUJdSvL68S+dWl1ekyFikz9wa47IP3ixS21YyAtppYgj+uL9BMkkMgBEIgBEIgBEIgBGYCEeBnIud3bfb8n0zJ+ty6JsiVsZP6wvL9C0u/TmmzsLMA+J3lbtmuJdY/uey/v/SY1TNLaB92Od2p31O2eTawnPZWtgzY2+tntd63Yvmq0l0wZ+fmHj9mIwk+5e1RqR+q3DofwSDKa5TdknkDLGW9U3NZ/qG6s2qGt5wfiVFiJgAAEABJREFUjTr3+vW1VRIOsCPIrypT51nYRvKO5c8e999UpjyVcWPbyzw4Y7XGT3LzUepkOgRCIARCIARCIASukEAE+PMvVB1zh9fZbz70e98j2YRg+4LfsOLw+9EjTqZlt69e7vacE9jLeqfMYlqGz9/Qlt6L785TWey1t3x7+GF6Xt1apDyHIPPu5duMvFPmxUGzc3OPH37L2yIlDeIY2pLjviVgWySr8vWm2wId+T72fl7u99VzZuabyrK8r1WYYDM4MbFbG2DFjX9Rbg44FHboXeOoKJ5Rq9Imrdyf8bzGQZ1Rd9QhdUmdGmlk5+YeP/yuieYZZ/kb8TB3TdeI0OCMAbtVZfoi5emVSv/Z0n01TF3eqo+o/549tC0n83tcXqKWEIifEAiBEAiBEAiBEDhHAhHgz7FUkqYQCIEQCIFLJpC0h0AIhEAIhEAIhMBRCESAPwrWRBoCIRACIRAC+xJIuBAIgRAIgRAIgRBYTSAC/GoucQ2BEAiBEAiByySQVIdACIRACIRACFwtgQjwV1u0yVgIhEAIhEAI7E4gIUIgBEIgBEIgBM6XQAT48y2bpCwEQiAEQiAELo1A0hsCIRACIRACIXBEAhHgjwg3UYdACIRACIRACOxCIH5DIARCIARCIAQ2EYgAv4lO7oVACIRACIRACFwOgaQ0BEIgBEIgBK6cQAT4Ky/gZC8EQiAEQiAEQmAZgfgKgRAIgRAIgXMnEAH+3Eso6QuBEAiBEAiBELgEAkljCIRACIRACBydQAT4oyPOA0IgBEIgBEIgBEJgG4HcD4EQCIEQCIHtBCLAb2cUHyEQAiEQAiEQAiFw3gSSuhAIgRAIgUdBIAL8oyjmZDIEQiAEQiAEQiAE1hPInRAIgRAIgcsgEAH+MsopqQyBEAiBEAiBEAiBcyWQdIVACIRACJyIQAT4E4HOY0IgBEIgBEIgBEIgBFYRiFsIhEAIhMBSAhHgl5KKvxAIgRAIgRAIgRAIgfMjkBSFQAiEwCMiEAH+ERV2shoCIRACIRACIRACIfA0gVyFQAiEwCURiAB/SaWVtIZACIRACIRACIRACJwTgaQlBEIgBE5KIAL8SXHnYSEQAiEQAiEQAiEQAiEwCMQMgRAIgd0IRIDfjVd8h0AIhEAIhEAIhEAIhMB5EEgqQiAEHh2BCPCPrsiT4RAIgRAIgRAIgRAIgRC4uQmDEAiByyMQAf7yyiwpDoEQCIEQCIEQCIEQCIGHJpDnh0AIPACBCPAPAD2PDIEQCIEQCIEQCIEQCIHHTSC5D4EQ2IdABPh9qCVMCIRACIRACIRACIRACITAwxHIk0PgkRKIAP9ICz7ZDoEQCIEQCIEQCIEQCIHHSiD5DoFLJRAB/lJLLukOgRAIgRAIgRAIgRAIgRB4CAJ5Zgg8GIEI8A+GPg8OgRAIgRAIgRAIgRAIgRB4fASS4xDYn0AE+P3ZJWQIhEAIhEAIhEAIhEAIhEAInJZAnvaoCUSAf9TFn8yHQAiEQAiEQAiEQAiEQAg8JgLJ62UTiAB/2eWX1IdACIRACIRACIRACIRACITAqQjkOQ9MIAL8AxdAHh8CIRACIRACIRACIRACIRACj4NAcnlfAhHg70sw4UMgBEIgBEIgBEIgBEIgBEIgBI5PIE+4iQCfShACIRACIRACIRACIRACIRACIXD1BK4hgxHgr6EUk4cQCIEQCIEQCIEQCIEQCIEQCIFjEjiLuCPAn0UxJBEhEAIhEAIhEAIhEAIhEAIhEALXS+AwOYsAfxiOiSUEQiAEQiAEQiAEQiAEQiAEQiAEjkPgSawR4J+AiBECIRACIRACIRACIRACIRACIRAC50xgXwH+nPOUtIVACIRACIRACIRACIRACIRACITA1RF4IAH+6jgmQyEQAiEQAiEQAiEQAiEQAiEQAiFwVAKXKcAfFUkiD4EQCIEQCIEQCIEQCIEQCIEQCIHzI/AoBfjzK4akKARCIARCIARCIARCIARCIARCIAQ2E4gAv5nPqrtxC4EQCIEQCIEQCIEQCIEQCIEQCIGTE4gAf3LkeWAIhEAIhEAIhEAIhEAIhEAIhEAI7E4gAvzuzB42RJ4eAiEQAiEQAiEQAiEQAiEQAiHwKAlEgH9kxZ7shkAIhEAIhEAIhEAIhEAIhEAIXCaBCPCXWW4Pleo8NwRCIARCIARCIARCIARCIARC4IEIXKIA//+KVfTNzQUySJpTd1MHUgdSB1IHUgdSB1IHUgdSB1IHHrQOFP7LVZcowF8u7aT8fgQSOgRCIARCIARCIARCIARCIAQeMYEI8I+48B9b1pPfEAiBEAiBEAiBEAiBEAiBELhkAhHgL7n0kvZTEsizQiAEQiAEQiAEQiAEQiAEQuBBCVyiAP8jilj0zU0YXBSDlNfNTRjc3ITBzU0Y3NyEwc1NGNzchMHNTRjc3ITBzU0Y3NyEwc3NSRncXPLfJQrwl8w7aQ+B/QgkVAiEQAiEQAiEQAiEQAiEwKMnEAH+0VeBAHgMBJLHEAiBEAiBEAiBEAiBEAiByycQAf7yyzA5CIFjE0j8IRACIRACIRACIRACIRACZ0AgAvwZFEKSEALXTSC5C4EQCIEQCIEQCIEQCIEQOASBCPCHoJg4QiAEjkcgMYdACIRACIRACIRACIRACNwSiAB/iyH/QiAErpVA8hUCIRACIRACIRACIRAC10IgAvy1lGTyEQIhcAwCiTMEQiAEQiAEQiAEQiAEzoZABPizKYokJARC4PoIJEchEAIhEAIhEAIhEAIhcDgCEeAPxzIxhUAIhMBhCSS2EAiBEAiBEAiBEAiBEGgEIsA3GLGGQAiEwDURSF5CIARCIARCIARCIASui0AE+Osqz+QmBEIgBA5FIPGEQAiEQAiEQAiEQAicGYEI8GdWIElOCIRACFwHgeQiBEIgBEIgBEIgBELg0AQiwB+aaOILgRAIgRC4P4HEEAIhEAIhEAIhEAIh8AyBCPDPIIlDCIRACITApRNI+kMgBEIgBEIgBELgGglEgL/GUk2eQiAEQiAE7kMgYUMgBEIgBEIgBELgLAlEgD/LYkmiQiAEQiAELpdAUh4CIRACIRACIRACxyEQAf44XBNrCIRACIRACOxHIKFCIARCIARCIARCYA2BCPBrwMQ5BEIgBEIgBC6RQNIcAiEQAiEQAiFwvQQiwF9v2SZnIRACIRACIbArgfgPgRAIgRAIgRA4YwIR4M+4cJK0EAiBEAiBELgsAkltCIRACIRACITAMQlEgD8m3cQdAiEQAiEQAiGwnEB8hkAIhEAIhEAIbCQQAX4jntwMgRAIgRAIgRC4FAJJZwiEQAiEQAhcO4EI8NdewslfCIRACIRACITAEgLxEwIhEAIhEAJnTyAC/NkXURIYAiEQAiEQAiFw/gSSwhAIgRAIgRA4PoEI8MdnnCeEQAiEQAiEQAiEwGYCuRsCIRACIRACCwhEgF8AKV5CIARCIARCIARC4JwJJG0hEAIhEAKPg0AE+MdRzsllCIRACIRACIRACKwjEPcQCIEQCIELIRAB/kIKKskMgRAIgRAIgRAIgfMkkFSFQAiEQAicikAE+FORznNCIARCIARCIARCIASeJRCXEAiBEAiBxQQiwC9GFY8hEAIhEAIhEAIhEALnRiDpCYEQCIHHRCAC/GMq7eQ1BEIgBEIgBEIgBEKgE4g9BEIgBC6KQAT4iyquJDYEQiAEQiAEQiAEQuB8CCQlIRACIXBaAhHgT8s7TwuBEAiBEAiBEAiBEAiB5xHI/xAIgRDYkUAE+B2BxXsIhEAIhEAIhEAIhEAInAOBpCEEQuDxEYgA//jKPDkOgRAIgRAIgRAIgRAIgRAIgRC4QAIR4C+w0JLkEAiBEAiBEAiBEAiBEHhYAnl6CITAQxCIAP8Q1PPMEAiBEAiBEAiBEAiBEHjMBJL3EAiBvQhEgN8LWwKFQAiEQAiEQAiEQAiEQAg8FIE8NwQeK4EI8I+15JPvEAiBEAiBEAiBEAiBEHicBJLrELhYAhHgL7bokvAQCIEQCIEQCIEQCIEQCIHTE8gTQ+DhCESAfzj2eXIIhEAIhEAIhEAIhEAIhMBjI5D8hsA9CESAvwe8BA2BEAiBEAiBEAiBEAiBEAiBUxLIsx43gQjwj7v8k/sQCIEQCIEQCIEQCIEQCIHHQyA5vXACEeAvvACT/BAIgRAIgRAIgRAIgRAIgRA4DYE85aEJRIB/6BLI80MgBEIgBEIgBEIgBEIgBELgMRBIHu9NIAL8vREmghAIgRAIgRAIgRAIgRAIgRAIgWMTSPw3NxHgUwtCIARCIARCIARCIARCIARCIASuncBV5C8C/FUUYzIRAiEQAiEQAiEQAiEQAiEQAiFwPALnEXME+PMoh6QiBEIgBEIgBEIgBEIgBEIgBELgWgkcKF8R4A8EMtGEQAiEQAiEQAiEQAiEQAiEQAiEwDEIjDgjwA8S12v+yMrac0r/ydL/rPS3lv5/k+bmHj+/vO69QOlrUS9UGfmc0j3P31nXL1v60Op3VoT9OT9c169Z+hTqJesh31S6P/+31vUlqlevRGPX8/IR5fYjSh9S/fiKTL3vz/nccvvRpaN2I/Ai5f0LSneWl1r/KhtRD0DAt+d767mHrkOr6qa6yr0ed9HKO9Z5XUu+Tl0ov6IeqF+A5b8p+08p3ZW68vfLwf0fKvMNSkeFQAiEwIMR2FOAf7D05sHLCbx0ef240jpEX1bme5X+laVfrPSsuLnHz5fXze8p/WdK/6TSl6AMOPz2Suj7lJ7V95fDJ5fu6ifUxWuXPqT6/yqy1y3d1ZfWxT8tHbUbAfUVux7qt9TFS5U+pPpFFdkvK93VX6iL7ysdFQLXTOCnVeY+pPTLl44KgUMTuKT6ZSD3fQuAfkEZN+9f/0xqlHGn/lfZ9C9+oEz95vcr82eWjgqBEAiBByGgITr9g/PEYxL4cRX5h5f++tJvXtoMfBk7KTOQ71whvqX025YmIJdxdsqMrIEHQvKnV+p+RulV6ovK0ex0GXfq9crmw13GQZRnv9oUk9nc/zm55XI7Acz++uRNZ+nXTG73vTQo8KNaJP+l7P+8dFQIXCsB3wcDtb4Pb1GZNPBYRlQIHITApdUvfYi3rpz/htLUF9a/zy69SulnjMmAn1ce3rv0Pv2rChYVAiEQAvcjcJEC/P2yfNWhX7FyZ/nX25S5SX1b3fzmJ5q9rCuVj9OH1p2PLE2oL+Os1B+p1FgCLd9lXav+a93526W7MvNqBra73cf+myvwS5Qe6rvK8tdKR+1HwLYHDHtoKxwOJXC8eEX8+qW70nH7xu4QewhcEQHLgq2wslVK235FWUtWzoDAJdYvS+ff4wk727aeW3az7WU8o/5vuXxw6W8vTb1p/Zu/IeUUFQIhEALHJ/AYBfjjU32YJ1gSbv/bT1/x+P9Ybn+w9E8trcx9aM0Y0+yEop9b93y8vrvMWb1VORDkz63Tt3RQwb61v1J58AEu4+LDL3sAABAASURBVFaZeX2NW9v9/0mH2dwe0z+si39XOmo/Athh2EObgV9Vv7ufpXYDOD+/eVY31BF1pTnHGgJXQ8BKqhe8mtwkI+dG4NLql33tlsW/8BOQn1mmPlQZa9VX152PLk2ZvTcLb7uA6+gQCIEQOBkBwtzJHnYdDzrLXBhF/suVsvEhKuutIrj/prIRVD6mTDPRqwQUh7LwayTaLPIfL79Go8u4U3+gbK9V+lLVv66E/4vSXRn0eNHusKfdTD7hsgc3+04o7G6xLyeAHYY9hAGoX9Ud9rTreP2OCsss41apG+rI7UX+7UzArJUtJJgO/bd2jiUBQiAEdiHgHRvvG9M76F3cJY7H6ve3VcZ/Y2nK3naz6z/oYoPWf/qLdd/2wjJufkH9M8GBfVmjQiAEQuA0BCLAn4bz859yeJuD5pzQPQ5gGU/4rLIQ7P9BmQT0MhYpB3g5xMWhcF2IV1cI+J63KKIz82RftUGOnqxfWhe/uPR9lZOA++CJ2eN/dN9IE/4GQyw7CmcXWDHS3Xa1/6wKMDpuZb1V6oY6cnuRfyEQAiEQAldLwMrDd225019yeGpzWmv9urrzsaWHsrrRIP64jhkCIRACRydAKDv6Q67wAfNPdjkgjdvRs7riAQ6qm/eAW3r8ZuX3f5TeV/mgmYnv4T1nFnz6/XO349KZEAQNVNwn3WbwzeT3OAya/PfuEPteBDDEsgf+dXXhAKEy9lZm8c3mjwjUCXVjXMcMgRAIgRC4XgL2ro/B+zGrbtXX0hxbHTbOaPnJFciBkJmFLxBRIRACpyEQAf40nI/1FD8V5yC3Hr/ThQn1q2YTu79tdh81P6n1byePb1jXBN8yLk79h0rx3y/dlQEJB5p1t13sv7w802XcKkvxPu3Wln+HIIAlpiOun1iWcWJwWXdWL1QhfnfprtQJdaO7xR4CIRACIXB9BMy+94N+/WSpE+Z3yamVYX5lZoR547JkFr4gRIVACJyGQAT403A+1lPM/PaZRM/5wPp3qJO0/RbqOLDl5uamYr65mWcvbx23/LPs3h56J8bbn2dwgLa0n+DkgDwfvyUj2PafCUtb6t8f/SZ1wX1oB9I4qKacb5URdgLh7cWTf84HcKDZk8udDOm1j445Alr2/S/HxQqTX0u4/1jd+7zSGI/0DpObe5hhV96OrhxA5Cf5lLcVJSMtTGWm7N6uUrHrYMe7VBhxDG27QTnd+LmhP1OW7yztnrrwr8qOS8+zfelz58qBgQ4OLO87K4c1qsMjoGerU+rGcFtlKreXqRvSrM5Kr7B059PTXt63qnV8BHRoJF46ilYJeBZtQEMdm1kJs6uWXvVMfevPkD/5XPpues+8b9I3tLSvSo/VSr2OCSf88OudVA/9rN+IS3pW1Y8RhqkOK1uHEfa8KB8/JSk9mPK7jx6svAvi7GnbhVV/9rHL3+Di99YDpdUZKA4urctbZduPU+ndGxqj25sb/mHobBWctVUjLBN3den3VPhD/kxnRffg6qdXCvy8qnfPOyi/tLo5yv+XlB/1sIxFCm9xDK0+CKh9Mzjf3wFLt/903ZSOMm7VHH5+l249rfinbJSRslJm4/lMZcpdu6DOrwh+53SM+uUb49l+FUSdlaaupdc7qP3rLO4StcXy6+v+mH0v680+26d8L3pfwiz8G4ksOgRCIAROQSAC/CkoH+cZ4wPcYzcqPP9+dr+/j93SYvE6BM9s9c+uSHS+y9iqCGl+k97Prnz8zc0NAfHHtFDqH4HqbcvNTP8/L5MgX8bRlGfIz3gAwYxAyBxuS82XKo/ClnGn/FydcwTuHJ5YxP9ry/4Vpb+h9AeVNpP8YmXOipt7H183sMMQy7o8uNLZtI3Ayg2dIgfy9E6+ByozZfchdfHfSv/V0vc5edfZA37uUGd4nN2gLuj84vKXKn4z5WXcEJQsV2QfWlp+zrjY0TToNZ4p6L+vf19ZepNSJ9UbfqVZnZXeEabzOVR5vWpF/jWl/2Zpv5Zgq0ZZbxUB6uXLhpXnGbTT4S+nxUp9+rDyrbOunqlv/RnyJ5/j3fzC8mvgqYyjKasr1C3vp3ro/RoPk55RPxwgZbDOOzXuSxsh/UvKwQGFPS/K51XKHUuDAL+w7LsorLyDWGOl/olzxCFtnZW6os6M+/uYxy7/fdKkjhEqcfh7FQHO2qqy3inc1aVPLheCljqGX11erFKWVun8p8qBATzvnnewLm9VL3/1S9tGSOz189bjwn/a1n9cfrHr74A2793L3YAegbGsOyv1VjuubJSRslJmPSJlyl1dV9bq/inKcHD2jfFsPxtqsK+njV16vYPaP2Viux9m7m3T6vDva54sgzfo0ZwWWx182vtC3geDD4sjiMcQCIEQ2JeAD8++YRPuYQnozBr97qnwIbNvuLvd106I0OF1UItR+e9fGKH98joyfanatqDCmHEV5pnOz7bAC+/jg1P3TgjvHaV+b5PdyfM/s3kwW/I57XpYdfYIWYQgwutwX2ri8U/Kc39WXd5b6czpKH16xTQL7eW0VplpIPTqpK71tOaGASBC2qaZEx3LXs/+TsWlU1fGrSKAE8RvL3b4Z9DLIXg9iLyrE91t2A1uWHWgTqqbw32bqbzU/X3KWr0X/vPrITrsZWxV71g+1Gn5K+tW9crlw69OEMaWfgPUdWX+6hX2GIoATmhRt7bF7336pPJkH2sZN8+pfw6gkq+yblROjcZWm7bR45Obyl1ZKpMnTlsNYdQZYZTn1gDNA//CSeOxyr89brHVr5M48ZxQuVSYU7fUMQMaS3kvTtAJPCoLA0Vm3A1eL32kOmbgm7Ctri4Nxx/h1NY1ddr1Kv0Z5UiwLmMnZYBMGWrTlM3SwOqjd/9YZYizZ3hnduE80q9Nl75NzIZfgwTasnH9VWXZd8Wi1QFW3FUUt0q5O6Pl9iL/QiAEQuCYBHZpxI+ZjsS9O4FfXUH6XnRLuv5uuZ2Dcvq9GYtVQhrBwQzrx1VC/0ZpyzvLuFPqpBH/dyoXH/YynlI6+cLSRsD7TR9i7kMTpnHhp2uz5JZADjeCcf+oD/dNJvZmCLofB65JQ3eTh7cvB8v9ynhKybvO7UgvLvg85enJhSV/71l2zy3j3oqwh3+fjRiR+ikdHVDpkqY+yzD8mAEyEzSEqOG+zXxueRiH0PmVAx0gz2G6NvvKXt7ulFmWeZZEp00e7jwtsOi89e0S/7vC6NCW8YxSbsrMbJU62T3g08vNHkpp737UffnwLnT3bXb78y1b78/EXzngpFw8f47nNcvBIFsZG5X0GBBRfrPHbc8xcEJ46AznOPa5lhZCizo+wpsZM9CzLs/42ELjvf3UCiSOMm6VlRKfWDaavaxPKcLoe5XLtncJq2O1Y/X4lerQ5f8d9RSDdDji1Ns9y5ItU3Zv6G8u/7PSPmp3zcrO97Rh2hHhlZcVHbMfgo3wSwSsOexDXXv/fYNsr1klhFsxpn7J96r3X7rfp/4Z8FgVvm6tVATZztkWB8/A2HvvvZhXJK2MaHKUBu/LLGBqtwjOIy/aGe3AFPzGwKtVeHObe4j65Rsyt3meL78E7JE2prRKs/tde//NyPetOP3+sNtyYOvIuLZixyqvcb2L6f0xqdHD6BNsa1e6/9hDIARCYC8COkF7BUygByWgc/FyUwrM/lqaPTmf/FJnz54ynf3+cD915yNrqemb1o23LG3/uA6B/ZRzx/H96r6PbRlPqU+oK2FpwkRd3imdRO5Dm/XuM7nDoxkVwtW4Zm758PLylDZj/WrNxcfcbC6zOd+8Ql38idJdyas8y/sr1Y2RXlzw4W6pZt16Sr1BXekMl3EvpYOhM9c7iiI0q+MZlhmaaZUuaTI7SiCdt2foFCqPXQQ6s/6epWNqhtEsvucwzex5/jwjbhBGR7qz9UwCubiWaistflTzbMn1V7frbtWpVAe723fXhX2j8tDLzXJOaX+3ut87l94B6V66vLOC31iGOdplvHWc8VcOOCkX9WOuU8IajNm0hFM6pEe6+B963XPMBv7Z4emJKeyfKrs6UsZBFMF9rCYa74a2AouRZ9cE0P5A74pVLWNAyBJ59dQ7Yg8tzW7Jsy0iPawBD/e6W7cfux3rz+p2eT5k+RtQNOOKo5UafSWLrT72VLs3tLaxp4dARIAcjMc9A20GkX9sOWjHhZd29U95WhFRt+6U8rOyRh28czxji2/P/P5LrnbZ+/eydaF+ybf3Hyf71wmddetOGVSzDeXOYYtF28KL98AAktUcnoGxe7aCYM/PLlpZSW8Po+y1W/oS7nmOdkZ7o90xWNj9Gyx7re5Q9vvWL++rb9Go8xXljYHV31sW+bWKaaSNKa1Y/+G6P7O2RQ2furVSCde/2Tx9sX/30MpCekcUVgF5B8Z1zBAIgRA4CoHeaB7lAYn0KAR8iAiQPXIf0vuePN/j28dOMDRL3Dt7BJrfWZHpxBitL+tTygFAZq51VghU46a6eazfnddxNQs/nsXUOdGZYF+if3N5MpNXxq0yCzMftmag5ffX3Re+qX9PlP27hFV5lvcnzk8ZBEU/4Sdsv0F4Iox0t33sZmF01npYAjWh2FLsVen6z+WZcG1JrDKty1slTbsKdIQpS6XV2dtInvwzm7dOoLZEss+mEsTtDX8SdKuhU0Uo7x7N+qoL3Y1dPZg7lQ6pImR+SnmYO47ldCPtOvzSZJaMG01ItJ9bXXC9VBsMwGjVoJw0m90jMPT4PIsw0d263a9T8NPdNj1HnsxCzs+xfcEe7R7PIewYew9XvRveiXeoh+gwl3GnBldCpl/IUE/vbj6x2JdsZrt3tNVbQs0TL08Z59CObSqXfcv/qUwuvDBgNS9rNgNsAMu2nj6oNqL0DmM7D/6oewYRRpkN/5tMgzKecR/9PfWAXeqrU8rft8L4BpVxq9QdA4DvWlfqYhlPKWXyAeXiO0b4LuudEsagxp3DFotneffnQRDtjpl/A5pbonjmtrav5+cjy4dVKN7xsj6jtDva+/5N5olgPc4ncX1fbeDcQNyIxwoRg2smAeR3uHcT648qB/74L+utUq+0H7cXK/5p1209HLcMZvVvynDfxbRaoX/H9MuOtdVgl3TFbwiEwJUT6A36lWf1qrK3SoD3Idl3Kdih4Oig+ej3+AiillbqgHX32e5j6rfrCbjjntmHufM47t3XtLzeqoURz08tixOsy9iqzD7qzHWPlpPPAyhO8CUsd386hk4T7m6r7HhZNkmwvmkezAy2y52thBOc+7uP+e+qmFYJP+V8p6RJx08e7hzLYjBj08xHeXlKmYnrnZ6nbq65MCtvhUO/TZA0S9zd1tkNTjjdfNxX9pbBj+tuzp1KAjlBZkm5WVJpkKPHZyDGrFZ322Q3uGTp/qqBlBFOWZhNnwVaM4PDTzcNYJgh7W4GMCw73fYcnWUz3SOsjrKZOnVpuN3XlB+DfNqxdXGpAwaY5vuEGoN96zr8/FuKO2/DWCdUPXQ7dozyx2CS1BDnAAAQAElEQVRXbabZqo4ejlBpVnlu67ofdmWh7Z9XSV3Cz20ZYJ3rhkE43wx526StYJDHLlhaffAWFch7U8ZWZdBi3h62NdAGD2ay59VKDiH0zm0IdqOMtfXdnxVl+5wXs+o5BgLmGX0DcUtnxa24m7dAaWfXcSZYOwdgpMX3zq+gjOt9TN8G5wSNsJ5tEGdcxwyBEAiBoxDonfijPOACI7V0zgdrk3Z4iZHWkT12bpvCuCfuEeY+JgHSDOR94jhGWDNgZrZG3Dp7lljL+3DbZBKQPnbycOgR/xE9AdJM37hmmqXTqWDfpHWG+ki/j7hZqTmMmWo/NUMQJzASTuw/nv2tu9a5MJvV73chtLtvsvd7VkdYvt/ddNKw727r7MrSdoguOGpHsNN5WRduuJs9IuSO611MnTWzUyOMGXF6XK8zpYvwyhx+7P1VB8b1MAkthPVxzZRfdZl9iZbOPjhgcGhmvikenVizTJv8uGdFC+GVfeh19cPMPMF0+MNRvghaw22daWDQz7r1+zqpBqi6233sq1awrIrPLyXM7gaEVu297v5spZnPl1DW3c+wP3Q7dozyH3nbxTSAqpxHGO++WVv1brhtMtUtq3O0j8MfYXYe/Bz3zsHU/vvm9LQQdj+zO2yxE0CVYfdmCfxSwdcAjnayh7+PXbs3D7ZZOr8kTgc4WjHl++U75ntuRcOSsNv8SJdzewzwe4bvnZ8mVM+2hXUfo7ld1tYasHB/1vO34mvLQ6+bdbmzkoZ5Ft/gj7ztHFkChEAIhMBSAjreS/3G3/kQMOu49AO8LtVm8c1I+Vjuqs38zfGKb95fptOztLM34iPc+SiO60OO+I84mfJsRpfpmrYs9KVZtmgDMf0gHHsFu0A7gvupHvsMdd7s/TQ7oKMy7j+EiWefhbDyYcugwjPJXDUTqqO/RKATdpXg/MxDVjgYzOhLOnWSXmeFv9kJ976SQ/1a11G0nLMvsyToEvZ7PZnjn6/NXKkT3d3z5050vz/sykOneVxvMuVj7jyu82/vfL+HI57dbZOdgE0A9jwHXdliQEDbFGaXe+LHbVsYnXz5Hv7YHUQ1rjeZhJBN99176HbsWOUvb7tqq4e8YyOcWeE+MDXcN5naxfldsFeZoLwp3EPdI2RrI/vzDRAtGVAbYbQV2hd1c7gZ5DcDPK7XmZ5DsFx3fx93y+Tnum9gZUl6zFJrE32/fMesdPm2fRKxIoy8GkQ0uOo8FN8lgx8rvN7bST32HegR+Q4pq+62j31uR5W1dmSfuBImBEIgBBYRiAC/CNPZeSJUmFE6p4TZNzjP/tl7umsafVQJeSOcpb8O1BnXhzR1RnVKR5w6EPPBbuPeMA2eWLo9rplm33tnjdu5ap3ynja/S2/1SHdbYncIYO/86BytXt7/dGxm+ved9dDh05nuMRKM1ZHuNtttjTAzM9yVudOMx3U3zVL3wRkClU5s97PE7hndn85yX53S73U7Prt0kFftx+3xsZuRsmqEfWjLT/Ec19tMA0868vhYPm+G0QDVtnBL73sXl/iV5r48Wf53HSTc9JyHbseOUf6b8rvunjpj1Ua/74wPAyjdbZtduzivdLLNQzu6Laz7BugIX/fRDtrrW0DEu077hvWzTdRxbeQ6/+vcDVx0QVz65xngVWG9+/u0N6viGm7aaauCxjXTN9VAoUFse8nPdUBFWg+h1ef+DRDnodoNdUR8Q0eAHyRihkAIHI1ABPijoT1qxAQgy1qP+pAdIzdzYXnkCKbT4KA0S+J30U75fbERSZk6PtsEtPK2l9IZnfc1Wt5pi8K6CHXC6HFfR40wO67va8ovlpZxW7rJvG+cI7xO2kuOiyemWdV9BoMIdH2ghdAr3U+iXWs46X6n500xOTirzybpcNvfPnm7u5Rny/vvHMrigKR1s72zoGuli9nmXeowv/YJ16PulMEhcd05rLH8n3K39aKMgynPtXWiR6je9uuHthPE90mDdlB7uE/YVWHU4Ydsx45R/qvyuc1NGzi3FfN2jW1xjPvCEeTHNb44j+tzMglfPT0G8AjV3W2JXZ3se6OFmdsWbrO2FeQ+7eMc37g2iDIvN9f/++3lwTJ2A2MEeocnGmx8gXI/V2Wll1VwVjk4zHNJOg3izKvrHJq5JOw2P8rMpMrwZ3DKQOC4jhkCIRACByegAT94pBceoZFqQtQmrfPht6lHVtm5bQrjnrhHmPuYlq7quPY4jC4bZe5up7T7aPUlwvJryZ3De3bRhK15f7/le8fKi9lzna0Rv1kny/nGdTdHnpjDXceoC7LDfZtpiR2hCqN3Ls9mQuyRJ7wRUM002zd9yHdU+cx1xLPq8TsrHb4+E7o0Ass5e2d+abjhzwoNS9rHtbIw6MIcbt00a2wGfriZLZmX9I57zLmuETYc5LVLHebXygDxDU2I9o6M63Wm8sBo3f193HXG6R5W+fXrh7SrDwbTHjIN49nKyHsyrtUr76gy3UXv244do/xHXnYx/USkNqqH2WeljvDq2j5thbCn1vMqGcL7PgK1Or3PeyyM7/uh8222+a0rUgOoZaxU9m4/t+5YEq7MCMi+QepCOZ9UGXi1oougLt227RG4HbgpDw76s/T+IdK2DYS2trch2/znfgiEQAjsTOCQwsHOD0+AvQkQ3gkyPQKzJWZNutsmuzjsWddB3aSNXC9dfrjpeed6zwx0X76rAzcvkR9pN0hDWBzXOqUOqRvXm0yMzcB8UnnC3kFAllj6DW6rDsyEzLM/5fWilPwdO8FWdjjkiTmepUyUzbjuprJUpsPt75dFR7CMJeoq/FjBQjAdmTFbZNZoXD+06T0iMDx0OvL80xBYulrnNKk53VMIpPOgyOmefnPjF02sVvLN2fZcgjEB2SowAxh+fUQfY1u4+9z3M29+etCAuPZAH4eg7tlvUhEbjN23z6pvNE8MVJQHUdpTjA4SWSIJgRAIgSUE9m0Ml8QdP8cj4GPh52r6E5buQe5hYr+50VHwc1qdxevVxaoTqp08rxNWt2+VpfNzOdzemP6Z1XWgn6WkZnPnWfDJ+92llQH7Li2+i+SElkPv3VyXdHtxHXo27isTZTOuh6kMleW4JvSbyTE7NtyOayb2EAiBmYD371xWXMxpO+a1mWPf7mM+Y1vc2ujXL08Gi/9cmb4xZWxU+olmwZ1p4yf2Nnre46bVSR9e4axkfIcyly4/t1LBT6BWkK3KAKbnbPW4hwcMDcrvETRBQiAEQmA/Ahrm/UIm1EMTIDwSSEY6zGq88rg4A9PH2Kyomef7ajPUx8ySGXhLV8czzFLMs8mWxPl98OGHaSbYAAD7Ov1L64Z9212QLKdnlA6tdHxg3fG76pZu63T05eJ166zVqQYb7F//3ImEslFG3VkZKsvh5gT1rxwXC00nrt+3/gpv0GY+2G5rEg7kQd3qZaOtWNpJPlASLjaaS2rHLgXyY11xYXm8wYtzKKdvrkT8sdLO5rA33JkdBkVt4Srnlco3yUB0b1NXetzB0eC2LU1vsyUMdl9Vfj6qtNVqtgy+YNk/tPQSNbeBS8Is9aMt9a1e6j/+QiAEQuDeBCLA3xvhg0XgFG0CSU+AA8/MOna3U9nnjokPmg/bqZ5/n+dYqtcFZUvtXmOK0H51+wGHM4F/PgBv3BumsviwurA0sIw7ZV/lB9SVE+F1iryHOlJ+xs5+eIcK2bNYXg6qlJGOUI9UR6hfL7Vblj4vBxX/0vD39TefXWAGfub8u+ohyrKMW+WcAcszby/W/DOr02/hQ/jubpdiH+k0yERoGtdMS0qZ0U8TmOvwJbVjT+fkflfeg3lW0YDsPrFi2Oubfcwz533iPUYYs6k9Xgeq2o/d3ZbYhdG2d7+Y9utzsJsE8P37mEqM81+k268E+D6tOvNAu/8Hyq9ByTLupSzTdwjdc6ZYtFfSYyBbnTMw61tjMPwPl9/PKC1t0l7WRUqccxu4KOACT9Jn3/sCr/ESAiEQAochQHA4TEyJ5dQECCIEkv5cv8XtJ2G626nsPqj2dY/n2TtvafO4PmdTR8CBPb1Tae+0judIt5+XI2SPa4fX6fiM61Xma5UjwbKMO6Vjgsu7lMsXlCaoe35Zj64s37Tnvz/ILPU+AqotG52HslcHetzHtDtF3czNeAZBux9WZ993P0jOPsUlh0g6wGnEybTvUqeV/VI1QcxMck+/n4Pr1yvszzg5v8He+X9Wd8yE6fCX9aqUOqwuj0xdUjs20nwIU52Z27dX3DPil6twXeAzgOl093I+O6V97O2xQUFty64JNXg7v2Nz27JrnKfwb5DBVi/fJ7Pj+hPzoIbv2iEG5wnuDnvs+XJGiedaEWAg2xJ5Az7dzz52Kwv6932fOJaGkd5TPWtpmuIvBELgyghEgL/sAjUSbV/dyIVOkhFtAuJwO5VpRtqyvP48M9bS1N222Y3++2jbq2dW3EyA/Xrbwt33vhUNfYmz0X6n8orX7JGD0thpHTyDJ0zXq7RR+TecbvgZn3cvN7MBZWxVhAe/17vV4w4eLNPv3uWRsNvdlthfZfKk7NWByflolzpIZuH7A2xTwJ2bZZ5+Yo6d/qL6t6QDbZ9nL1d175dU2F2VJaGEIAMN9t27Vo92jecQ/gmk82qdX10Rm20rY5EymOXdNCNJcP9DFcrgRhlr1GU6q8Pqck/9JbVjPd33sRvsm8/3ePmKUD0oY7HyPvaBNQG9E7bBsJ+b/vpKkMHxMm6VNli9v73Y4Z8VW9qOEUSbom0Z16c0/SyclV2+pwaofLuUy7Y0SLND7N5+8vgSdU3ILuNeyje1r5Dy3TfD7pdClkSsb2FwaIlfK8/m99rg9ZKw2/xYJWBb0vBnub6BznEdMwRCIAQOTiAC/MGRnjRCAomDaPpDdRw+oRzMAJRxMmUm2b78/kCH5az7Sbbub9h9kJ18q4Ng1sO+Zsv19pkhHnEuNXUo/T748K+DY6bBtQ99n0m3V9BBau6t0zp+80CKmUuc1oWZ3YXfp/M4x9Ovv6IuegcJ6zcqt12UWSn7EHsYTHbJWw+7r119IwyM8IRSneZRj5jjnoMKlwycGMjpwq443qwisdyzjEXK7xQ7NVm9NYjAri7pEC+K4AiePm+Kk1C1iwBuNrF3ltUhdWmK9nCXDxSTOqxe9cdfUjvW031fOw69zv7yitC2nzIWK0K/ut8D/OO6MEBQxtkpAu5cr/18oCXcSxPr2+GwUuYIYwXM14yLE5v6BM6R8T11krwBuF0GbbWJVjAdMtnYaBt7nM4nMXDf3TbZrQJ4hU0e2j0CvMG55nSjj9Gv97UT4HvYb6gLg6ZlRIVACITAcQhEgD8O11PFqnNlKWtfSuzZlns7bIZw5npfbcbQ6bM6+9vikJa/UZ4sVSvjVuksGPlfKvyY9TZTeRv4yT+dPR/EJ5dHNSxp78sFzbyZcXr1emofYXeAGoG/nNcqe+J6GB7na27rNGbvVTcPvXzbT6hZplhR36m3K9tSKevzkgAAEABJREFUYY5A+5aTf2VvVodZt06mzHL0uq++O8hRh6oLGjpu88qDdYkUp1mnfv8N6uJ1Si9VOu/zcuPPqsAPKbTIPw6VjFulXjnESj27ddjwT2fbQFqfLbOaZF5ivSGKk9/a94Hq8KW3Y/vmfQ6njA3MDXfv/rvWhQGqMrYqdctS7N7uaV+3nR2yNeIjevCOfvIU/6vW9W8rvVRpg37v5NmBpwYHJueTXP6bekrfsmBguLePdXujIuj2MjTD3FcpbAy85qY2Rf+i33Yone9md1tnVxf1FQwsrvPT3b3XtgZ0N98J6ehu+9gNGvdw2lkDBt0t9hAIgRA4KIEI8PvhtNTLR9BHhGbntl9s9wtFkLSc1dK/HhMh3kyi2cP5Q9n9rbKbOdRh/6a6aeReR6ysW9UXl4+/U7orsxeWjW+Lw35qvwFLsBjhDQYYoNCpGm6bTOm+zwfZbC7hfDzDgIJ9er92OJSpAzov3S7nZ5TZ3rlO6DTZO/6M58lBeflZnVUz4/Knzk1BFl9aev6J5RvbMm6VgRbLK9XjW4c1/zzXEsd3m+6b3VX2k/PRL3XKPqWe0g8nsozekvfeqZK3pcKmOD+u4uxbU7STH19uBnLK2KgMdr3H5EPHccn++ynYQS8NgslDj9RAg+WxyrW7d7t7BjB+f3PE6GPrWh0v4+rUF9/c3DxkO3YqoAZktDXrnufbYuVKv29gykqlbSu8tPfvVwHnNsxZI9rZunW26vMrZd7ZMu6UNtNKjDuHNRbfDG0StsOLb4ZVcd6b4XZK0+y/wen+TN8XZ+Z0t1V25fyO0w0ryfqAwHT77hKDdfXLN33+Phr4WLLijJD/TvWUuZ0tpxv3tFnsszbD391sLej9jX5vqd02JGXe/duK91Bl3dMRewiEwBUT0DG94uw9mqyZVdXJnvd4+d1THQfLQj+kaNjvrGNV1meUD5kDa8yk+skpnX37XWePZmWeOzs+udahN2usw/LE6db4E/WfEDUvmSvnGx9bvy1rpoeAy21oaZ87HuMec36OQYslnRJhV2nCrdm3cY+wTHBxOvxw85NwXzcuNphG4Geh1n72v15hLMkv4xmlbMz0WLL4Vs/cfZ6D2RADFc+72u+/pbEEsB5a3bBH08ntOkH9HjshX8dUx6+3G8pAR8p+b/5OrW0j6R0zAy4OQFKvpEVHSt1jul6idd7ff/Lo/TAzry57r6bbNzqqVpuor/yO+wZKhDGzP9weyjQYJm/9+QboPrIcVs2qqmfeZ0JXL3MzqA6YqmBXqe7fjj2NZVs79rTv4105oKy/p9o3gzjq7rqnEtYd2Nnv+04QUrTb4z3r97XzBvWs8OjuvlPeK+1sdz83u3fVIKV3d6RN22xVm/Zv3ftvtZrvmC1GIxzTQMZ8ngD3U2m8vft9oFMbpVzfuBIhb2U8o3yntGd9+xgmDmIV5xxg1/qljvQ4zPI712ddvfJdMkBq+5p2q4cddgO367Y7mNDoAw/Kyfd0hN3HNMDRVwHgog7sE1fChEAIhMBiAr1TtjhQPJ4lAR0EM8U+bnMCddAsk7aUzkfc/lWj8rRlfYQby+J0yu1tXlUvfJwth7Sc8GvnB7RrwtSb17UPfRl3yk/CmHmx9M4gAQGSKS2WQc975X0ECT6eexfJZJlPDNYp+ZLyowMmbzooqwST8rJWEW6lc3gg0FodMK4trzR7MK43mTq/8yyD0XpClGV28o+DDj7hWbwE/M7CYIHyGc/RiVnVaR73l5g6GZbC4t7965h+ajkQYHSupM0BbGav1RMs6vadUsbKWlndOZ7YYpYQ5/FYqwjs9RzX0mbQaVwvNf38n5n47t978d7l4JneJeWGkRk7gpFO5dwZ/qDy3weF6vLBlPfCihyDLj0RVvBYcdDzZMm9gTz57X4JYZauqiPd/drsp2zHnmF3JAd11Lvco7fSSn3WXtLz0m9hrKJS7j2cNkr7Ya+vATLvgfZM+6799C3q/tW531MOVnWVcfbKipk/viKV6j5e87uCk4Gw+f3XhnxwxdPb8Lo8uTKY/Oenp2rvtZ0Gm82qK0Naefou+075XvVg2jxCfXcbdgx2qV++z3PbTKhWr0w6SIf00NKnzfF9twpkPFN90qcZ176P9Ljupm9YP9/AOTVLZvx7HLPdgIHB7eGub6T+j+uYIRACIXAUAjqkR4k4kT4IAR9Po+V+mkXne10i7Ov2oaT7x2eVfwI0IcRv2joR3kd0lb/uZqbCnuFVB984eMYggU4hk9Ddw7J/ef2zomAWfsv5KUXoNQP7lGNdWDkgbz7ORsjLabHSAdWxWBXAh5mAv+reKjfCtw4fhvN9++/kHwdClWXf/X0UxqCLQ/10jEb4ly7LrnmqIM8onVCMdbrnmzqhVjNImwPYCMWzH/XLKcLKer536msdPh3OVc/VQZXXVfc2ueFvu4BtHav8WbGg3DCycqSX3fAvrNUJBkyG20ObBjSkd16tI109T1ayzHmyTcfgiE4z/9eu1e1TtGOH5rguPgOEBNP5vvdde0n32cThT3mbFV01OGyVhjrhPdCead9HuGEaaFXn1L3hdu4mgfsDK5HaAG1BWZ9S294Vnn0v14V3/5Rafmxl0x7Oz1X+DrZThrTy1EeY/dlOYcvNKh787lq/COlWLRg8FL5rz5cO6aGlTzq7H/2SVyuHfvCdwfZ1fRrpc6ZOBblT4r272MPiED0TJCOo/oF8jeuYIRACIXAUAnMH7SgPSaQnJeA3SD+tnkhAtPxb56kud1bCCe9Dar8ZgW2XSCyztZTSkril4XQMzPKbvekf5XXhzSj+0bppdqeMZ5RBBxyeubHFAb8+qj+8ExQ9c1wvMR1e9hvLI55lLFI6SpbbmwU2K9aFLUv+dBoWRbTFE8HWEkoDPn6beYv3u9sfXTYzcFZslPXBldnB+WA+iVIv1s0Wub9Nq4/qvsEMgzfb/I/7yloYYcUx3M/FtFrH4NZH7JAgfv0030OdpL1DUg/q9RTt2EETvCUyK4hWCXEj2M+/ubmxtH5cD1N7rE7bJrJkEFc4df89y+IkenWurBelCL2WnpuFNgO8NPFmlc0S+5ZhsDTcsf2Zabdl4o/Ug5aWYXm98W3wjbDaShzc1uld65fBer8egtm6OGd3A+wGULSvlsT3tpkwbbBpDjOuvc++C+NandZPGNe7mPa/G+AbYdQXhxUyh1vMEAiBEDgKgQjwR8F6FpH60BIEnS7udG4f379aKTOLNncq+LU/zEE9llDyL5zw7lWwvZROn1kZ8RG0Lcu1VL9HpnNgbzF/BgvMWuzSubDU2+y1jpYlcj1uHdFVs8fdzyq7zqaR9H6PQG8P+D4f5y+siByY42NvVk+ey+lOYWJwQBnpTBg4wY4Ho/lzWixFnWcj+N1HjwEfAwOvURFYMm/QoKx3ak7fWHJ95+GBLWa4pXsuGwcS9s7dPskUpyXyBF4/o2ZQxbvS3yFbCax+sTfUeQkGroQRdp9nniKMATkdefVtvJv9XZcnZzH8qUqMZaL8ClOXj055F7VPx2zHTgVVGRPi3rAeqD3u9bicbrSXlhazz1q7bFbaCic8VrVl33Zzc8P9t1dg7fmfLtMzy7hYZZWXvdfe6/etXHxV6c6NnZt7/JjVJZiWt7NT2nuDcVZxjfZe2+V9H4ll56ZNfZVy9G0wqC1sXW5UynrX+mXZuQPsCPKeOX9/xKmuOkxPW+TXYZSJhJhVnweSrSxbt3XOqjjn2AhLv0z9W7XqpJy3KpMDfTDdCpNVq1S2RhQPIRACIbArgQjwuxK7TP+Whdu7Zjm2mVOnw9pHPbRDX3zE7Ic0O8P/IXMqvg+tCAk3lriN5zItuXQokpl6H+rytrPSwbZUUUdDnF0TuneNUEdVmno8fuLmPh9nnTzLV3Wc5bnHjYkTzpURgb2nlxBoGX73r3Msvu7PdgOd7+7P87qfTXbxmcXW+Zrj2ZS+TXG6Z194T9ObcjyCJqxrz/qz7Nkn3B/icTqvBFrbGrwr/R2y59LWBofn6Wjyu/SZ9+Vz3/Dq23g3tQODnzwZsHAORV8Bsi5ftnlYzjrCM9fVv7muWobtULR1cXd3/vgXP62uiq/7WWe/L6tjtGP3TdM+4dVPQrb2uNdjPM0cG7Bbx5C7dlp7vaot07Zxd58//pfq27Itz9Ix9Lo6VN4Wq1V1U13lvjQS7TBB0zJ0M/KdGzs39/jhd2m88jfyytw1XfuG7+29tsv77vk0OzffAnvO+V2aH/72qV/CEKw90zstHUNrl9RVW5JWtUUGJIZfpu0/2jVpmTWB3yqB4W6Q3/d0XO9iGnQwqDfC6DtZ1TauY4ZACITA0Qjo8B4t8kQcAiEQAiEQAiEQAicikMeEwDYCZuwNtA5/tri9+LhYaFqqb7Xi8O5QWsvzx3XMEAiBEDgqgQjwR8WbyEMgBEIgBEIgBC6DQFL5CAiYJbc9cGTViiqHLI7rJaYVFz3MJ1Ug2w7KiAqBEAiB4xOIAH98xnlCCIRACIRACITAtRNI/i6FgMNl/UzeSK+l+2bVx/Um0zJ9h7/aOsGfLTz27u+ydUK46BAIgRDYm0AE+L3RJWAIhEAIhEAIhEAIHIZAYjkZAb8m8/7taWbTn9OuN1mdI/T6zYOza/zySHOKNQRCIASOSyAC/HH5JvYQCIEQCIEQCIEQODaBxL8bgc8u734hpowbs+l+aWPbr7uYfXcQ60sKVNqvnPj1kcy+F4yoEAiB0xGIAH861nlSCIRACIRACIRACJwhgUeXJL9C8J6V6x8oTb1u/XPafRlrldl3v9YzPDy3LH4Fp4yoEAiBEDgdgQjwp2OdJ4VACIRACIRACITA9RG4zBx9cSX7A0pTZuHfuSzr9sKbfX+buj9m3z+j7J9eOioEQiAETk4gAvzJkeeBIRACIRACIRACIRACg8ADmZa+f0g9+8tKU69d/16r9Cr1K8rxLUpTX1//CPs/WGZUCIRACJycQAT4kyPPA0MgBEIgBEIgBEIgBA5E4D7RfEcFNrP+XWWaZf9TZf6U0l2ZlX+Pcnjh0j9cmvCen40rEFEhEAIPQyAC/MNwz1NDIARCIARCIARCIAQenMDNl1YSXrQ0Af5ly3RKfRl36vvK9ltLu/8CZX5m6agQCIEQeDACEeAfDH0eHAIhEAIhEAIhEAIhcNEEkvgQCIEQODGBCPAnBp7HhUAIhEAIhEAIhEAIhAAC0SEQAiGwK4EI8LsSi/8QCIEQCIEQCIEQCIEQeHgCSUEIhMAjJBAB/hEWerIcAiEQAiEQAiEQAiHw2Akk/yEQApdIIAL8JZZa0hwCIRACIRACIRACIRACD0kgzw6BEHgQAhHgHwR7HhoCIRACIRACIRACIRACj5dAch4CIbAfgQjw+3FLqBAIgRAIgRAIgRAIgRAIgYchkKeGwKMlEAH+0RZ9Mh4CIRACIRACIRACIRACj5FA8hwCl0sgAvzlll1SHgIhEAIhEAIhEAIhECSCsbkAABAASURBVAIhcGoCeV4IPCCBCPAPCD+PDoEQCIEQCIEQCIEQCIEQeFwEktsQuA+BCPD3oZewIRACIRACIRACIRACIRACIXA6AnnSIycQAf6RV4BkPwRCIARCIARCIARCIARC4LEQSD4vnUAE+EsvwaQ/BEIgBEIgBEIgBEIgBEIgBE5BIM94cAIR4B+8CJKAEAiBEAiBEAiBEAiBEAiBELh+Asnh/QlEgL8/w8QQAiEQAiEQAiEQAiEQAiEQAiFwXAKJvQhEgC8IUSEQAiEQAiEQAiEQAiEQAiEQAtdM4DryFgH+OsoxuQiBEAiBEAiBEAiBEAiBEAiBEDgWgTOJNwL8mRREkhECIRACIRACIRACIRACIRACIXCdBA6VqwjwhyKZeEIgBEIgBEIgBEIgBEIgBEIgBELg8ATuYowAf4cilhAIgRAIgRAIgRAIgRAIgRAIgRA4XwL7CfDnm5+kLARCIARCIARCIARCIARCIARCIASuksCDCPBXSTKZCoEQCIEQCIEQCIEQCIEQCIEQCIEjErhEAf6IOBJ1CIRACIRACIRACIRACIRACIRACJwngUcowJ9nQSRVIRACIRACIRACIRACIRACIRACIbCJQAT4TXRW3YtbCIRACIRACIRACIRACIRACIRACDwAgQjwJ4aex4VACIRACIRACIRACIRACIRACITAPgQiwO9D7eHC5MkhEAIhEAIhEAIhEAIhEAIhEAKPlEAE+EdV8MlsCIRACIRACIRACIRACIRACITApRKIAH+pJfcQ6c4zQyAEQiAEQiAEQiAEQiAEQiAEHoxABPgHQ//4Hpwch0AIhEAIhEAIhEAIhEAIhEAI7E8gAvz+7BLytATytBAIgRAIgRAIgRAIgRAIgRB41AQiwD/q4n9MmU9eQyAEQiAEQiAEQiAEQiAEQuCyCUSAv+zyS+pPRSDPCYEQCIEQCIEQCIEQCIEQCIEHJhAB/oELII9/HASSyxAIgRAIgRAIgRAIgRAIgRC4L4EI8PclmPAhcHwCeUIIhEAIhEAIhEAIhEAIhEAI3ESATyUIgasnkAyGQAiEQAiEQAiEQAiEQAhcA4EI8NdQislDCByTQOIOgRAIgRAIgRAIgRAIgRA4CwIR4M+iGJKIELheAslZCIRACIRACIRACIRACITAYQhEgD8Mx8QSAiFwHAKJNQRCIARCIARCIARCIARC4AmBCPBPQMQIgRC4RgLJUwiEQAiEQAiEQAiEQAhcD4EI8NdTlslJCITAoQkkvhAIgRAIgRAIgRAIgRA4IwIR4M+oMJKUEAiB6yKQ3IRACIRACIRACIRACITAIQlEgD8kzcQVAiEQAocjkJhCIARCIARCIARCIARC4CkCEeCfwpGLEAiBELgWAslHCIRACIRACIRACITAtRGIAH9tJZr8hEAIhMAhCCSOEAiBEAiBEAiBEAiBsyMQAf7siiQJCoEQCIHLJ5AchEAIhEAIhEAIhEAIHJ5ABPjDM02MIRACIRAC9yOQ0CEQAiEQAiEQAiEQAisIRIBfASVOIRACIRACl0wgaQ+BEAiBEAiBEAiB6yQQAf46yzW5CoEQCIEQ2JdAwoVACIRACIRACITAmRKIAH+mBZNkhUAIhEAIXCaBpDoEQiAEQiAEQiAEjkUgAvyxyCbeEAiBEAiBENidQEKEQAiEQAiEQAiEwFoCEeDXosmNEAiBEAiBELg0AklvCIRACIRACITANROIAH/NpZu8hUAIhEAIhMAuBOI3BEIgBEIgBELgrAlEgD/r4kniQiAEQiAEQuByCCSlIRACIRACIRACxyUQAf64fBN7CIRACIRACITAMgLxFQIhEAIhEAIhsIVABPgtgHI7BEIgBEIgBELgEggkjSEQAiEQAiFw/QQiwF9/GSeHIRACIRACIRAC2wjkfgiEQAiEQAhcAIEI8BdQSEliCIRACIRACITAeRNI6kIgBEIgBELgFAQiwJ+C8sM+40fW459T+k+W/melv7X0/5s0N/f4+eV17wVKX4t6ocrI55Tuef7Oun7Z0odWv7Mi7M/54bp+zdKnUC9ZD/mm0v35v7WuL1G9eiUau56Xjyi3H1H6kOrHV2TqfX/O55bbjy4dtRuBFynvX1C6s7zU+lfZiDpTAi9d6frPpXs9+z91/cqlL11dSvr1Eb63EjvKgJ1bOV2sutb2612qREY5Mf9iXZ+7eoNK4A+Vlt6/Veb8Pf5p5fY1pd3Xl/sVZY8KgUdHIAL89Ra5js7HVfZ8XL+szPcq/StLv1jpWXFzj58vr5vfU/rPlP5JpS9BGXD47ZXQ9yk9q+8vh08u3dVPqIvXLn1I9f9VZK9buqsvrYt/WjpqNwLqK3Y91G+pi5cqfUj1iyqyX1a6q79QF99XOioErpmATvCHVAZfvvQlKe32T50S/KPq+o1LH3qAr6K8JJW0hsDFE/iZlYP3K002+YEyP6D0/D02gPfccqf05d63LAbjy4gKgcdDwEvyeHL7OHL64yqbH17660u/eWkz8GXspIx4vnOF+JbSb1uagFzG2SkdNgMPhORPr9T9jNKr1BeVo9npMu7U65XtkI2+Z79axdmV2dz/2R1iX0QAs78++fRh/zWT230vDQro/I94/ktZ/nnpqBC4VgK+DwZqfR/eojJp4LGMi1C+S97ZVYn9beX4s0pH7Usg4ULgYQnoq753JeHnlaZMvOjbsc/6s8vhC0tTv6H+vXVp/cEyokLgcRCIAH9d5fyKlZ1/U/ptSm9S31Y3v/mJZi/rSqVB/dC685GldZ7KOCv1Ryo1lkDLd1nXqv9ad/526a7MvJqB7W73sf/mCvwSpYf6rrL8tdJR+xGw7QHDHtoKh0MJHC9eEb9+6a50Cr6xO8QeAldE4KdUXqywslVK216XF6V+aaX215UeyhLaYTcrb3Z+XMc8MYE8LgTuScD3+E2fxPHtZX5w6f9bepX6X+VoFt5Wu7LevEf9y1L6ghD1eAhEgL+estZ5sQf1p6/I0n8stz9YWidHmevImTGm2QlFP7fuaxC/u8xZvVU5EOTPrdO3dFBBR++vVB76x8DM62uU2yGUdMwzQ/+wIv53paP2I4Adhj20GfhV9bv7WWo3gPPzm2d1Qx1RV5pzrCFwNQSspHrBC86NNla7LQve0z9XFmYZt+r31P9Drqqq6KJORCCPedwEbOkx+z5m0T+6cHx16U1Kf/czn3h44TJtoXSWQVmjQuD6CRDmrj+X159DI49/ubKpESvjThHcf1NdEVQ+pkwz0b3DU063yoEh/BrFNIv8x8t1jGyW9Vb9gfr/WqUvVf3rSvi/KN2VQY8X7Q572s3kEy57cLPvhMLuFvtyAthh2EMYgPpV3WFPu07C76iwzDJulbqhjtxe5N/OBMyI2EKC6dAOINo5ogQIgRUE5hUz/738/I3S/6n0UAbltMXjOuajIXDvjKb9ujfCvSPwvTBJ9AuexGAr2yeWfVVftZzv1A+WzXZRe+XLevMb65+tNGVEhcD1E4gAf/ll7KA5J3Q7zKPn5rPqgmD/D8okoJexSDkw5P3Lp0PhuhCvrhDwPa9uX5yyr9ogR0+4JZm/uDvsaXfadh88MXv8j/aMK8GeTwBDLJ/vcnPj7AIrRrrbrnZ7ZX3sezh1Qx3pbrGHQAicBwHCuYHokZp/X5avKq2NKONWmZ3PYXa3KPJvJwLx/JAEDLpZITrS8PFl+YbSS5Q98vq6w++7lsWq0jKiQuC6CRDKrjuHx8nd/JNdDkjjdpynbY7VQXXzHnBLj9+sgv2P0vsqjaKZ+B7ec2bBp98/dzsunQlB0EDFfdJtBt9Mfo/DoIkZou4W++4EMMSyh7QHdhxy0913sZvFN5s/wqgT6sa4jhkCIXA+BLTT9saaqRup+pKy2O41H3ZpBs4AXd2OCoHTEMhT9ibgnXaY5k9+EoNzb+aVd09urTSs1PPTeGO23oSMvfQrPccxBK6JQAT4yy5NPxXnILeeC6cLE+rvO5uoQfSTWv+2R172NyytQ1XGxan/UCn++6W7MiBheWZ328Xu92/pEcZyrk8bFzHvTQBLTEdEP7EsTp0tYy/1QhXqd5fuSp1QN7pb7CEQAudBwFkttmeM1Pg2jZl3W18MoI97BubmAdVxL2YInCOBx5wms+9WzQwGfrlnXnU37q0zzcJ/abvpEOfMwjcgsV4ngQjwl12uOio6LD0XH1gXhzpJ+1srLoeJlHGn5tnLuxsbLJbd20PvxHh7zXTAaEv7CU4OyNOQG43dEM3trTHaKryl/reOT/69SZnch3bIST/UxGgtgbC83SnLMi3PvHPYwSK9ZnyYI5iO5b8cFytMfs0Q/bG693mlMR7pHSY39zDDrrwdXTngyk/yKW8d4pEWpjJTdm9Xqdh1sONdKow4hrbdoJxu/JzVnynLd5Z2T134V2XHpefZvnQf6Lp1pxxm5eDAO4cdLA5rVIdHEM9Wp9SN4bbKVG4vUzekWZ2VXmHpzqenvbxvVev4COjQSLx0aqwS8CzagIY6NrMSZlctveqZ+tafIX/yufTd9J5536RvaGlflR6rlXodE0744dc7qR7aCznikp5V9WOEYarDytZhhD0vysdPSUoPpvzuowcr74I4e9p2YdWffezyN7j4vfVAaXUGCmG4Lm+VbT9OpXdvaIxub274h6GzVXDWVo2wTNzVpUMeKDf/wsfXVNrU/zJu5Gn+hZFDPNtheOKRF3mSt6Hlmbv3Rp2Qjl31seOXHuX0SmVx2B9evc7Ki3fKUmUD9cqT//J+dOUbgp1f/VB+0tI13t4x7dsuh5aue5eWfGu0P9qhno4l78KAZWD4NevCWUMEUG10j8s1d+2p76y2qrzvpTDxM7/awx+6ubkZz/ELRJjJ714RrwikTqgbx3rX36ieOWbf5WPJt7iCPKVMVvWVOGbhf/1TPnIRAldIIAL85Rbq6AD0HPhA9Ias39vXbmmxeH2YzFb/7IpI57uMrcqHxCEjfhLEviYfrh/TQql/BKq3LTcz/f+8TIJ8GUdTniE/4wEEMwIhc7gtNV+qPApbxp3SmXSOwJ3DE4v4f23Zv6K0TtMHlWkm+cXKnBU39zDDDkMsZ3+HuNaRsI3Ayg2dJofJ9E6+ZygzZfchdfHfSv/V0k6NLWMv5ewBnQ2dkHF2g7rwSyo2XP5SmTpEZdzodM5L6qTl57i5hzboNZ4puL20X8myQauT6g2/0qzOSu8I0vkcqrxetSInqPzNMv1agq0aZb1VOlUvXzasPM+g3a4DGurTh1UchBH1TH3rz5A/+Rzvpt/cNfBUQY6mrK5Qt7yf6qH3azxMekb9+JZyNFjnnSrrrZI2Qrql1Q4o7HlRPq9SvrDU6f2FZd9FYeUdxBor9U+cIw5p66zUFXVm3N/HPHb575MmdcyKLxz+XkWAs7aqrHcKd3XJbzgTxNQx/O487GghWFn11YMZJP2OJw46/dpc5hOnG2e/2O41rncxlat2TtrlQV60GY7UAAAQAElEQVTkqcchz9zVBSzUjaV5PHb80tnLyeDn25ej9sKzy3qn1Fvvje0JylNeflfd9U0o4+DKO2G1k28Idn4W1GDe/CC8vWPaN4cU2s637/dml2/NnI4l18pd+2s7x9+tAG9Z2gCkNrqsd8o1d+2p76xvCSGzt2F3ntdYPEtdw8RAsvZQGQ7vBFfM/ESwfsmyuEfop81eh9SNY7zrBnLEO56MybZv8fA7mwbU/ndz/H1ll4cyokLgOgn0l/86c3i9udJ4m13pOfShs2+4u93XTojQ4XXIiEby+xdGqANFSLOcaWGQG2HMuApzn4/Ppufhg1P342PXhYV+b5PdyfM/s3kwY/g57XpYfbx95AlBOhTDfamJxz8pz/1ZdXlvpUOnI/XpFdMstJfTWmXU3IdWB2StpzU3DAAR0swirPFyo+Pc69nfKY86fWXcKgI4Qfz2Yod/Br0cgteDyLs60d2GXUfWqgN1Ut0c7ttM5aXu71PW6r3wn18PWTpI8Y7lV52Wv7JuVa9cPvzqBGFs6TdAXVfmr15hj6EIEv+4Ila3ytiovE+fVD7GXsfnlP3LSstXGRvVL6i72GrTyrpVKXdlqUy2en7iQRh1Rhjl+cR5kcG/cNJ4rPJflJDJk18n8asCuwjk6pY6ZkBjKe/psTe+c71cCepmbpnDr1UEvlPjGsN5ZdS4t8k0gCSP3nlp3+S331Ne3o1teTx2/NJE0PUe7VJOwtEExE8ti0NxvWNlPYhSHhh5J0wC7BqpNhtf7/kuYff51uwSv/Zd26D93ZWXd9vkyDvUA/EpY6NSt7xHOG70WDeVo19oMDC/JO4K8pTa6V1/EtL7suu7bpBGe/wkihsDGwaUx/UuJuHfN2CEcVaO8hnXMUPg6gh46a4uU48kQ7+68tn3olsCbAS4nB9cmQEx0r5KSCM4mGH9uEqlj4zlnWW9U+qkUeZ3KpdVHx+dE2Fp+x/L252ydYD70IRpXO48PLGYsbGk7cnlDcGYgDKul5jYm0Hofh24Jg3dTR7MgFja1t3Z5d1HeaQXF3zcm7XR9fcsR88t496KsIe/keo5Mj/PonMhXdK0asWFZW+Wdg8hao5j3fVz68Y4hM6vHJhN8xyma7Ov7OXtTplxsLzxzqEsOnXyUNbFygxQ3y5hxF6HfVUEyk2ZmY1TJ7sffHq52X8n7d2Pui8f3oXuvs1uf75llv2Z+CsHnJSL58/xWL5pkG12n6+lx4CI8pvvbXuOgZPPqECdYV3eW0mLZbzq+IjMYUYGetblGR9baLy3hA5xjLA6c36GiGYf7sPUQX2vutj2LmF1rHasHr9SHbr8zVQbpMMRp97uEYIJw+4NbfZuTpj2Ubtr1nm+pw3TjgivvFZ1wHXShd9VAPMsM8JOl2entfk0+9BmjuVjXDMJ8AaF2JdoApj6pOPf/XuvCZ7qkjx6D70n3Q87YdEqtXVt0rHjlwbP9h6t4vxt5WGUk3yw275Uzs8oq192WT7+TASTg2/E3Kbxoh3zSwKDLRNrzN3v2vttdtmKjO6+yb7Pt2ZTfP2ed0J91853d3bfK/dwprXZ3hP3Zv2nyuEVSm9SnqW8vEezP+0bbrRVjOO+9pGbVX/DbYnpWd7VY7/r2l7vdk+TCSJtUndbardSz+qr4V+bYeXauI4ZAldHwEt+dZl6BBkiXLzclE+zv5ZmT84nv/QB8JNcOvv94Ub1fYQtNbVkz1IznSydDnus5o7j+1XgVZ2ITyh3YWnCRF3eKR8e7kOb9e4zucOj/YCEq3HNJIz7qLAv0Was54OVzObOHyAf5z8xRSiv8izv9iiO9OKCD3dL5KZgN29QDqs+4uW8k5JPndX5I60j7BmWnplplS5p0hHWUZm3Z+iUKo9dBDqz/hJr1swshFl8z2GaOfD8eUbcIIy9cZ2tZxLIxbVUW2nhwz78W3L91eNiMnU61cHubJmkfbHy0MvNTIK0v1t57p1P74B0mxWrW4uUJYWjXcabYIC/csBJuagfc50SucEYyxLZV2npkB7p6vfXPcdS1j/bPZZdWJ1OdaQuD6II7mM10Xg3tBVYjDy7JoD2B3pXrGoZA0KWyKun3hF7bGl2y4dtEelhDXi41926/djtWH9Wt8vzIcvfgKIZZRzNFPaVLLb6/Ol6uHtDaxvL6U4RmAghg/G4YaDNIPKPLQftuPDSrv4pzz4bVl5ulJ+VNeqg6yVaXPOMrUHZVYLnPCjrbJhdVunIi/rS04WN99q31j159B56H72XBLPu32DSa3WHZj92/B5lAG9u070T0upQr1FO8sFuRYB3wHdT+KH1L/g5xDvuffStGXXaMwyc/t6yaEfNkg62TKzVuT9c9wn4ZdwpwqitMHcOWyzi52WXbw3/27Tvp8H0+Z348xVQPdd2eBcwpLXZ3hN1wHtT3u6Ucyh+f11hXsYzyjdWP2Z+lrqnXJUfbvTLVmjPl46y3oh7XX10f9a4n+pd9273lTXfU4mxmqGMXdRTfg2qdwf9M3nqbrGHwNUQ6I3q1WTqEWREo0SA7FnVUXOYR3c7tX3Vh41A8zsrIfZ+mQ0q61PKQTpmrs12EajGTXXzPepi30OCKuhapeOqw9c96HzpbHS3Tfb5YCWzsPYb9jA+yj7OPqTD3f5dwqo8y/tw7yZB0U/4CdvdCU+Eke62j90sk45FD6uTQyi2FHtVuv5zeSZcWyanTOvyVknTrgIdYcpSaXX2NpIn/8xSrBOoLaE02/DE6w1BfJcRdh0GQvkIzzRbpS6wd60ezJ1Oh5QRMj+lPM4dy3K6kXYCvzSZPeZG62CZ0VIXXC/VBgMwWjUoJ83vUxE5tKmMO+VZBhPuHCaLX6fgpztveo48WQkzP4dgZI92j+cQdoy9h6veDe+E5aZzB3hw1fG0V1o9ndNi37uZbYLDuKfe6lCP626eQzu2qVz2Lf+ex6V2A1azEO1MCgNYtvX0QbURp3cY23nwR90ziDDKbPhfZ6rLwoz7ym/dihnP1EYMv0xpN9jFvk1rG3xzhr+PLItVGt6Bsj6jvJfaw/7N4olgOs7vcD30sePXvhnAG89jGuD2Tkir61Vam2ow6zOnm74zq/anT962XhoYN9A2PFoB4nkG+Ve1o/yp3x9VFv74L+utUm+0D7cXC//t863ZFrU6qey7P4M9Bh1W9XH48554XwxC+NZyG1o91x6N624SQudnGTQ3ubGqXD1fOuY2u8e5zu59OdW7bktA78Oqh1YurEvbEnffD2dXDL+23/iWj+tnzbiEwAUT6B+sC87Go0v6KgHesj7LiB4SxqoPG0HUcjIfsE1pMzP0ZuWBgFvGrbKXdP6g3N44wD8zOVYtjKjM2DjBelxvMs1MmM3tfiwnnwdQDD4Qlru/962Lryu9TeFl2dz8sTe6vy3spvuEE5z7u4+55WyrhJ8elzTp2MpDdzeYscvMiJm4WXjv8a2ym5W3wqHfI0iaJe5u6+wGJxwiNO4r+3nEftybO50Ecp2bJeVmGaBBjhEX00CMWTv2JdrgkqX7qwZSRnhlYTZ9FmjNwgw/3dTBNyvU3QxgWJa67Tk602a6R1gdaTOR6tJwu68pPwb5tGPr4lIHDDDN9y0dNdi3TiDg31LdeRuGmWL3Zv3Q7dgxyn/O45Jrwu8sFJpZN9M7t3VzfMpC20+I7Pf8ZNSSlTPqljaphyUsE9S727BLj5Uk45ppULjP8nFbpc3UzmlycJc6ucr/cPNMbWH3Z8XVfJ7KseOXHsJKb9+0WQZWlYP7mzSBWXtjpdPwp+x9v8b1PqaBjHkG2EDbFy+MzMqAecBGO6r9WRjFzT7fmm1xG5zqArc22ArDXg/WxWErA9b9voESdaS7sXsH5m+1949wrsz4WaWl44Prhva9jEVKeZ/yXfdu9nLU7puFX5TYNZ70IQ3YjNtWmBgoGNcHNxNhCDwkgd6Jf8h0nNOzjWxqADdpP33SRw/ZuW0K4564D5FXAqQZyEPEdcg4jPb3D5uPjdFieV/yHALSx04e181oTN52viRAmunrAc3S6XR0t1V2nb0+E6CzZFZq9mum2s/WEcQJjD5S9h/P/tZdWyo6d1h7J21duE3uluJZvt/96IRi393W2ZWlzopOy/CjHcGuf5DHvdnUSSTkzu5LrnXmzMINv2bE6XG9zpQuwitz+LFnVh0Y18PUkSGsj2um/KrL7Eu0dPbBAYNDM/NN8ejkbuqgjbBmWwiv45q5rn6Y5SGY8kPjKF9LOvgGBv2sm3BD64Ddt4M/4mKuWsHCfdYOOprddNJX7b3u/mylmc+XUNbdz7A/dDt2jPIfedvFNICqnEcY775ZafVuuG0y1S1CpPZx+LPEdx78HPe6uaqdMrCx6b0wKNuf5X33LGaPe7a7T1jq7pbO9+t1dst+CQ3ad+28790siBw7fmkjGHqftTvsvm29jeZnk/Zu6MMMP/oYzooY1/uY8u1cHgP4GPme+Tky9WhJfL4Vc7urLV0l7K6KT/h9vzWr4htuZr71UwwKypNBRYOL4/42U7lof4c/g9AGWMf1MPUrzcCPa6afBFzy/nn3rIDp74Pw6/Qp33XvmoGunha/zqO8utuudu+dPlYP17953f0c7ElDCNyLgI73vSJI4AchoMFf2sFYl0Cz+GakfEx31Wb+5njFN39sLMtb8rHpcfng9oZcQz/PaHT/+9rl2Ywuc8RhWehLj4sNpoGYvizefjQf5TmI5VyW1tlvaO+n2QMdmdnfKa/xNDI9nmnUepdBBeF0VnRa2IfW0V8i0Am7SnAe8WwyDWaYhRt+dBBfZ1xsMHHvKznUr3UdScs9zWaN6HS0CPu9nox760wzc+pEv+/5Oi7dbZVdeRAKVt2b3eTD0sPZfdW1fZjdHUc8u9smOwFbJ9/zHORli4FO4qYwu9wTP27bwugwy/fwx94PLxruq0xC1ir37vbQ7dixyr/ncand6iHv2PDv8DgC4rheYmoX53fBMuJtA6X2cvd2Sls6xzM/3yCkZcrdXdvr/e9us90y+bluGHhYMntn1ZI2Q/vuWVaCEKD7M44dv2cRJq1g8Q2z390J5N4N9x5KG2wxqGDw1HknynPp7Psh0nyfb82m5zvY0rYo+/fl6d03eb7HPaup+iCKtkE7uTTKVe/eurCnfNcNDs0DFrPgvS6dm9zVd9+n7scqq96G9XsXbk/yHzuBCPCXWQMIFWaUzin1Og3z7J+9p7umkXDnwzvCaegd1jKuD2nqjOqUjjh9jHUcx/Uq0+CJpdv9ntl3H4/udq52H+qeNiPffeal39tkdwhgF2p1kpcs79fJXjorMD9fh9Bsa3cnGKsj3W222xph5ma4K3OnHY/rbhqx74MzOk066d3PErtndH+Egb46pd/rdnxmAaDfn+32hs9u87UZK6tGurvlqXh2t012A08EFXwsnzdLTKjaFGaXe97FJf6lue+Llf9dBwk3Peeh27FjlP+m/K67p85YtdHvO+PDAEp322bXSZgA1QAAEABJREFULpoN7v4IJtrR7tbtVkbMq2C0N/a4dn+z3TdxPujQez+313M47ZhVM93dN8dAmkFee7G3DTj0sLP92PHPz8v18wh4l/b91jwvhof9P79/u36rvXvzgNaqHJ36XTdIanVBT8uhviXzt8D7L3/9WbEjEH3xBCLAX2YR+ihZ1npOqTdLbnnkSJNOi4PSLDXbRTt9/cVGJGUaPd0moJW3vZTOqGWXPbAll0aIu1u3W7JNDzej3DqX4/q+pvxiqQNrHybzvnGO8Dqh9tuNa6ZZVR1f9l00ga4PtBB6pXtbHE663+d5I14dkj5bZtDI/vZxfzbl2fL+7u4ApXWzvbOga6WL2eZd6jC/9gn3ZxocEld3W2X/P+Vo60UZB1Oea0lyj1C97dcPbSeI75MG7aD2cJ+wq8Koww/Zjh2j/Fflc5ubNnBuK+btGtviGPeFI0yMa3xxHtez6R2c3+mlg6Rz+yBubahBAfZ12iDDvFxb/8hMtmXgBo4I9A4XNBj3AusiWuN+7PjXPHajsxPOzVDKk2/YLFRtDHzEm1ZyWeVmlZTDOvd91H2/Nfs+d1U43yGr1PRv/DKA7+Uqf8NNP8Cg+LhmOqtm12/n1wi4RZ/6XffuawNGskxIbdsCNfxuM+dBPofYRYDfRm2P+wny8AR8oB4+FeeVAiPxGs9NWgPUT8xk57YpjHviPkRuLV3Vce1xPfRIoxmVvkRYfi0pfItK5C6asDXv77c8saI5itIx7AKAUW/L/VY9bOSJOe7rmHVBdrhvM41CE6oweufybKbHMjLCGwHVTLN904d8R5XP/DHzrHr8zkqHts+ELo3ActLemV8abvizQsOS9nGtLAy6MIdbN80am4Efbkb6Ny3FneuajobDfXapw/xaGTCeySREe0fYN2nlgdEmP7veI2zQPZzy69cPaVcfDKY9ZBrGs5WR92Rcq1feUWW6i963HTtG+Y+87GIS7rRRPcw+K3WEV9d2aSscXte/AZgsXaHhZwhtD/HcoQlO2w6zM3P31hWA0FfGSkXYfW7dsfVEngiY2misynmjOnb86x6u/hKIMfBrMB9QHm1T0w4qE4MS8mQgtG6dTBFordgiqONuWx7hy4GayoCQa+n9ErbrEq0d1basu39od22sFTy2Ejqs8cPqAc7s0FdTX9Rh33p9xbq1UflO69N1T/j06yV2gjEBeZNfjB/qXd+UrkPc05Yfsg91iDQljpubMDgAgVTsA0B8gCh8EAgy/dFmS4ykdrdNdnH40PjAb9I/tiLpJ1DX5VUpM9A+rCNTljmvW3Lpw0tYHH51gBxSN643mRibWfqk8oS9A1e+tuxOTjYqb6bnXGZAKll7KfnbK+AOgazscJgVcwRTJspmXHdTWSrT4Wb/4j4doRH+Ek0rWAimI+06dDp24/qhTe+RDu5DpyPPPw0Bs4/r3ld1dR78IshY8eOd36YNbhNUe060vbZ96Mx399nuFz/M/GuT53vzNaGHgGmVlFlRv87hGzz769fHjn88S9oIxvabE2AJxL5xvlV+FtI2sd4ejHDHNs2GOljNgLf3XR+GoI7dm9TDDbZeWp+UoG2A10AI1vJmNYNVXn6NxIQAP5W9R6lWvev6qX2A7pBg1CttxCHjTFxnRyAJQuDSGktpjr650WH4lxMIy62MaE/OudxCQIM//9zK61WYVUsunTzfGftQz+VQQZ9RZnUd6GcpqY/90g+6lQH7Li1+JhEncNhnr/g+ybIXtx/mo0yUzRyXMlSWw92H3UyPjtZwixkCIXBaAt6/dSsunNHhnIVDp0j7QIDcFq827PXLk8FUJ35rg+tyo9KPMovszJdfv9Hnzc0x4zdQ4fmWTROM/dyZtG1J0u1tqyus/rq9OPA/q48+vOK0UvEdyjRLXcZWZTDGsvGtHh/Ag9l2K0VwMyhvdcbSZAjjW7TU/yX7W/WuGzzaNpi2b561K/p0+4ZPuMdA4EryuLRxv5LsXlU2CI/9I2Ckc9sywVMC8LE2y6JTcV9thvqYaTc7YZnmeIZZmHk22QfndYeHJ6aZ4G0fCyfV2pfZBcknwZ8yfHik4wPL9TeXtnTbh64vFy/ns1anGmywf/1zJxLKRhl1Z2WoLIebE2q/clwsNJ24ft/6K7xBm/lgu4VJuLc3dauXjbZiaSf63g+/8AguqR27FNTrVlx4f73Hx8iHWXyrcZbGbSn+HyvPzq7wyyTOtDBouEnI1WYbqO1tTkWxUh06fm3MH64n2dK1bgtY3b5VhGI/efcudWWG2Izoc8pucKGMgyqD17Ysvc2WWC13d5L+R5U/q9GU1wuW/UNLn5uywkGfxIGJBifWpU9dscrAz+gpG4c3mnn2yynb+g3r4rw091Xvuu8Rwf4YefFd8307RtyJMwRuCZzLvwjw51ISu6fDKdoEkh5yyWE93f8h7XODTPjUmB7yGceKy0e2C8o+sq8xPcx+dfsdhzOBfz4Ab9wbphlg++DmmR+njNuLaLZJp897qKPoJ4DskXNokj2TI55DmcpIR6nHp6PUr5faLUuf982Jf2n4+/qbzy5YNcNmhkRZjmc5Z8ASx3G9yjTr093xIXx3t0uz6yzqSPV067T369ifR2Cuw5fUjj0vB4f57z2w1afHZkC2Xy+1Y9jrm33OM2dxmXl34jv70Norwu6umpA64hjmPt9Hg+S+Dx9TkRB27d0miGm/zaSW81NKu/gHyoVAXcZWdaj47XEnVPqW9IdaIUZ49NOYtsNJl3J0roM8GJSwoq+HOZSdoOsQOoMDPU7tEZ4GqqXFwI1vicFuaf2M8owtNmU9O2WFhpUEc8KcLWCF3cvUDfXdLL3BH1stDExYgee9qttblXfPmTjdowHpfr3ELh39G7gqjDR5Xr+nXPr1UvuSd135z9+jpfFv86cubfOT+yHwkAQO9uy5sT9YxIno6AQIIgSS/iAf8bkD1O8f0+6Da1/3eIbOgqXN4/qcTR0FBxL1TqXZGh+jkW77BgnZ49pMh47duF5lvlY5EizLuFM6LriY/fiCciWoe35Zj6501Oz57w/SKdhHQLVlo/NQ9upAj/uYdqeom9kZzyBo98Pq5r209n0vOUTSAVUjTqZ9mTrl7Jeqdc7MJPf0E5b69RK7paL2zjuYSYeUQLMk3CX5UYfV5ZHmS2rHRpoPYaozc/v2intG/HIVjuBYxq0ygOnnGW8v2j9nsvR3Tbv4hnXfcvZdtVlo+9Mr+J3yfbzvKjXCDkFM+2122fd2Xmav3d938Hqf+Aktf7Ry2WcexWMm+xXK3btqj7YyrcuTKYK7wxz7A51BgpsVDQaqDbQY0Ol+ztluUP7tK4G9PjtjwLfH2Q22aDljxbe2vN1LzRM0+g0GOnaJVBj1Y1MY9eKU77p+1qnK3LOshNiU/9wLgQsi8PykRoB/PotLtBmp9vEYafdRMeKt0R5upzLNSJsl6c8zYy1N3W2b3eyGj7rlfGbFzRLovG0Ld9/7VjT0Jc5mA8a+NqPYDkobz9CxNHjCHG6z6aOp89nd/UzRu5eDEegytirCw8/e6ms3D5bp9xDySNjtbkvsrzJ5UvbqwOR8tEsfZrPw/QG2KeDOzTLWfrKyk6ln4Zy/WdvH2stV3TN7Nfvbdm3JqI6RgQadOtfq0bZwx7hPIJ07g/bHmk1c+jyDWd5NP/FIcP9DFdDgRhlXpdRhdbln6pLasZ7u+9gJIGZvexwvXxfqQRmLlfeRcNMDeCdsg+luBCMz5N1Nezy3V/3+Jrs2dj6Mzrdo1WF2fhbOyiffGwM42nbp3hS/e9oJgwQEOtdDv0RZCKll3Kpjx6+NMvhx+7An/8zGax+l8YnTRkN6vdsbPe140zezz/76rpthdwL+kqiUl8GfJX5P5ce3oP+MrOcqf+eysC/R+md9sGVdmHm7l2fPq/nWheWO36uzbNGnftcNAltGP5KFxb4z/iOOYZqQGHamttwqHvboELgqAnsJ8FdF4LIzQyBx0E7PhaXen1AOOkRlnEyZSbYvvz/QUjMzId1tk90Hx3IzHSAzqvZDWo64zwzxpuesuqdD6eTYcU8HzkyKax+FPpNu2eG2Dzbh24da+KHNXOI0rreZwhOatvnb5f5XlOfegcL6jcptF6UTYXanh8Fkl7z1sPva1TfCwAhPKNWZHfWIOe45qFCnflyvMw3kdGFXHG9Wni0HLWOR8rNNTlVWbw0isKtLSzvTix6yoyfLO3sQQtUuArgZ+96ZVofUpR7nNdjVYfWq5+WS2rGe7vvaceh1luBi288u8RL61f0e5h/XBaGhjDtFOBH/nUNZbFHqHf1y2kmZ7TUg0wMRdLUR3c03k8Dre+MkeQNUuwxqajOs8Olxdvux4yf82Io1nqnM/HIMc7htM+X5kAOMvp/avv5cAqmB+e62yW4VgxUEm/yc+p5vsryN52oHDTSN622m74mDBrf5c99gcl9Gb8Wb/fPuLdFWyVkVsMTvKd91A9vzijB1eEk6t/nRb+x+8PO87hZ7CFwFgYcQ4K8C3Jlkwgfa8ri+lFjSLPd2mA7hzPW+2gfd6bo6+9vikBYH4/TlSjpDZjaWCj9mvc1U9mfp7H1Ddzii3ZL2vhzSzJsZJ6PYRonHox2gRuAf16tM+996GH7ma27rNGbvVTf7ktK6vLeyvE/Htkf0dnWxVJjTAXnLyb+yN2vFrFsnU0bye91X3y2R1RnogoZO/NKZPHGaVeuZeIO62KXjZB/kvNz4syqOWWgpp5Mp+cdhPFC9ckiXejbc1pk6rAbS+mya1STzsst14S/JXR2+9HbsULyVsYG5EZ93/13rwgBVGVuVumWpeW/3tK8E8x5YvH76TT0b7gTiJVtehv9VpvppVr3f00bYe93dLC/vS/oJab396H5X2QkNPY8GHWxxG36PHb+VNL4343l4Yj+ut5na/nfb5mnH+8pS/6EHcyhdT2e/N9vlQV/AwOF87yGv5yXsOPd2cVvarFx7i22enty3GsRBuU8ub42l32r8DDyrm7cBt/w71bsuGQTqWYCfB9X421Wrc779PVwfjO/usYfAxRO4QAH+LJhbCuYjr5Gk2bk9ROIIkpazfv30cEK8xksjPn9IJ6/PXJo51GE3emlmwkfqGU8rHL643P5O6a58rCwb3xaH0eU/WwEJFmXcKoMBBiiWCj7SrRG/DbzHP7O5hPMR1ICCfXy/djiUqQNqaWJZNyqzvXOd0Ck0Kr4xYN1UXn52Z9XMuPypc+VtL2Xp+SdWSGzLuFUGWnR01eNbhzX/PNcSyLmzZ3ZX2a8JdjRnwtanVOz9QBzL6M3m9Q6BvOnMl9etSpwfV7761hTt5MeXm4GcMjYqg13vMfmwZ/a+wsgU5c6XBsHkoQc00GD5p3Lt7t3ungGM398cMfrYulbHy7g6pS4/ZDt2KqAED23Nuuf5tli50u8bmLJSadsKL+39+1XAuQ1z1oh2tm7dKTOtvld3DmVZuuWlvK5V6qnnafO6J3HIXYcAABAASURBVEv1e/oJEwZvux/trz3z3W2VXTzvON2w0qoPCBw7fmcKEIp6MqyQUgbdbZWd8K599A2Y7y8JP4cZ177Z8/fP4OqSFWWE/HeqiOZ2tJxu3NMmsT+EVpb9uVbaGRBakib5N5DrvetxCOsb093Y1d8/X5b+LVJOvt8GourWSiU+5T9/p1d6fuJ4qnfd4+RrXrWgr2Ugyv19tb6j7So9vFUf/Tr2ELgaAqsajavJ3MqMXKejWVWdbPt9eg79xInl9JaFfkjdsN953UdZ4+dAHjOpfnJKZ3/Vnjgjtc+tuFYpHXqzxoTcfv9P1IVOwrykrpxvfGwsKTPTQ8DlNrS0zx2rcY85P0cncEmnS9hVWkfP7Nu4R1gmuDgdfrj5SbivGxcbTPuuCALdi/3s9mVakt/dh13ZOB3Yksy3Go6TaUTdQMXkvNOl5XIEsB5I3bBkz8ntOkn9HruOA2FZx7a3G8pAR2vuQApzCm0bSf9IG3BxQJJ65fk6C+oe0/USTeB+/8mj98PMvLrsvZpu3xCErDZRX/kd9w2UCGNmf7g9lGkwTN768w3QfWQ5rJpVVc+8z4SgXuZmUB1AVcGuUp26HTsVRAeb9fdU+2YQR91dlwbCugM7+33fCR1w7fZ4z/p97bxBPSs8urvvlPdKO9vdtfvzTKt2Ujl0f/vYtaXS2sP6RhCmhpv0eDf6QKB3WL7fuDxpl8t4RmnHve99e5X33UGl4hwB2I8Zv8FJ7eB4HlO5+gm2VW2V+95377Zw2n5us7b0f3bb5Vod6P6tUnBuz7p647tjANT2NO1SDzvsBmbnWfBx7xSmwae+kskz/3T9s9Jk3XtkyxlBXN+hb3WoYLdKuHUCufLx07K3Hp/8U9/0LVZxXNdmPwm60TjFuz4SoL/nvRjX3n+DYeN6H1PfCOsR1iCaSaxxHTMEropA75RdVcaOlZkzjteBQ2aKffzmZPpAWHplKZ9Oin1bRpJpy7QIN5b96ZQbuV1VL3T+fKRetSL/2tLrFGHqzeumjkwZd8ootY+fpYUGCQiQTGmxDHreK6+BJ/h47l0kk8WJ6tI+nHW6vqQuCEvypgOmo1JOixXhVjpHAAKt1QHj+pPLYnahjK3KB3GehTDSTIjSCZB/HAxUEJ7Fq+PaWRgs6HnUyVnVad6amObBh9NSWNyb843O3qeWg46zzpe0OYBNB1E9waJu3yllrKyV1Z3jiS1mDnAej7WKwF7WcS1tBp3G9VLTz/+Zie/+vRfvXQ6e6V1Sbhh9frkRjHQ6587+B9W9PihUlw+mvBdW5Bh06YmwgscsT8+TJfcG8uS3+yWEWdqqjnT3a7Ofsh07FTt11Lvcn2ellfqsvaR/b79ZdmGsolLudXmntFHaDwckGiDzHmjPtO/aT9+iO89lUefMfFvVVZd3yiDCfNintnHe5nMXYEeLvPX2QXDt53yYHYGIkOX+0NpDYQ3GmlWXR1p+fbe049rz4Z+pTSDUs3d9zPjl8SP6w57Yvde+674t0iXtyghf7/ufLH+jvfKdncvGt6a87K18f+e2l4Cl3phUwFGaaHy1Kb7fVnmMh0qTPsu4liZ6XJ/a9P74NY7+XN8Fq02Ug3zIDy1/6on3yqDyCKNdJVyOa+YoB/auffs/uBzmb9F4/8SjTD1vXZtdwRepY7/rPRHaiN6PNDBz3wEjTKyIGM9xRot+y7iOGQJXRUDDc1UZOvPMHDt5Pi5GZ/10i4/EuufZ1+1DSptZXeePuw87IcTIsRPhfWS5b9L239szbB/j7M9ySYMEOoVMQvfs58vLwYqCWfgt56eUjokR6qcc68LKAXmzXG/XUV0dUB2PiuYZ5aNDwH/mxhoHwjdhB8PZi71a8o8Docqy7/4+CmPQxaF+Pqwj/EuXZdc8VZBnlM4Gxj7+802dCasZpM0BbITi2Y/65ZRhZT3fO/W1DqGO0qrn6oDL66p7m9zwt13Ato5V/sxaKTeMzCD2shv+hbU6wYDJcHto04CG9M6rdaSr58ks5Zwn23QMjuhU83/tWt0+RTt2Ko4GCFdt5fC+ay9pM2FzepS32b5Vg8Nm/NQJ74H2TPs+hzfQqs6pe/M9z9PWdHfL51fVz+5nF7vtEASdHsYqAs8ebgQlW720F8NtmPg45E0eafn1DR33h2m7gS0p2o7hNsxjx68d/+jxsGZ6h31bRluljHx7mpcb5eMAUIOW3V17YLCju+1iJ6Q7Q8dgwRwOPxzxpPHFufvT73DoYD/4zmD6tj5Lj+PQduUoXX2r3XiG9MuH/NDyJ5/jPtM75GBHq5hcD93r4nAbpvqkXq2qm943Zep5c5stnNn7Vf2wEfdsHvNd789SN3p7YCBPfet+drWrKz2MCSltXneLPQSuhoDG/Woyc/0ZWZTDHypfn1baR9rybx/nutxZCSe8D5D9aAS2XSLxgbKU0pK5peF8cMzym73pH+114c0o/tG6aXanjGeUQQccnrmxxQG/Puo/vBMUPXNcLzHteXMSLJ5L/POjI2i5vQ6V0fvembVM7FAn8xJsLRE14GMfpWcv0TqKRrt9IJf4P7Yfs4OrZuzUi1WzYUvToz6q+wQMgzdLwylrYYQVx9Jwp/JntY7BrVWzduvSwK+f5vuadR6u1P0U7dgp0VlBtEoQGGnQZutMj+thao/VadtElgziCqfuv2dZCCzqXFmfUa9dLn0Ql4Bk1c8hB720oXM74Jlzh99Mu6Xnf6TStDSP5fVG26kNtRpJHNxWafeOFT/Wb1sPVT7sZd2qfNOFIeCbKTcgjv8ISKjf5/s5wjMNxotH/K6XaAPohDntp4GX3vZaTWgwaUk8x/Lju2nViO1kS5+hDhqMN8FiomXm4cDcTVsDRt1Rz5Tbtuf6BuFuYGeb3/n+sd71/hz1TNqYw91g6b774PX1tE8jrvt++0c8MUPgbAlEgD/borl3wjT4BEGH1Nhf9eY3Nzd/tWI1izZ/4Pm1V8jhKJZQ8i+c8O5VsL2UD4HRYfERtC3xsqSvR6bzY28xfwYLls7yjzgs9dYBscdwXi6lI7pq9niEXWfqbM4z7QR6e8D7B2dd+NndT/o4XMUHyqyePHc/mBgc0AH0ITJwgh0/RqrntFiKarTf/fvqMeBjYOA1KjKdZ52Nst6pOX2WZq6aVbkLcGKLzr50z2VjlqR3/vZJljgtkSfw+hk1gyrelf4O2UqgU2bvq/MSCEHCCLvPM08RRieQoKK+jXezv+vyZP/wn6rEWN7IrzB1+eiUd1H7dMx27FRQlTEhkgCiPe71WBq0l30ZKrehCbVm9KxwwmNVW6Zt4+6+9tz+YM8ccXTTSiKHTnY375btC93tvvZ17YN2VBp6/NpDg1XcR3vo3fY+DH/s3LQ5ThXXdhr0FXb4WWfyc6z4laXyMUO96p2WJm27dMubd58Qqlzd877jz06rC1ZOsN9HWyrtzAECpWdLQ49P/VAXHQaorSHMjpV1ZlDngWIrx3bdGtefdwi7NBv8kF5t5FdVpPiXcavUESvwfC98EwzI638pfx5sFSBkstP4GCBlX6eFVc8MquinYSYdwz+7vpR+hv7GPEgw/C0x1Ql16VDv+qpnGtzpA8ImJuRtld9tblYwvEzzdIhvf4su1hA4PwIR4M+vTI6RIsvC7YEzAmzm1CmolsYNbeRXA2g/pNkZ/p9Jxz0cxOdAHR8yS+DGc5mWgFnOaKbeB2ifx+hgW+6sIyXOrgndu8bp4yVNPR4/gWP5265xDf8+7pav6jjLc48bEyecKyMC+wjDJARaht/96xyLz/2hbTfQ4er+PG/c32aKzyy2zv0cz6b0bYvXvvCeJntPt4XZ574PtvasP8uefZ33feKbw+g86eDa1uBd6e+QPZm2NtjnqFPF7xx+3fV9+dw3vPo23k3twOAnTwYsnEPRV4Csy4dtHmY0R3jmuvo311XLsOeDxtY9hz/+xU+rq+Jb57+735fVMdqx+6Zpn/DqJyFbe9zrMZ72Hxuw69xmu3Zae72qLdO2cXefvzlsvzaTKQ2eOzTBA+fu7xD2Ve2DZ0vDqvh7e+jd9j6MNLJz01YSxPhdFccmN2FGeysucR4q/nXvtPi9L9Lt2dLQ04g7/vwNrT/Q/bDP76D3kZt767Q65xA3z5aGET9Tu6MsbDla1dYY8OBvaEvF5XF+1j7vwohjl/ZrhGFKrzbSWQj9XVKe9nT7Xqz6JjhvxADXyJP+ha0j4tymvVfKBTPsRhzs+i3a3VG2ykX5DD+7fn89y7vsnfZuj3iYrrm7z9+2dM/3TQIIO9wNkFqtOK53MV+rPJuwKeNGn8lA0aG+/eKMDoGzI6DDe3aJSoKukkAyFQIhEAIhEAIhEAIhEAIIELQdqshOW5FjmwT7Uv3i5fH1Sw9lb/19JltGPDFD4KwJRIA/6+JJ4p5PILYQCIEQCIEQCIEQCIErIWAryl9rebFlw2qG5rTVKoxVccOjFRvrVtYMPzFD4OIJRIC/+CJMBhYRiKcQCIEQCIEQCIEQCIFzIWC5u5/Is5xemmxDcLCuJfqut2mz9bZlDH/2/c9nJox7MUPgqghEgL+q4kxmjkUg8YZACIRACIRACIRACByUgAML/bLNiNRyeGc1jetN5nPqphn4Mm6VQwNXnY9wezP/QuCaCESAv6bSTF7OlUDSFQIhEAIhEAIhEAIh8DQBs/AfW05O7S/jxq8oOGxv2yy8X+Lx6yhm7YXz84OfzRIdAo+BQAT4x1DKyeOFE0jyQyAEQiAEQiAEQuAqCTjN/0+2nPlFpG2z8E7hf90nYfzM7/uU3a8JlBEVAtdPIAL89ZdxcvjYCST/IRACIRACIRACIXC+BD69kjZ+Vs4s/Pj53HJ+Rtn7/s7lOmbfP6DsX1w6KgQeDYEI8I+mqJPRENiPQEKFQAiEQAiEQAiEwBEJ/GDF/W6lv6U09Rb17xVKr1KvU46vXZr6ovr3QaUtxS8jKgQeB4EI8I+jnJPLEHgoAnluCIRACIRACIRACGwjYB+8fe0/XB5fuPR7lzbbXsad+ille8/S9sh/V5nvWDo/G1cQoh4XgQjwj6u8k9sQuDACSW4IhEAIhEAIhMAjIfCZlc8XKE1A/61lfl/prr61Ll62tPsvWuaXlo4KgUdHIAL8oyvyZDgEHhGBZDUEQiAEQiAEQiAEQiAErohABPgrKsxkJQRC4LAEElsIhEAIhEAIhEAIhEAInBOBCPDnVBpJSwiEwDURSF5CIARCIARCIARCIARC4KAEIsAfFGciC4EQCIFDEUg8IRACIRACIRACIRACIfA0gQjwT/PIVQiEQAhcB4HkIgRCIARCIARCIARC4OoIRIC/uiJNhkIgBELg/gQSQwiEQAiEQAiEQAiEwPkRiAB/fmWSFIVACITApRNI+kMgBEIgBEIgBEIgBI5AIAL8EaAmyhAIgRAIgfsQSNgQCIEQCIEQCIEQCIFVBCLAr6IStxAIgRAIgcslkJSHQAiEQAiEQAiOkE8rAAAQAElEQVSEwJUSiAB/pQWbbIVACIRACOxHIKFCIARCIARCIARC4FwJRIA/15JJukIgBEIgBC6RQNIcAiEQAiEQAiEQAkcjEAH+aGgTcQiEQAiEQAjsSiD+QyAEQiAEQiAEQmA9gQjw69nkTgiEQAiEQAhcFoGkNgRCIARCIARC4KoJRIC/6uJN5kIgBEIgBEJgOYH4DIEQCIEQCIEQOG8CEeDPu3ySuhAIgRAIgRC4FAJJZwiEQAiEQAiEwJEJRIA/MuBEHwIhEAIhEAIhsIRA/IRACIRACIRACGwjEAF+G6HcD4EQCIEQCIEQOH8CSWEIhEAIhEAIPAICEeAfQSEniyEQAiEQAiEQApsJ5G4IhEAIhEAIXAKBCPCXUEpJYwiEQAiEQAiEwDkTSNpCIARCIARC4CQEIsCfBHMeEgIhEAIhEAIhEALrCMQ9BEIgBEIgBJYRiAC/jFN8hUAIhEAIhEAIhMB5EkiqQiAEQiAEHg2BCPCPpqiT0RAIgRAIgRAIgRB4lkBcQiAEQiAELodABPjLKaukNARCIARCIARCIATOjUDSEwIhEAIhcEICEeBPCDuPCoEQCIEQCIEQCIEQ6ARiD4EQCIEQ2IVABPhdaMVvCIRACIRACIRACITA+RBISkIgBELgkRGIAP/ICjzZDYEQCIEQCIEQCIEQeB6B/A+BEAiBSyMQAf7SSizpDYEQCIEQCIEQCIEQOAcCSUMIhEAInJxABPiTI88DQyAEQiAEQiAEQiAEQiAEQiAEQmB3AhHgd2eWECEQAiEQAiEQAiEQAiHwsATy9BAIgUdJIAL8oyz2ZDoEQiAEQiAEQiAEQuAxE0jeQyAELpNABPjLLLekOgRCIARCIARCIARCIAQeikCeGwIh8EAEIsA/EPg8NgRCIARCIARCIARCIAQeJ4HkOgRCYF8CEeD3JZdwIRACIRACIRACIRACIRACpyeQJ4bAIyYQAf4RF36yHgIhEAIhEAIhEAIhEAKPjUDyGwKXTCAC/CWXXtIeAiEQAiEQAiEQAiEQAiFwSgJ5Vgg8KIEI8A+KPw8PgRAIgRAIgRAIgRAIgRB4PASS0xC4H4EI8Pfjl9AhEAIhEAIhEAIhEAIhEAIhcBoCecqjJxAB/tFXgQAIgRAIgRAIgRAIgRAIgRB4DASSx8snEAH+8sswOQiBEAiBEAiBEAiBEAiBEAiBYxNI/GdAIAL8GRRCkhACIRACIRACIRACIRACIRAC100guTsEgQjwh6CYOEIgBEIgBEIgBEIgBEIgBEIgBI5HIDHfEogAf4sh/0IgBEIgBEIgBEIgBEIgBEIgBK6VwLXkKwL8tZRk8hECIRACIRACIRACIRACIRACIXAMAmcTZwT4symKJCQEQiAEQiAEQiAEQiAEQiAEQuD6CBwuRxHgD8cyMYVACIRACIRACIRACIRACIRACITAYQm02CLANxixhkAIhEAIhEAIhEAIhEAIhEAIhMC5EthHgD/XvCRdIRACIRACIRACIRACIRACIRACIXC1BB5AgL9alslYCIRACIRACIRACIRACIRACIRACByNwOUJ8EdDkYhDIARCIARCIARCIARCIARCIARC4HwJPDoB/nyLIikLgRAIgRAIgRAIgRAIgRAIgRAIgfUEIsCvZ7PqTtxCIARCIARCIARCIARCIARCIARC4EEIRIA/KfY8LARCIARCIARCIARCIARCIARCIAT2IxABfj9uDxMqTw2BEAiBEAiBEAiBEAiBEAiBEHi0BCLAP6KiT1ZDIARCIARCIARCIARCIARCIAQul0AE+Mstu1OnPM8LgRAIgRAIgRAIgRAIgRAIgRB4QAIR4B8Q/uN6dHIbAiEQAiEQAiEQAiEQAiEQAiFwHwIR4O9DL2FPRyBPCoEQCIEQCIEQCIEQCIEQCIFHTiAC/COvAI8l+8lnCIRACIRACIRACIRACIRACFw6gQjwl16C29P/I8vLc0r/ydL/rPS3lv5/k+bmHj+/vO69QOlrUS9UGfmc0j3P31nXL1t6qVrq73eWx/6cH67r1yx9CvWS9ZBvKt2f/1vr+hLVq1eiset5+Yhy+xGlD6l+fEWm3vfnfG65/ejSUbsReJHy/gWlO8tLrX+VjagzJeDb5Bv13Erfvyz9P0r3Ove/6pr7nyvzlUr7/pURtScB73Dn6x33ru8Z3dkGkyd563mV97NN8CNOmPf/eyv/o6z0e/R/yulslb7G51XqpPmHyvyNpWf1x8rBffpjy562qyBErScQAX49m0u/89KVgY8rraH7sjLfq/SvLP1ipWfFzT1+vrxufk/pP1P6J5W+BKVT99sroe9TelbfXw6fXLqrn1AXr136kOr/q8het3RXX1oX//Tmpv5H7UJAfcWuh/ktdfFSpQ+pflFF9stKd/UX6uL7SkeFwDUT+GmVuQ8p/fKlL0H5Fvkm+Tb5Rr1bJVraX7TMrn5MXXB/+zL/aelvL/1HSmdQriBEhUAInJyAiYe3qqf+htLUZ9Y/g0VlPKX0PfR9OP6B+vc6paNCYC2BCPBr0VzsjR9XKf/w0l9f+s1L7zOKp7PzzhX2W0q/bWkCchlnpzSMBh501D69UvczSq9SX1SORmnLuFOvVzajomUcRHn2q00xmc39n5Pb7pePLwRmf33K9s+s619T+pDKoMCPahH+l7L/89JRIXCtBHwfDNT6PrxFZdLAYxlnq/q3yDfJ9S6Jld8PqwD/uvQrlo4KgRAIgVMS+BX1sD9Rmvrf9c9A5A+WOavvKIf3L20Gnmz2AWX/WaWjQmAlAZVk5Y04XiQBHZR/Uyl/m9Kb1LfVzW9+otnLulIR/j+07nxk6V07ThXk6MrMiiXQ8r3pYf+1bv7t0l2ZeTUD293uY//NFfglSg/1XWX5a6UfXF1oAmx7wLAn3wqHQwkcL14Rv37prj67Lr6xdFQIXCOBn1KZMnttq5S2vS7PWmlP/1alUId3XXpttTHw5nvGdF1BnlE/p1y+pPQblTbwW0ZUCIRACByVgEmiD6wnvHBpyqrYr2BZo/9uuev7lHHzs+sfwX9d21e3ox4zgQjw11P6loRblvPTV2TpP5bbHyz9U0srcx05M8Y0O6Ho59Y9+wq/u8xZWf5DkD+3hmTpoIIRzb9Smfq/pYcy8/oa4+KepnSYze3R/MO6+HelL109VPqxw7A/3wz8qvrd/Sy1G8D5+c2zuqGOqCvNOdYQuBoCVlK94IXkxoqbf1xpHctOy3qnLDO1ZcpWKHmyHcC3jOlb5jv3nuV73grj++UdnwfuymtUCIRACBycgFWw+i0itqLVWT6b+hjaLDPvPyBA6Tcp/Vqlo0LgGQKEuWcc43BxBCzR+cuV6jHKV9ZbRXD/TWUjqHxMmWaiVzUeDtXg9z3Kj1mPP17mPJNhT84lNySWUP6LyldXBj3mPZT9/lK7mfzRSI8wZt8JheP6kZp7Zxs7DHsEOua/qjvsaTcD9zsqLLOMW6VuqCO3F/m3MwGHh9lCgunQZk93jigBHj0Bs1afUBR+XumuzLIT6G2b+oy6YatNGU8p3zffuT9drgT6zyqzK32ejy6HX1w6ajsB7/B4n5nece/69pCX5UOe5E0eh5b3y8pFUntOBEyKOZhupMnBdF83LjaYVpX+jSf3tVf65c4AeeIUIwSeR0DleJ4t/y+VgBfbqJ7ZiJ4HHReC/T8oRwJ6GYuUEUD7cMxwdCFeXbnkhkRnzyBHh/BL6+IQHTmn1fbBE7PH/6jijrofgX90c3ODZY/F2QVm2brbrnb7yuZTYNUNdWTXuOI/BELgcAS8274/BPUeq3NMfM8+vxwJ6WVsVU6o98sglq12zz+5LrI0tSBEhUAIHIWAQaC3qZjH6fi29/zFul6i7I//4PI4ZuFtEbX1p5yiQuD5BAhlz7+KbSkBL6VD0XQkaHZuS8Mf0p8lOl7wHqelx29WDjowZeylDACYie+BPWcWfPr9c7fj0pnoLBqouE+6zeCbye9xGDT5790h9r0IYIhlD/zr6mKemSun1WqNq1l8s/njtjqhbozrmCEQAg9DwPv9ltOjv6quf3fp/1Z6V6Uz7Dtm2X0P+wZ1Yca1jKgQCIEQOCgBqzLfuMW46/k6fgqzTwIZDLDdtUUZ62MnEAH+smuAn4pzkFvPhdOFCfX3nU00MOFnLf5tj7zsb1ia4FvGxan/UCn++6W7MiDhQLPutovdb5LSI4xR008bFzHvTQBLTEdEP7Es8+xcOS1WL1Q+CQNl3Cl1Qt24c3hiiRECIXA6As4SseS090uc2uwMlv98j2T0051HNJ5hkPtSv2UjHzFDIATOi4DZd7/wYaWPlOm/fEpZ9KnLWKSshNX/Hp6tFM3ZHYNGzFsCPmK3lvy7SAJmfvtMokw48fJQJ2l/a0Vov2AZd2qevby7scFimb899Pb22GumIaMt7Sc4OSDPiKWGb0M0t7csQxKWttTy1vHJPwd+cB/aoX4v8uQew75qAiH70M4HcKDZuN7FlN7fVgGYZdwqo6ZGT28vVvzj1xJuHdXPq/sYj/QOk5t7mGFX3o6uHAZlb6nytqJkpIWpzJTd21Uqdh3seJcKI46hbTcopxs/7+R06e+sC/fUhX9Vdlx6nu1L9zOBdetOOTBQZ//OYQeLfWnq8Aji2eqUujHcVpnK7WXqhjSrs9IrLN35tLSX7+1qHR8hHbqF1+fWhVUCnkXrEKhjM6vytrOSXvVMfevPkD/5XPpues+8b9I3tLSvSpDVSr2OCSf88OudVA8tOxxxSc+q+jHCMNVhZeugsp4X5WMJtvRgyu8+erDyLoizp20XVv3Zxy5/g4vfWw+UVnvDHfZWl7fKth+n0rs3NEa3Nzf8w9DZKjhrq0ZYJu7q0u+p8Payl7FY2dJkBr4H+KS6+NLS91VW2MzxOLdkl0Mx+fVTdt4976D80urmKP9fUglVD8tYpPAWx9DqwwgoHt9473+vb+zchFUWw383f0xdKAN1tadVeWG69HvrGSNtzPldrcesVMre89UFdULYoaWBu3bHO7Uygi2Oh45f+yNvI41Med+SjKduP0T9GO0dptJMj/roHAhpeiqRO1yoW69U/v9caXVevRP/0J7zDXWPoKk94L8u91Lqq2Xi6nV/jlV4vgW+CXtFvCKQ9+oYfZ3xKP07E13jelufcPibTd8s38nh/vvKot6XERUCNzcR4C+3FniRfSB7DuwXnn8/u9/fx67jI16H4Jmt9tMWvVHZFCch7cPLw7eX/vjSGk0NdVlvlfpHoHrbujLT7ze4dSzq8mjKM+RnPOBHlIVAyCzrTuqlyrewZdwpP1dn9PTO4YlF/L+27H5CxEfvg8puJvnFypwVN/cwww5DLGd/h7j2MbONwMoNnT2zXb2T7xnKTNl9SF1YxvpXy3RAVBl7KR11P3eoMzzOblAXdH5x+UsVq5nyMm58zOfD7KTFz0K5v6vWIR7PFPbf17+vLL1JqZPqDb/SrM5K7wjTCpuycwAAEABJREFU+RyqvF715ubma+oBf7O0X0uwVaOst0pH6eXLhpXnGbTbdUBDffqwikPHTz1T3/oz5E8+x7v5heVXx6SMoymrK9Qt76d66P0aD5OeUT+c5muwzjs17kubDo+fCnNAYc+L8nmV8oilQYBfWPZdFFbeQayxUv/EOeKQts5KXVFnxv19zFetQMcs/4p+Z6WOWfGFw9+r0Dhrq8p6p3BXlz65XAhu6hh+dblV/a7y4ddByrhVBtUMEhAYbh3u8c+KNO2Kb5c0+Zb9gopPW1zGRqUsrdL5T+XLAJ53zztYl7eql7/6pW379XWn18+63EnZrqa98T3x/vf6xs5tVX32TN8kgzXKQF3taVVeBAHf20+sFImrjIMp8flOKHvPVxfUif4AaeDuXVKXvFtL68ix4+/pXGp/iPphMNnA9mjvMB3pHfXx3ctBndWmalvrcpHq77lnvH2FUuexL+ud8hzt7puWi/ZAWXqH9SnKaZHiVxj1VTrV6/4cy8Z9C3wT9vnO9UR41in6OvoYfWLNO7yqT9jTtsqOCeF/3HMGyCuPi5gh4AUMhcskoDNrdqWn3r51I5bd7b52nUgdXj9DZ9T8+xdGqAOiI2PvzsIgN8KYcRVGR2RpuF384YNTD6PD04WFfm+T3QyOnzsafswYjt/wHG5MHSgfH0IQ4ZXbLhqPf1IB+rPq8t7Kh1In6tMrplloL6e1ykg5oVcnda2nNTcMAPlQb5oZ0PHr9ezvVFwGDsq4VQRwH8nbix3+GfRyCF4PIu/qRHcbdh98qw7USXVzuG8zlZe6v09Zq/fCO6xr6SDFO1aC1Gn5K+vz1Ib/OgF+dYIwtvQboK4r81ffEO99bukI+tkwdWtbPN4ns4hjSeFzKoA9zvJV1o2K0IatNm2jxyc3lbuyVCZPnLYawqgzwijPrQGaB/6Fk8ZjlX973GKrXydxKjfhd6mwpW6pYwY0tvEm5M3lZ9aPoLk4kVs8flTdV8+8075lBgfLaa1SFgaKpIPAv9bjdEMdM/BNgFJXp9tbL9VrgtmS8vcsJ1b7NkjvO1TsymlJGRHkDWoQ2CrYvRUh0bPxVfZLI1TftS3b6six41+a3uEP74eoH759eGlnRlo2mdpUbas6ssmfewbm+d3lPReOVuc+tSwOVV5S70f/QxhhK+hG5TtnsGcM7m/0PN0cz/K9P2Zfx0qOPvtuC5BBkCk5iy4NXPYJOfXNYEm2/SzCd/2edmlkr5/GZeXwV1dy+4tstuLvlts5KCOFZixWCWkEB50GJwPreFje2dOsTmqk36kcNVhlPKV8XISl/fRXv2nrAPehCdO4dD/sRkQtK2SnfdgIKOxLNfavO3l24Jo0dGd5MIJtuXN3Z5d3nduRXlzwcW/W9kD5bWPPne/tc03Yw18nbg7v4CcdUOmSJrNWsx/7uyx309mc7226fm7dHIfQ+ZUDI8yew3RtpJ29vN0pswiWN945lIUgLg9lXazMlPTtEj6uOpyrIlBuysxskjrZ/eDTy83SXGnvftR9+fAudPdtdvvzLVvvz8RfOeCkXDx/juc1y8EgWxkblfQYEFF+s8f+nFXPMXDi57s6wzmOfa6lxTJMdXyE/66yGOhZl2d8bKHx3uoAiqOC3Cozl2YXafZbx/aPMPpedb3tXcLqWO1YPX6lOnT52/9tkA5HnHq7p4PocCX3hvZTbXPCtI/aXbOm8z1tmHZEeOVlRcfsh5ApvIGW+d641qmel8k6vM4Wm+HnlKb33zfI9ppVwoiBBfVLvle9/9L6PvWPILQqfN1aqdRnP6HXw6jDnkV77hxQe+rbYEXEB7Sb2iRtkDQqG+9Uu31r1X7P37HbGzv+k17v47wFQhoMZkm7dGjHtDNz9AZ2rfJb16YfO/45PduuH7J++MUU219GGr1zyhdf76J3ctwbprZVHdnU5mGvHV71nn5bRSRuz6DZ172bZsy3bT9Qnk5aX9X/UE9HfubvkG0XDqXEv5K0SMmX9K56lm+pZ8jTurrp27K0r2NirQ9EfnWl0OrGMvZSBo/75IX2Qd9ir8gS6LoI6ARdV44eR240Xi83ZdXs75LlgFOwg1/q7PnA6Oz3yI3KaggtNTWK6KRh+8c1rvZPzR3H96vAqz4COjfC0oSJ8nandBK5D23Wu8/kDo9mVHRsxjVTJ2bTx42frnU4+ynGOsNGd5nd3yvUhZ8sKuNOyas8y7s9ZiO9uODD3VLNuwBPLE5O1hl+crm3IZ86W3OH3BI4zzAjY6ZVuqTJrJWPRh8N9nAfYeWxi0BnJFxYe2/NMJnF9xymUXjPn2fEDcLoSHe2nkkgF9dSbaVFX6JrybUP7KrwOrbqYL/33XVh24o89HKzTFXa363u67D+/+zdS68Fz1rX8W3OwJGONHHiwKlBJToyomiCIZwBRMFEJGiOGrwgKuIFEbygoFHwjiLxEhMviUacqZFASICEAYEwIiEnkPAOCCNICNRn/3et8+za3b163dfq9dvp3lVdVV1d9e3qquep22rG6+EbkG6jGq8OK/4Rwnu9jDfBFn/vASfvRfkYy5SoCShLexRIh/RIl/D9nHuOUdHv7IHeTPd+a7MrI804y0G47LOJ+rehrsCi59k1BbQ+0LdiVgsFhrspxcqpb4Sg52Q3/XMUonR48HPf1Hnpemzqmdzk+ZzvX4eiEVEcjWBVYdC0Tutk+fVT3Sgd/TSiRLjtjLu7jjadyL+uOajH3S/typ/3aUZE89od3p+ZNcrgzrFY1KfiKk4vYxzV79J2bc/4/Xumetn393ntQvmSb98/TtavUwia1+7QqWYZys5hj8Xoqm9MMOXZ96+cepbTc6fKMz/fh7KjDqLkSJN6VRq9G+/ABrf8xd9P9cap37OyIA09TqaypV4kq/CTDvWY+ky+KE7C9ZNy8iX9YjAvHf/wuL2X91A+fB/Kgg5J7xdf36LyifdYFrWtytJc5pTVUSboZdBUdnF7hpPdjAjxkbtqnORTYZbKlPTa6K3eR/7w/pVT/uLQ3mlvv7oF1OHejBffyFLcwvTz2rKOZZJVxji1E1LnjA68nh9T83US9OuYT0xAZf/E2X/YrGuYCTw1AwQ16/yq27XtKku9vFXYIyz4LV5CjNGgMU02QjFybbSLQtX9lc1vbhfHbnLTbp09CK5G4WsAwgPhv7ot2T/dPDWczXg9jMKMU6U0ZJ9pvrW33PpdQpU8y3vz/nBQFAlg7q2eBDsNdnU7xm6URONY76VQU4pNxZ5Kl12gCQCmxHqn/V5pOlSho0yZ1qfM9niYRg7mFGpTBmtDppG0Xs59a06KBaW8hjXaoCxUN3blQAeHMujaaZMqSqbdZEfBiL+0E/ilyQgCNycBx4iEsuB6xfkaRGcARlOdctJsdI/C8Br47Z9nUSbeLj8YhHdhqsfSc+TJKOT4HAKUNdo1nnPYMfYdTn0bvgnTgymO9VmdKyXT1EXltPqzW5dsZLsLgNyUW0oB+3jeQz229F6Off9jPtdc67Aap4/bk0IHlmU9tVOtx+cbxnbs/FH2dCL0d9bDM8fOOPHOzUYS/pInZeXb2wPq96/s6AD8xuauLDbj3eGdGP3WjumEqp7u0alR3fbZe3me+v6V569tEWDUjN2Bq7rZOl/1lzTtPJtFvW4kXLvaLneHqdiU6p3DERZ1a+X1XS0Os1zUIc364ZAv7Ult8wWiqE1Nkb50/J699ryH8qHjXB2sLIzloL9na8uVh54vdZ66u19XU/uoI6e6GSBRp3pX1b3atck6Q/9XdWx2corNSpv1w4Gfb6J6qPuNXBvplv7qp701KERuqW1rDTNnd8+1ZB3llgJf0zIOFFW/NXbLfLzjGlanRr2O/UkJ1Ar3SRE8ZLanFHjT0nzst8wQAU2jXNNAETUdamxkahh2I0N+1oeC69pJsBiFR+7nOE2vN2uhx6Vn046u/XrJ1PtLmKthNDxjB4rOBw1IDUcw/Gx1mLHjZdoXxboGMTJYrw+1U05wrt8+5hr7KeWnxi9NBDN5qO46M2wSVt2W7EbiRuV9KTw/o/JmOLD3kzBilLhfL5k6J+oUXe/eNPipe8zGMLrb/QgNFJk1783aWp0c/V6mjphDBGSdS6buj4KMuPrpXRhNHxXaz3vpId6bBDSjGtVVB4aN8PY9x9phI939XoqCkTRlqbudasqPTj712FxcyoAOptHftGJKCUFv9OvXRkLGZRhzStWt67FLvP/O4RDTSN4o1Bv1M1I31nVjvN6Fup8SUP2+ql2Mynpz+nBQPuem6H4IfGYHHaxj2dAJp83Y9ygzGOSxLlUwomi00Xez737+vmkd4Ri6njrVXeMSMuEsP5v6Rvg5fWeWTdhkzrVTHar9Yz/mNEI6vlObmnnWUnzKkLakhjNjbdyP5tLxL6Vxyu/W5UN9p4PPNzKVvu5mqZTO0H7NNBtiqhwa1a3tozZPx/xSGRSfUzq0V2bKuXaqO8g/7OM58vOtmDGwr301SKLuqeVljLtea5+uKev4znVc9DTgsdSe9XD7TN96DUOWGWcrVf/Yn4RAFeKfJMt7s2lqlApi6bQ7ZB0BZ+e2dA8/ce9NwIoAFEgjkCuCXjWI3lq9vP2hhD09xfLe3ZZMFfj3DAHmeuSHYAdfUiDHxs0onV7UfZERVowU9nAaO6NS/bqber/9bB1FnMKoMteodv99JgHWaFYNVxvZ6r7WbnaE6fs1PCEK++o2Z/cuLYcgZPYw6hHspgSDHqabGjVKbr8+xLRe3UhYv8eIuLNfz5nSRXll9jCEWGWgX3eT4EFZ79dM+VWW2dec0lkbXcLxyHwpHqNvhKKlMPzMaCHMsfdzrnwYmaeY9nA4ytcHAa0HKKaOQT/lU5xejDTOCWg13Fo74WycwTJ1r19KGN11CJlqOLrXa0tpxhFd77qG6fZb12OXeP89b4eYOlC9536Pb9+oqnLX3ZZMZYsSoH7s4Qi5Y+cnP3Uqs586ldQV/fpapvpfm1OfRxkdRxir/2j/4ebgHTZjd5hyPCqmO8/BoqNSZ9Xg/O5yqm3wTfsWvKd3gYcL65l1mHdn9SKZol8farqfslTvM3W+Xs/ZrfE1I0v7qJ0kL/zCEPjS8Q+PW7y8h/LhHe+r72RCGzJ28miLdIjwr6cyoT3QbrGTjWobX8NO2dWtZODupzzVGYrdXTlRv/Zrpg6nNXW/sKb025eEfd95bVlHJ72O8p4u3/CUjNH915rkxloX/pZ241zb1bxyPAsBgvez5HVL+dRjvraBnMu3UXwjUhr7Q08jf2O84qtrwvkTetYKe8I7KXe1sprqkRfu1FOeCUrMHpdpoSrHfj1n6oip0+Kt5Ztq7IxyWAdIeLP2UwVPWJmL9xrueFq71p9FkDukU8F9GiaNLns/CfprFDr3Htuo6cyoUy4Jdl/aE7Bg4l5ncihfcz9PZeTdaESPjlBM2a/lpPvNmUaWlInq7/mEl+o2Zfc+CLVTfqObfJjCOLpPXY/T7nVuXJQAABAASURBVHDEcyrslBsFm5DmeTb7MUWXgjaGPfZa/Ljtu5/iIt89HLsdu/v1kklJWPLnd+t67FLvX94OPc0e8o31+ygDBPx+vcZUL47fgmmmFKGl+73nNUrKUhzH+FGy1ZH1XgoTZai6LdnVFeoXZbOH08m/b5d1Yd2rA4B93znOmPI9r2lfdGZR0vbFv9bfNPnx29Jxsya/8qDO1T5qJ82kGdN26fjX5lO4W5cPZWptfSe9ygRz32mGkhlQZCBT3C3D8Kx99x3qT8EdN8kz42jts3yHvsc1z/UdX1PWwa228WY2Krtr0roURseI/QF6GHmaW57Qw8R8AgJR4B/zJVMqNML3lHqV1zj6N67dWZNeyh0lr4dV4dvwpl+f0ySMEkp7nCrGcROX7tdNnSembvdrptH3tQ2Q8Lc8CeX1+T/eLjQQzTjosLaLsNlvoiSvmd5vpL+OyPX715hTjTfFWBlZut/SCCMPPYx3bmfkfl1No9S1c4ZCRcisYdbYPaOGI8zW2SnVr9rxGQXY6j/ap9bjjmGMuIwjnDYewnMMO3dNMSBo42P6vBFGHVRz4Q919y2+vLzsvU2aTbnsAeX/0E7Cfu+Ueet67BLvfyqf+9yUGbM2ajijZBTr6rbPrl40mlfD2YhNPVrdxs4bI/WUpRrmGnZtWB05VMbVkYc+W8fFT5ebdISsmS2k7fOtlVtnrcp+9dTh4fuobtewawfMOqrP0mbriNRJbo30vg6beu9ov3T84/OWru+hfJCRltJY/cYyUv1uYTdAUtviY74v5WqcpTGVl2vLOkb8azrUabWtqn6H2HUCkPn7PXOzG7p/zCchEAX+MV80Bci01ntKPWGL0NXTpNG1eYgp8Yecdvn9jT2SZhJ89iloLdhRB2F0XNdoeqcKci5CQpiz+xPUKLP9+lRTfrE0jdvUTeapcfb7CVFjz61R1WM6gwiZhM0eN6VXuvv1nKkn+Zjn9fhsnFVHewhU1oR1/9GUZ9P7q7sNcTSu1a3bR0XXTBejzYeUYWGt1etxMnUOiYt96fzF5mnpRTPOdnjuKFwot2d7wBkiOlbQVA+qDz9Jwun/leFb1mOXeP/HUFEHjnXFuFxjbbzuo8j38Pji3K+Z9Zt2favTSHl9tg68QzrU+r3K5E/1izdzrFvenN8ZBP5jlfBT69Z3CTnwQifNuMyIfGkk9/+2uOSJ4mXtts7MTzW3Q45Lx782LbcuH+qHc858WpvvqXB+hcZeEd4pGWhkM3WPDtI6Su07ocRPhZ1zW/NNavfH+uvSss74favTKN9z+VjrLo5xY8yxPV8bV8JtiIAKdkPZOUtW9CRTopZOwsfPlaexc1u6h5+4y21HW1XgBNcagV5NoybV7Zp2Iyq1YpZfU+Js3nPISdka1/ebXnepvBg914j0+I06+Xmzfl3NnidmdydYVEW2u+8zTdVVCWP011tgIxXWOlHeVPymiVk3fc5v1PsZy4hntccffBDICJuH3qgxqsL8ofcbfTClvd/nXeh0YXa3aho1NgLf3QgL45Te7sccyxplw0Zeh5RhYc0MEF8/KdG+kX49Z3ofGM35H+NOWHbWe72/en1Lu/KgM+2WaXh9dvvnHflOmvX1UK58o97pIeex9dgl3v9rRg78RzhXR9Xbjpmp435lbV9dMc5y0SFI2Hf/Nc9xlgzl/ZgOR2X6mO/YKPoxz7smo6lnmQXz55uHToRmTB6UvW9rPqZ1KxOWGWjjlLXmvHhcOv7FhxfPW5cPitwx5apk4SCr+s/SOEvk/JqQX1qwzFE76pvWKeOd6khfEzGZp4Y7Jj/y774az2hXh99a1hnTdM7rNd/MOZ+XuO6QwDmVgzvM3maTRHmnyNQM6m00alLdluzisGZdBb102u2y7kC9FOcj+umVrdN3NdDjFPmeL500lMV+rQGzSV2/XjIx1kP7n1og7E0BM8XSb3CbdWCkYk0Pdrv9bg/5u3TizOywZo7Zn+WdeDf9uprepXfa3WyA4ydr+vUzmGawUEx7Xk3Hoyj061ubviMC/a3Tcerzc/86ApTz8XvVeUnprTE8en1Y88JuidHYKcK9npQTHfTV7VHsfjHFbCht2r40U0BsLGqWmQ4Lv25Chlm679LxLz37Gn5rysc10uHd2OfHXgy+SZ0yZCSyjp8VtcywtifXSNO9PWOUdaY6DM6VZu9AvXCu+BLPRghEgX/MF6nB83M1NfVr1yDXe2J/eaE4+DmtyuIPtYupXT7tPK+Rbd6vh2lj43t49Rj+GdW1oZ+ppEZzx57hIfju0syAY6cW7yK5omUcRbvUo63FtelZj9878W76dTe9Q++yX1P6bcCoQexuMUPgTgg8TTJ8f+OMC6P7FIUKwS749frR7fKn7X70fCylXxvwh1sAnS//tJnasGYsHuRQo/f2zPETY0uBLx3/0rMv7Xfr8mGQAX9LP+z2/ntahr2bZuw9fL9mD+4NuJEAymHNiin7ZutVt3PZ1RnKxrniSzwbIbD249xIdjeVDcojhaRnyqjG7+4Xd2CuXVag0dh3GqG+ZJb0Lpu62p9hFGGqh/XLeoA300iwDoC3y0nj85urddtVkWxOHw4CrXT8k+bz6XZqDPRy1+nizfmuj2t1Nli//v8GEt6NXvDq7B16l93NDuo/0S9WmnZc31c+1/jrtBk3tluZhJODKVv13agrbjE9+eSM3CCCx6nHbgDnyEdOzbigAIybxf2OFr86sBlnOcRlNpllU/YWMQvAt3uWyFdEYhRN58WKoA8fxBTnb2i5sPeHjcvsCaLTdUnJ0+bp6K51doti8rh0/JMPvbDjLcuH7+BrW/4sCZxbQti8Xw+7q/vJv7/Rriw5NPPTzvKjUtu8N3vU9lQmL6lkkx0skfWcnCGwIxAFfofi4Sx20aaQ1IQTSow6Vrdr2UfBhLD0KEqC5QhVUbYG/4sHcNZuWa/XnSn84wZ43a+b3sW/bBe/uZ31sK7SWjK7pBJafIcEHT/hYj28TX+s+av3nMPuHRESalzHNgympY/TQcVf476knRBeR3eMwI+cv7IlwLtsxuthn4F9+xWM01fx0YC+RvCg/3QyUZpq8gld9Tr2TwiMZfiR6rFPcnDk/+E234GlPtWZwluv19oxrOXtl9uNI2cCsF9GaF67Q+enddM7hxMtfkFBHfvlLR57jKjD/ZpCu9wdtU7haENVo2vsh5zuUbfXezCt189gN8igff13LbOUPVz8CoH2T6dNc353aFf+VHOhUDZj73Hp+McEbLV8WONuoIQsUvNshiHF/rc1R8spvRf1gH1BvEOdMr7d5r3qsP9BDahzR7zVbZ/dFP99bbL65ZqyztTz9uVjrT/m4+DE2nsTbsMExo91w1ndXNYoIhSSmjGVsJ9sqW7XsmuMrevuz1Mpm9rcr+/ZJATYUEcl3NNp7TTBs19b90XJ7td6qgkm/XrK/JLmSLFsxu4gyOCi9/oHmytF3fOb9eKHhtaa//ogo9T7GsMavtst2ag8vHtloPtf2rSLet2MjqJdN6uz7rtuJGfd95pNJEcBwyZ4hMpL5+eS8VPEjCTXZ1Bm6vUau/0brJ3/0Rb437STQN6MTR3KsLLcM/VI9VhP8zlMZWas35amtC8987c3T0JoM14PHZh2kn69KP90iFYFidBqyRGzBDvK6vlf1e6sHXrt8sWGXMx+qh9rfaxTUN3S/deaOm/Hb2ysW9bGtaVwOjEsJdP+WVpGXqnvXF61m8d2/l86/i2WD9/XX27gzcxqxuuBo315fme7UtfbrE6d0C5POnz3OpR7JDq5dAj06zUmuUzZWQp7C1kHs6U0ndPvms86Z7oT1xkJRIE/I8wbRPU/2zPr2hhCyt9vbhTEZlz1MJphWlt9qBFraapu++x6503RMh3LqLheXuvp9t13qr8ZDXWKcx39MXpko7T+DAKezhNmdxtNjeJXDI5+ZudvNbfagLXL2YPy4Pd0ZwMc4WGafr3NCBdlt7qtsX/BEMi7VwYG54td6mwxCl8fYJkC7txMw6w74/5Qc1wjQFuHWd+rsmf0od1+0PEXWmgCj44G6+5dK0fN+eoHhXScrWN9o9GwtYkhNPk2jUhS3P9cu1HnRjM2dSjDynLN1CPVYzXdp9gJwEbfahzHTGn3PdaONfH5JiyDYX87Xw3u49KYr24+51gapqPSpmktut3heZai7Rya5WfaqXO8Ga+HOli5f7044J8ZW+qOfos6Rd3Sr7dk+lk4M8e01zrAtI3e+748YmITu68fAv6mdl0VtEvH3x63+thi+VBObWhcIRiN1756R9V9zu59aRvm/Lu7jmTyXb/WaWD6fb9eY/oelZF9Ya8t64yb45LDx1mK+9I85a8OMlOh+o3Pqn6xPwmBKPCP/aIpJDaKqbkgOPyH5mAEoBlXO4wkj8KQzWz2raeqCaTsE7JUzkY9rGs2ne6YEeIa7xo7gfK/lIAEECMBnAh/dSTdtDEbqfGbO1W6KvDqb+QSp+q2ZHe/xmopzKF+1pn6CZh+H9Z/pF+sNI1K6Z2vwTE5JG/13mPtyhshvN9PKSWM9HLE7H42KlzTcaIjpyq74viTLRLT9pqx6vCzO3+8hVRudSKwK0trhaF269mPcaSRUnWIAm400UhqT5gypCz1662YyrByVfPzSPVYTfepdhxqmf1dLULLfpqx+qD0K/v1BlPldRBUN3adckb76nIPI+bf2Tx9U82YOZadtYX/ogUx2teM3aFOqMo6DwroWK79fOAhgri2Y5w5QHGxOZhnbO0kc1D4tNd2ktfBd0insDrXDKk5LpeOf+65U+5bLB9GwOu34Zu3VwRzisGUm3e+poPaDC7ff43DUre135dvS/h6/5zdd6yd6v6XlnVGpVqHxiGd5D2do2kGYOXjW1EOx3C5fjICUeAf+4WrYAk8dSqxHJnubTMYFZbrY08Vst1hCfv74pAWG5vUTWo05nrm1yo/Rr2NVNZnqex/tjpc0G5Ke53OZ+TNyOMXtWfqKW7G62GUiML/ejHz71PNvd7TLl/Ga25zJ2Z/u3mqvJtxtkMj46fUaoR/qV2sVeYotF8zhPfujbowm9fVDsJALfvKu9E6AklVNIyqjr3xc4kUp1Gh6m/N7JdWhz12wvs43fh72z1TSktzvsoh/zj0hylXNplSzrrbnElo0pFGmephzCYZp1h3v0c2leFHr8fOxd871jHX4/Ptf2O7WKtMK1umStd6T/1qqnyLZvLQMfofBx/fktlmdcnOEGT2UhpsDKpNrIFM47Yk5NWt/PONWh9fnF6+sF1Y89uMVYc6yMyBGtiGp1sVuk2vNjW651fHc61/u/ucqbO+lhGbbtaOlUvHP5euKfctlg9KJnml59d37rvp1/tMssM37Qv05q9+HWWFQ74v35YO1bfoFo1ryzpmbtVBAvXVr19M4TpP9W2NZ/w+1sWSUJsjEAX+uFdqCpBGSkXnZOd2XGyn3UWRNJ3V1K4aE4HFSKIDkvxDAAAQAElEQVTRQ4p49dtnN3JIYPfbvHrW11bmfjf0/wyRG70wbXxfHCo7Iy0Uix6FzgAdFBrN7rZkSjdlYynMkp/RXMp5D6NDwfSu39cdmkkANbWsWRcPFflYJgg11o4v3tg8va9/1cypkXH5U+aa91GHUS4CMrY9Ah0tpj8qx91tyvRcG9qMjbXRXe9+6p5LuhEG/mt7QB2xM43elHcj8c3r9ZC3tcqmOG1sVZemqCf/fYtJR04zFg+dXd88hKAsrFl/P9x21kudYPJQI9XRYPqq91rdq52fDozPFEeMvqddK+PN2NyhLN+yHrsWUB0y6pq552lbjFJXf8q0mUpGtav7aFff/8PmONZh9hpRzzavyUP99I+aD+G7GbtD3akzwc9cKZM7jwWLab02BNUG1WDqPnWYzrrq3u0/0Cy+2WbsDnXmnOKwC9Qs2gx1Erbt8vXQZpgV57t5ddjYP7MLdH7XbGm/7MlT3absytFfHTzMVKsdApeOf3j83sutlQ97UljuVTNuhp1vuLpN2Snv2lcyxOg/d7/R/bETT3nZ1756lu+oflvjM+u1usR363vv7tIpvZeQdZTTKvOZhXKOJZCWOZL7eh7Un5T4fh3zSQkQTJ8065vKNmGHkK0HsGZMr50Kz7TQf948VARzlSrF2YYyekf9RAZh3xSgdtu7w6jMt71z+dwFgd6oMYHlc64vL3+nXag0TSdu1ncHYYxQRjgjpFVPaR8Fg+o/PkenxRqhocZR7Sp8o2/dTaVJcbFzcXfzk3Cf7RcLph1QKQI1iMr8fzcHU/Kb8eHwboz0mFL4Zz74fuJgtEJHxSdXx/03NZYCVu9WNqzRND2t9sb3MBo+gqmGttYb3gGFdRQA+n2XNi0jqT8Np8PFTxYpV55NaFb2mK7XnIR3SkQN6/swMq8s+66qHztFyGwT5VVYbk7Cg3vmlAVhrnXqDJO3+jwddN/VHPTyN+PdoZz5nild9Z0TvihG7wJv6OLa9di10Nn4qH6n6jedOMruXBoo6zbsrP7aCfuFqLf7d1b91fM69czwqO7aKd+Vera6j3Ydx35RRd1S/SzHMuPGbBIdA5S/6s+uDjVt374T4tEmcK/n32wXSx1qvlUKvm+3BX09xGtWm/pv7vs3W007ZonR601v/3RkjPsJvHkxHv70PtUttSNVHajc2DgQu6lMagfVl3V5GuY2ehVnv4f9kvH356w1t1Y+dG5rR2v+1QuWnUyVdeG0F9oG95EduI2npQ+jm2v1q72a6vetvOg01YaO9RF5RJ1jds5cnOKdOq8p65CzqyyibqzLzqbSt8ZNp2kNp/4jX1a32J+QQBXKnjD7m8oyAcFIsUpuzJgK0TRpU9E0stYF6S10mtZHudGjRyjX8zpVLgh/pkN+YYv8p9s5d6jA/nTz1BA3Y3d8utn0HJoap5OAAsmUFkIZ4awF2R0EIYqP5+4cB8u4I6xG4EdaGA2svBEgNDTNafWhwpfOfgOF1uyAfm165doZAYTf2iMrDiM0lCjTmeUfBx0VlGfxUvArC50F3o97nRozDQP7sSeByFRY3GscGuv/1hw0sARwaSMIa+CVEyya9+7wjr1r72rneGWLUUKc+2P1rFuL2a+lTadTv15r+vk/I/E1vO/i7zYHz/QteW8YGZGhGFGGR2H1O1r42inULm92+C7MyKmCk8SYwWPGQc0TIUFHnvwK009KmGUuykh326J5zXrsWvyUUd9yfZ6ZVsqz+tI5Tv12jxFs773ep45Sf9ggUQeZ70B9pn5Xf2qLanhljlJOqa7uc3bfrTZDuRzDEGj/R3MUp/RJt1P51r5pC+074Xttwd4d2jAzvWqd+i7A2wUFn6L/drkzlH28xm9FOnSEjd+/OuSftbv3Pa8FOfK4j9t0Vv/bISnaE3UzZcOoujLiVF60+9pB7WG9TZ1Kqa9u7JeO3zMOObdUPpTnfz2Ree0CuZBs4r14d75xsovv8u+1e3p5J6eN3zZZpQWZPHzfZAcyRA8gLm2o9HT5Q1lxTTat6/T7PfvMa8o6nkXmrGkyI09HaXU7xG4vJR2i/R71CBm1X8d8YgJTDdwT43j4rBPO9Gb/sZYTwnczJg/ruo0SOI2sTgZ6c1QxU0JUnnaEXyO4G6mwZthmG2/R7Aw/D6OTgFDIpHTvPN8sP9ZMMwpG5bc5vzs0LHqA3zm2CzMH5M0GcFOjNC3I7EEAHSvhHphgekjlSfkm8GHY4+imddryjwOlyrTv+j26R6eLTf0Ih/0+u5Eemqd+bzU1ihhrkKs7u4bUyJW0EYQpxdzrqXzZmd+7ru63sFMkCIRTzyZAyuuU35Ib/pYLEPanwhl18N4wMnOkvrse3r1mJ2jYu9utTYKT9I6zdaSr5slMljFPlunoHBkFNfdu8VS2r1GPXYudDkKKx/g837v60mmzwtHf+zbaPtU5bJaGMuE7UJ+p38f7dbQqc8re6Ld07Xl+TcL3PRfO86Xbqd6fC0fhsKeJ9fB+h34uXHcnKAurDlAXdPdu7vtWhNNezt3P/y7OMyUCL0vl1LdjlMqXTc6UEafyQgYZw1muYUnPFO9Lxz+mZd+19GypfJADvnsi09oAsklv63zjZJca1PdtA1md3tXdN7I02GBfGB2IVYl3v/LS5Q9lxTfOvZ//vVl0MDdj1aH9v5asQ3atcq9fUJiScVclvAWyDMhMlWZ9PSyLNUPz9SL/npuAj/O5CWwv94QTFZxK1vRvlesxuXSf+zW0f61FQGFrxurDNFs9hzYfWnuThtsIidEbPyO37z4jLn6/1EjMVFidDjhM+S254WckZwxDkPTM0X3pWiP1B1sAPJux6iDImG6vQTSyVJUtU+j9NuuqiPYE0rCZ4qjDxzq4PcF33hp6I3B6xXeON7QYHRw35pMc5WJqNIffmlN5VPYJEzpv1twjjHftHveKg9s9nUYodW5NjbrMpVNYytRWd9Key/c16rG5Z1/C3QyiKSWrP0udPTVipD5Wpk1xXdOJKz5l/1uaxZR2Za5ZDz4894vbXZ59zEwaaZUG9ZWOWYpXi27VIayp20aJjSCvuqkFkk6zBLRlGDSnzR41Y0baTb3+uuaIezNWHdoebZARWXHM3cTvkvHPPXfOfUvlQzn9iy2jvm/2Zt17kAndQ8FX5g2oYNJvpNQvyV/CknX6/f2+OVO6DGqYGaAzci7clPu1ZB0DSj9UEkCBV38Up4OsZOE6A/QYGfSgBybw4xCIAv847+rQlGrsVI42/rA7t8bRtEOjaCrCGp+wevZs+GEKpfDucz+/GvYQO+FLj634KNp6TU3JqnFovK0tFk5ngVGLQxp/U600AAQt07xr3ATRqdHjGmbKTtgcR9op9NaAa3Sm7llys2mLitxonlE9ea7hMVExe0c6HXScYCeMdVVjWkxF1UvN/9Szd/joGCAomzKv06DGO6ZPA2pEq4a5pd0It3SP78aGhIco3lN5EKcp8hRe69l0qvhW6jdkBMHsF2s37ZdACXKPe6fivAc3whdBW3nr32b91uVJT/+3tsTaEFBY97TLpzt8i+qnS9Zj14LqHVOCvqI9UH1cy3FzelFfmrbJPp7qZaOORrrxmKrL1G3c+avP/0GLxDObcfShjvI9mRXiHagnLUvRsTmm37N+sj3JtHU7VputJA2nlF1Cuamwvutvb3GLvz6XnRs/YYw2G4lrQZ/u8K509uHe2xN1o/qkw2Dn9p9fXl6+oDlqe3Sau7ddLh7CXDL+xYfPeG6lfCjHvm+zMqfaBNknG2hrvVtthz0h1Av8tBfaRnanusTMG/alEz/fKoXfTAB1SA+vrIjXRofSpf1VBrr/Iab7lDPlTfrlQ35qHKfKOlhYBtnjNANhDYMevprkV4M/3e0UGbTHEXNDBKLAb+hlLmTFtHBrmEzHNhJhF08VSz/9xqSpk6YzGZ0RfiG6g73EZ0MUyo3exP5cpimXNigxUk/4OjjydgMB21RFFbM460npbkEOOlTC0lTj+bUtBlM6m3HUoXE0fZXgLM81bkzswOodUdjrAyiBpuHX8IRj8dVwlhtoMGs4z6thluziM4pNuB/jWUrfUpz8rGmrafoTHC9wUtbVZ/VZ1uxT7s/xOI0/QcIIgG+lfkPW+lnaYPM8SpGwa595Kp9T71fe+repHuj85EmHhX0oKEr78mOZx+9vgfr9zLnyN5ZVUyRtitZu33sIJ7z4ncqq+Pbe2AKcyuoS9dipaTrmfuWTkq0+ruUYTyPHhNiGa/ZQT6uvp+oydRt3/sLNRnKkh3egnrTZp46lMf3KsBGvv9LiN2quXmvWkw/1sL1fTBMXf30uOzd+wgi79oG+Edz76RvyLa25/5h3L17xe05/JlM6+I0nd/79dJ/7x3DjNe69PVE3qk96HOzctDX2rBF2vH/ftXv+/8vLizjEJc5T4pcneetxMOX9ZeWfd+7dKwOf3+5RJsThZOfGTxhhW5BVhzSIo5/SKK2rbm6Bjrl/rk2QBvUt5t6td9AesTt8mwYqhOsneXIXYMGiTrJB8B9tYdQh/X7vVTtkOZp0Ne8X+cehh5GmtW2A+6Vb+uXDvT0e5imyjrid4rZPALtTXaWzg/2QU/2mU6PfYyDH4FK/jvnkBAi8T44g2Q+BEAiBEAiBEAiBEHgmAslrCFyAwM+2OP2KUzNeD50afh3n9eKAfzbxNOOo32JGrMGlfh3zyQlEgX/yApDsh0AIhEAIhEAIhEAIHEQggUNgjoAZSH2ZoZF9Mw9NiZ8LP7pbgmKpZHe3x4A9PPp1zBB4iQKfQhACIRACIRACIRACIRACVyOQB22YgHX9dfmmJZmW3q3Nsj0B7PnRw1v735cQdLeYT04gCvyTF4BkPwRCIARCIARCIARC4IEIJKn3TMA+BzZb7Gvz/ZScPaiMxu9Ltw2K/WxfD2v0/V5+8Wdf2uN/RQJR4K8IO48KgRAIgRAIgRAIgRAIgVsSyLMvTuCz7Qk2iG3G62GTaJtIv14s/LO56Je9+duF369oZPT9DUiMzxGIAv85FrGFQAiEQAiEQAiEQAiEQAjME4jPOgI2szOCLrSfwbMWvo+scxtPo+9f1xz9ckEzXvxaSEbfkcj5gUAU+A9I4hACIRACIRACIRACIRACIXB+Ak8To5Hzb2i5/aV2Ov5s+/db2zl3+Hm8L3/zNP3+m5rdz941I0cIvCcQBf49j1yFQAiEQAiEQAiEQAiEQAjcI4HHStMPt+T+43Y6fkP79/XtnNqR3s7z39L86GXW0AtnGn5zyhECHwkoKB9d4xICIRACIRACIRACIRACIRACGyJw5axQxr+jPfP72+n4TPv3B9o5Hl/ZHH5vOx2m3n8vS84QmCMQBX6OTNxDIARCIARCIARCIARCIARC4BMCx/z/+XbTF7XT+vdPNfP72jke390c+Du/ptkzdb5ByDFPIAr8PJv4hEAIhEAIhEAIhEAIhEAIhMAZCCSKEDgPgSjw5+GYWEIg0Vh7ugAACZpJREFUBEIgBEIgBEIgBEIgBELgMgQSawi8EYgC/wYiRgiEQAiEQAiEQAiEQAiEQAhskUDytB0CUeC38y6TkxAIgRAIgRAIgRAIgRAIgRA4N4HEd0cEosDf0ctIUkIgBEIgBEIgBEIgBEIgBEJgWwSSm3MSiAJ/TpqJKwRCIARCIARCIARCIARCIARC4HwEEtM7AlHg3+HIRQiEQAiEQAiEQAiEQAiEQAiEwFYIbC0fUeC39kaTnxAIgRAIgRAIgRAIgRAIgRAIgXMQuLs4osDf3StJgkIgBEIgBEIgBEIgBEIgBEIgBB6fwPlzEAX+/EwTYwiEQAiEQAiEQAiEQAiEQAiEQAicRmDi7ijwE1DiFAIhEAIhEAIhEAIhEAIhEAIhEAL3RuAQBf7e0p70hEAIhEAIhEAIhEAIhEAIhEAIhMDTELiiAv80TJPREAiBEAiBEAiBEAiBEAiBEAiBEDg7gcdR4M+e9UQYAiEQAiEQAiEQAiEQAiEQAiEQAo9D4GkU+Md5JUlpCIRACIRACIRACIRACIRACIRACHwkEAX+I5Mpl7iFQAiEQAiEQAiEQAiEQAiEQAiEwE0JRIG/Cv48JARCIARCIARCIARCIARCIARCIAROIxAF/jR+17k7TwmBEAiBEAiBEAiBEAiBEAiBEHh6AlHgn6AIJIshEAIhEAIhEAIhEAIhEAIhEAKPTyAK/OO/w0vnIPGHQAiEQAiEQAiEQAiEQAiEQAjcAYEo8HfwEradhOQuBEIgBEIgBEIgBEIgBEIgBELgHASiwJ+DYuK4HIHEHAIhEAIhEAIhEAIhEAIhEAIh8EogCvwrhvzbKoHkKwRCIARCIARCIARCIARCIAS2QiAK/FbeZPJxCQKJMwRCIARCIARCIARCIARCIATuhkAU+Lt5FUnI9ggkRyEQAiEQAiEQAiEQAiEQAiFwPgJR4M/HMjGFwHkJJLYQCIEQCIEQCIEQCIEQCIEQKASiwBcYsYbAlggkLyEQAiEQAiEQAiEQAiEQAtsiEAV+W+8zuQmBcxFIPCEQAiEQAiEQAiEQAiEQAndGIAr8nb2QJCcEtkEguQiBEAiBEAiBEAiBEAiBEDg3gSjw5yaa+EIgBE4nkBhCIARCIARCIARCIARCIAQ+EIgC/wFJHEIgBB6dQNIfAiEQAiEQAiEQAiEQAlskEAV+i281eQqBEDiFQO4NgRAIgRAIgRAIgRAIgbskEAX+Ll9LEhUCIfC4BJLyEAiBEAiBEAiBEAiBELgMgSjwl+GaWEMgBELgOAK5KwRCIARCIARCIARCIARmCESBnwET5xAIgRB4RAJJcwiEQAiEQAiEQAiEwHYJPKIC/yvtdeR8eQmDMEgZSBk4dxlIfClTKQMpAykDKQMpAykDWy8DTZ183OMRFfjHpZ2Uh0AIhMCmCSRzIRACIRACIRACIRAClyQQBf6SdBN3CIRACITAegIJGQIhEAIhEAIhEAIhsEggCvwinniGQAiEQAg8CoGkMwRCIARCIARCIAS2TuARFPhf015CzpeXMAiDlIGUgZSBy5WBsA3blIGUgZSBlIGUgecsAy+P9PcICvwj8UxaQyAEQiAEnpJAMh0CIRACIRACIRAClycQBf7yjPOEEAiBEAiBEFgmEN8QCIEQCIEQCIEQWEEgCvwKSAkSAiEQAiEQAvdMIGkLgRAIgRAIgRB4DgJR4J/jPSeXIRACIRACITBHIO4hEAIhEAIhEAIPQiAK/IO8qCQzBEIgBEIgBO6TQFIVAiEQAiEQAiFwLQJR4K9FOs8JgRAIgRAIgRD4SCAuIRACIRACIRACqwlEgV+NKgFDIARCIARCIATujUDSEwIhEAIhEALPRCAK/DO97eQ1BEIgBEIgBEKgEog9BEIgBEIgBB6KQBT4h3pdSWwIhEAIhEAIhMD9EEhKQiAEQiAEQuC6BKLAX5d3nhYCIRACIRACIRACnxDI/xAIgRAIgRA4kEAU+AOBJXgIhEAIhEAIhEAI3AOBpCEEQiAEQuD5CESBf753nhyHQAiEQAiEQAiEQAiEQAiEQAg8IIEo8A/40pLkEAiBEAiBEAiBELgtgTw9BEIgBELgFgSiwN+Cep4ZAiEQAiEQAiEQAs9MIHkPgRAIgRA4ikAU+KOw5aYQCIEQCIEQCIEQCIFbEchzQyAEQuBZCUSBf9Y3n3yHQAiEQAiEQAiEwHMSSK5DIARC4GEJRIF/2FeXhIdACIRACIRACIRACFyfQJ4YAiEQArcjEAX+duzz5BAIgRAIgRAIgRAIgWcjkPyGQAiEwAkEosCfAC+3hkAIhEAIhEAIhEAIhMA1CeRZIRACz00gCvxzv//kPgRCIARCIARCIARC4HkIJKchEAIPTiAK/IO/wCQ/BEIgBEIgBEIgBEIgBK5DIE8JgRC4NYEo8Ld+A3l+CIRACIRACIRACIRACDwDgeQxBELgZAJR4E9GmAhCIARCIARCIARCIARCIAQuTSDxh0AIvLxEgU8pCIEQCIEQCIEQCIEQCIEQ2DqB5C8ENkEgCvwmXmMyEQIhEAIhEAIhEAIhEAIhcDkCiTkE7oNAFPj7eA9JRQiEQAiEQAiEQAiEQAiEwFYJJF8hcCYCUeDPBDLRhEAIhEAIhEAIhEAIhEAIhMAlCCTOEOgEosB3EjFDIARCIARCIARCIARCIARCYHsEkqMNEYgCv6GXmayEQAiEQAiEQAiEQAiEQAiEwHkJJLZ7IhAF/p7eRtISAiEQAiEQAiEQAiEQAiEQAlsikLyclUAU+LPiTGQhEAIhEAIhEAIhEAIhEAIhEALnIpB43hOIAv+eR65CIARCIARCIARCIARCIARCIAS2QWBzuYgCv7lXmgyFQAiEQAiEQAiEQAiEQAiEQAicTuD+YogCf3/vJCkKgRAIgRAIgRAIgRAIgRAIgRB4dAIXSH8U+AtATZQhEAIhEAIhEAIhEAIhEAIhEAIhcAqBqXujwE9RiVsIhEAIhEAIhEAIhEAIhEAIhEAI3BmBAxT4O0t5khMCIRACIRACIRACIRACIRACIRACT0Tgegr8E0FNVkMgBEIgBEIgBEIgBEIgBEIgBELg3AQeRoE/d8YTXwiEQAiEQAiEQAiEQAiEQAiEQAg8EoFnUeAf6Z0krSEQAiEQAiEQAiEQAiEQAiEQAiHwgUAU+A9IphziFgIhEAIhEAIhEAIhEAIhEAIhEAK3JRAF/hr884wQCIEQCIEQCIEQCIEQCIEQCIEQOJFAFPgTAV7j9jwjBEIgBEIgBEIgBEIgBEIgBEIgBH4VAAD//ziGFnQAAAAGSURBVAMAGWePudhNIXIAAAAASUVORK5CYII=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592924" y="1346519"/>
            <a:ext cx="5218510" cy="481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algn="just"/>
            <a:r>
              <a:rPr lang="pt-BR" sz="2000" dirty="0" smtClean="0"/>
              <a:t>Criar uma classe </a:t>
            </a:r>
            <a:r>
              <a:rPr lang="pt-BR" sz="2000" b="1" dirty="0" smtClean="0">
                <a:solidFill>
                  <a:srgbClr val="FF0000"/>
                </a:solidFill>
              </a:rPr>
              <a:t>concreta</a:t>
            </a:r>
            <a:r>
              <a:rPr lang="pt-BR" sz="2000" dirty="0" smtClean="0"/>
              <a:t> “Empregado”;</a:t>
            </a:r>
          </a:p>
          <a:p>
            <a:pPr algn="just"/>
            <a:r>
              <a:rPr lang="pt-BR" sz="2000" dirty="0" smtClean="0"/>
              <a:t>Adicionar todas os atributos que são necessários para assalariados, comissionados e horistas;</a:t>
            </a:r>
          </a:p>
          <a:p>
            <a:pPr algn="just"/>
            <a:r>
              <a:rPr lang="pt-BR" sz="2000" dirty="0" smtClean="0"/>
              <a:t>Adicionar todos as funções que são necessárias para assalariados, comissionados e horistas.</a:t>
            </a:r>
          </a:p>
          <a:p>
            <a:pPr algn="just"/>
            <a:r>
              <a:rPr lang="pt-BR" sz="2000" dirty="0" smtClean="0"/>
              <a:t>Fora da classe, chamar cada função da classe conforme a necessidade do contexto:</a:t>
            </a:r>
          </a:p>
          <a:p>
            <a:pPr lvl="1" algn="just"/>
            <a:r>
              <a:rPr lang="pt-BR" sz="1800" dirty="0" smtClean="0"/>
              <a:t>Se estiver lidando com assalariado, usar </a:t>
            </a:r>
            <a:r>
              <a:rPr lang="pt-BR" sz="1800" dirty="0" err="1" smtClean="0"/>
              <a:t>CalcularSalarioLiquido</a:t>
            </a:r>
            <a:r>
              <a:rPr lang="pt-BR" sz="1800" dirty="0" smtClean="0"/>
              <a:t>();</a:t>
            </a:r>
            <a:endParaRPr lang="pt-BR" sz="1800" dirty="0" smtClean="0"/>
          </a:p>
          <a:p>
            <a:pPr lvl="1" algn="just"/>
            <a:r>
              <a:rPr lang="pt-BR" sz="1800" dirty="0" smtClean="0"/>
              <a:t>Se estiver lidando com horista, usar </a:t>
            </a:r>
            <a:r>
              <a:rPr lang="pt-BR" sz="1800" dirty="0" err="1" smtClean="0"/>
              <a:t>CalcularPagamentoHoras</a:t>
            </a:r>
            <a:r>
              <a:rPr lang="pt-BR" sz="1800" dirty="0" smtClean="0"/>
              <a:t>();</a:t>
            </a:r>
            <a:endParaRPr lang="pt-BR" sz="1800" dirty="0" smtClean="0"/>
          </a:p>
          <a:p>
            <a:pPr lvl="1" algn="just"/>
            <a:r>
              <a:rPr lang="pt-BR" sz="1800" dirty="0" smtClean="0"/>
              <a:t>Se estiver lidando com comissionado, usar </a:t>
            </a:r>
            <a:r>
              <a:rPr lang="pt-BR" sz="1800" dirty="0" err="1" smtClean="0"/>
              <a:t>CalcularComissao</a:t>
            </a:r>
            <a:r>
              <a:rPr lang="pt-BR" sz="1800" dirty="0" smtClean="0"/>
              <a:t>().</a:t>
            </a:r>
            <a:endParaRPr lang="pt-BR" sz="1800" dirty="0" smtClean="0"/>
          </a:p>
          <a:p>
            <a:pPr lvl="1" algn="just"/>
            <a:endParaRPr lang="pt-BR" sz="18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408" y="1346519"/>
            <a:ext cx="3517204" cy="51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 smtClean="0"/>
              <a:t>POO: Solução </a:t>
            </a:r>
            <a:r>
              <a:rPr lang="pt-BR" dirty="0" smtClean="0"/>
              <a:t>2. </a:t>
            </a:r>
            <a:r>
              <a:rPr lang="pt-BR" dirty="0" smtClean="0"/>
              <a:t>Problemas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6" name="AutoShape 2" descr="data:image/png;base64,iVBORw0KGgoAAAANSUhEUgAAA/AAAAXQCAYAAADyI6UCAAAZGXRFWHRteGZpbGUAJTNDbXhHcmFwaE1vZGVsJTNFJTNDcm9vdCUzRSUzQ214Q2VsbCUyMGlkJTNEJTIyMCUyMiUyRiUzRSUzQ214Q2VsbCUyMGlkJTNEJTIyMSUyMiUyMHBhcmVudCUzRCUyMjAlMjIlMkYlM0UlM0NteENlbGwlMjBpZCUzRCUyMjIlMjIlMjB2YWx1ZSUzRCUyMkVtcHJlZ2FkbyUyMiUyMHN0eWxlJTNEJTIyc3dpbWxhbmUlM0Jmb250U3R5bGUlM0QwJTNCYWxpZ24lM0RjZW50ZXIlM0J2ZXJ0aWNhbEFsaWduJTNEdG9wJTNCY2hpbGRMYXlvdXQlM0RzdGFja0xheW91dCUzQmhvcml6b250YWwlM0QxJTNCc3RhcnRTaXplJTNEMjYlM0Job3Jpem9udGFsU3RhY2slM0QwJTNCcmVzaXplUGFyZW50JTNEMSUzQnJlc2l6ZUxhc3QlM0QwJTNCY29sbGFwc2libGUlM0QxJTNCbWFyZ2luQm90dG9tJTNEMCUzQnJvdW5kZWQlM0QwJTNCc2hhZG93JTNEMCUzQnN0cm9rZVdpZHRoJTNEMSUzQiUyMiUyMHZlcnRleCUzRCUyMjElMjIlMjBwYXJlbnQlM0QlMjIxJTIyJTNFJTNDbXhHZW9tZXRyeSUyMHglM0QlMjI2MCUyMiUyMHklM0QlMjIyMTAlMjIlMjB3aWR0aCUzRCUyMjIzMCUyMiUyMGhlaWdodCUzRCUyMjM1MCUyMiUyMGFzJTNEJTIyZ2VvbWV0cnklMjIlM0UlM0NteFJlY3RhbmdsZSUyMHglM0QlMjIyMzAlMjIlMjB5JTNEJTIyMTQwJTIyJTIwd2lkdGglM0QlMjIxNjAlMjIlMjBoZWlnaHQlM0QlMjIyNiUyMiUyMGFzJTNEJTIyYWx0ZXJuYXRlQm91bmRzJTIyJTJGJTNFJTNDJTJGbXhHZW9tZXRyeSUzRSUzQyUyRm14Q2VsbCUzRSUzQ214Q2VsbCUyMGlkJTNEJTIyMyUyMiUyMHZhbHVlJTNEJTIyLSUyMG5vbWU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NiUyMiUyMHdpZHRoJTNEJTIyMjMwJTIyJTIwaGVpZ2h0JTNEJTIyMjYlMjIlMjBhcyUzRCUyMmdlb21ldHJ5JTIyJTJGJTNFJTNDJTJGbXhDZWxsJTNFJTNDbXhDZWxsJTIwaWQlM0QlMjI0JTIyJTIwdmFsdWUlM0QlMjItJTIwbnVtZXJvQ2VsdWxhci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NTIlMjIlMjB3aWR0aCUzRCUyMjIzMCUyMiUyMGhlaWdodCUzRCUyMjI2JTIyJTIwYXMlM0QlMjJnZW9tZXRyeSUyMiUyRiUzRSUzQyUyRm14Q2VsbCUzRSUzQ214Q2VsbCUyMGlkJTNEJTIyNSUyMiUyMHZhbHVlJTNEJTIyLSUyMGNwZi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c4JTIyJTIwd2lkdGglM0QlMjIyMzAlMjIlMjBoZWlnaHQlM0QlMjIyNiUyMiUyMGFzJTNEJTIyZ2VvbWV0cnklMjIlMkYlM0UlM0MlMkZteENlbGwlM0UlM0NteENlbGwlMjBpZCUzRCUyMjYlMjIlMjB2YWx1ZSUzRCUyMi0lMjB2YWxvclRvdGFsVmVuZGFzJTIyJTIwc3R5bGUlM0QlMjJ0ZXh0JTNCYWxpZ24lM0RsZWZ0JTNCdmVydGljYWxBbGlnbiUzRHRvcCUzQnNwYWNpbmdMZWZ0JTNENCUzQnNwYWNpbmdSaWdodCUzRDQlM0JvdmVyZmxvdyUzRGhpZGRlbiUzQnJvdGF0YWJsZSUzRDAlM0Jwb2ludHMlM0QlNUIlNUIwJTJDMC41JTVEJTJDJTVCMSUyQzAuNSU1RCU1RCUzQnBvcnRDb25zdHJhaW50JTNEZWFzdHdlc3QlM0Jyb3VuZGVkJTNEMCUzQnNoYWRvdyUzRDAlM0JodG1sJTNEMCUzQiUyMiUyMHZlcnRleCUzRCUyMjElMjIlMjBwYXJlbnQlM0QlMjIyJTIyJTNFJTNDbXhHZW9tZXRyeSUyMHklM0QlMjIxMDQlMjIlMjB3aWR0aCUzRCUyMjIzMCUyMiUyMGhlaWdodCUzRCUyMjI2JTIyJTIwYXMlM0QlMjJnZW9tZXRyeSUyMiUyRiUzRSUzQyUyRm14Q2VsbCUzRSUzQ214Q2VsbCUyMGlkJTNEJTIyNyUyMiUyMHZhbHVlJTNEJTIyLSUyMHBlcmNlbnR1YWxDb21pc3Nh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cm91bmRlZCUzRDAlM0JzaGFkb3clM0QwJTNCaHRtbCUzRDAlM0IlMjIlMjB2ZXJ0ZXglM0QlMjIxJTIyJTIwcGFyZW50JTNEJTIyMiUyMiUzRSUzQ214R2VvbWV0cnklMjB5JTNEJTIyMTMwJTIyJTIwd2lkdGglM0QlMjIyMzAlMjIlMjBoZWlnaHQlM0QlMjIyNiUyMiUyMGFzJTNEJTIyZ2VvbWV0cnklMjIlMkYlM0UlM0MlMkZteENlbGwlM0UlM0NteENlbGwlMjBpZCUzRCUyMjglMjIlMjB2YWx1ZSUzRCUyMi0lMjB2YWxvclNhbGFyaW9CcnV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1NiUyMiUyMHdpZHRoJTNEJTIyMjMwJTIyJTIwaGVpZ2h0JTNEJTIyMjYlMjIlMjBhcyUzRCUyMmdlb21ldHJ5JTIyJTJGJTNFJTNDJTJGbXhDZWxsJTNFJTNDbXhDZWxsJTIwaWQlM0QlMjI5JTIyJTIwdmFsdWUlM0QlMjItJTIwdmFsb3JEZXNjb250by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E4MiUyMiUyMHdpZHRoJTNEJTIyMjMwJTIyJTIwaGVpZ2h0JTNEJTIyMjYlMjIlMjBhcyUzRCUyMmdlb21ldHJ5JTIyJTJGJTNFJTNDJTJGbXhDZWxsJTNFJTNDbXhDZWxsJTIwaWQlM0QlMjIxMCUyMiUyMHZhbHVlJTNEJTIyLSUyMEhvcmFzVHJhYmFsaGFkYXM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DglMjIlMjB3aWR0aCUzRCUyMjIzMCUyMiUyMGhlaWdodCUzRCUyMjI2JTIyJTIwYXMlM0QlMjJnZW9tZXRyeSUyMiUyRiUzRSUzQyUyRm14Q2VsbCUzRSUzQ214Q2VsbCUyMGlkJTNEJTIyMTElMjIlMjB2YWx1ZSUzRCUyMi0lMjB2YWxvclBvckhvcmElMjIlMjBzdHlsZSUzRCUyMnRleHQlM0JhbGlnbiUzRGxlZnQlM0J2ZXJ0aWNhbEFsaWduJTNEdG9wJTNCc3BhY2luZ0xlZnQlM0Q0JTNCc3BhY2luZ1JpZ2h0JTNENCUzQm92ZXJmbG93JTNEaGlkZGVuJTNCcm90YXRhYmxlJTNEMCUzQnBvaW50cyUzRCU1QiU1QjAlMkMwLjUlNUQlMkMlNUIxJTJDMC41JTVEJTVEJTNCcG9ydENvbnN0cmFpbnQlM0RlYXN0d2VzdCUzQiUyMiUyMHZlcnRleCUzRCUyMjElMjIlMjBwYXJlbnQlM0QlMjIyJTIyJTNFJTNDbXhHZW9tZXRyeSUyMHklM0QlMjIyMzQlMjIlMjB3aWR0aCUzRCUyMjIzMCUyMiUyMGhlaWdodCUzRCUyMjI2JTIyJTIwYXMlM0QlMjJnZW9tZXRyeSUyMiUyRiUzRSUzQyUyRm14Q2VsbCUzRSUzQ214Q2VsbCUyMGlkJTNEJTIyMTIlMjIlMjB2YWx1ZSUzRCUyMiUyMiUyMHN0eWxlJTNEJTIybGluZSUzQmh0bWwlM0QxJTNCc3Ryb2tlV2lkdGglM0QxJTNCYWxpZ24lM0RsZWZ0JTNCdmVydGljYWxBbGlnbiUzRG1pZGRsZSUzQnNwYWNpbmdUb3AlM0QtMSUzQnNwYWNpbmdMZWZ0JTNEMyUzQnNwYWNpbmdSaWdodCUzRDMlM0Jyb3RhdGFibGUlM0QwJTNCbGFiZWxQb3NpdGlvbiUzRHJpZ2h0JTNCcG9pbnRzJTNEJTVCJTVEJTNCcG9ydENvbnN0cmFpbnQlM0RlYXN0d2VzdCUzQiUyMiUyMHZlcnRleCUzRCUyMjElMjIlMjBwYXJlbnQlM0QlMjIyJTIyJTNFJTNDbXhHZW9tZXRyeSUyMHklM0QlMjIyNjAlMjIlMjB3aWR0aCUzRCUyMjIzMCUyMiUyMGhlaWdodCUzRCUyMjglMjIlMjBhcyUzRCUyMmdlb21ldHJ5JTIyJTJGJTNFJTNDJTJGbXhDZWxsJTNFJTNDbXhDZWxsJTIwaWQlM0QlMjIxMyUyMiUyMHZhbHVlJTNEJTIyJTJCJTIwR2V0VmFsb3JWZW5jaW1lbnRvSG9yaXN0YS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Y4JTIyJTIwd2lkdGglM0QlMjIyMzAlMjIlMjBoZWlnaHQlM0QlMjIyNiUyMiUyMGFzJTNEJTIyZ2VvbWV0cnklMjIlMkYlM0UlM0MlMkZteENlbGwlM0UlM0NteENlbGwlMjBpZCUzRCUyMjE0JTIyJTIwdmFsdWUlM0QlMjIlMkIlMjBHZXRWYWxvclZlbmNpbWVudG9Bc3NhbGFyaWFkbygpJTIyJTIwc3R5bGUlM0QlMjJ0ZXh0JTNCYWxpZ24lM0RsZWZ0JTNCdmVydGljYWxBbGlnbiUzRHRvcCUzQnNwYWNpbmdMZWZ0JTNENCUzQnNwYWNpbmdSaWdodCUzRDQlM0JvdmVyZmxvdyUzRGhpZGRlbiUzQnJvdGF0YWJsZSUzRDAlM0Jwb2ludHMlM0QlNUIlNUIwJTJDMC41JTVEJTJDJTVCMSUyQzAuNSU1RCU1RCUzQnBvcnRDb25zdHJhaW50JTNEZWFzdHdlc3QlM0IlMjIlMjB2ZXJ0ZXglM0QlMjIxJTIyJTIwcGFyZW50JTNEJTIyMiUyMiUzRSUzQ214R2VvbWV0cnklMjB5JTNEJTIyMjk0JTIyJTIwd2lkdGglM0QlMjIyMzAlMjIlMjBoZWlnaHQlM0QlMjIyNiUyMiUyMGFzJTNEJTIyZ2VvbWV0cnklMjIlMkYlM0UlM0MlMkZteENlbGwlM0UlM0NteENlbGwlMjBpZCUzRCUyMjE1JTIyJTIwdmFsdWUlM0QlMjIlMkIlMjBHZXRWYWxvclZlbmNpbWVudG9Db21pc3Npb25hZG8oKSUyMiUyMHN0eWxlJTNEJTIydGV4dCUzQmFsaWduJTNEbGVmdCUzQnZlcnRpY2FsQWxpZ24lM0R0b3AlM0JzcGFjaW5nTGVmdCUzRDQlM0JzcGFjaW5nUmlnaHQlM0Q0JTNCb3ZlcmZsb3clM0RoaWRkZW4lM0Jyb3RhdGFibGUlM0QwJTNCcG9pbnRzJTNEJTVCJTVCMCUyQzAuNSU1RCUyQyU1QjElMkMwLjUlNUQlNUQlM0Jwb3J0Q29uc3RyYWludCUzRGVhc3R3ZXN0JTNCJTIyJTIwdmVydGV4JTNEJTIyMSUyMiUyMHBhcmVudCUzRCUyMjIlMjIlM0UlM0NteEdlb21ldHJ5JTIweSUzRCUyMjMyMCUyMiUyMHdpZHRoJTNEJTIyMjMwJTIyJTIwaGVpZ2h0JTNEJTIyMjYlMjIlMjBhcyUzRCUyMmdlb21ldHJ5JTIyJTJGJTNFJTNDJTJGbXhDZWxsJTNFJTNDJTJGcm9vdCUzRSUzQyUyRm14R3JhcGhNb2RlbCUzRbqVugQAABAASURBVHgB7N0H3DRVfbfxuTUaFVSwFwRsEbvGXmKwGzv2CkRsb2KJDRRbYi8Ya6LBBvYuauwNW8COvWJXiAVRscT6/q7lmeXsPNvvLbO7F59z7mlnZs58Z/Zh/zNnzp6u8j8FFFBAAQUUUEABBRRQQAEFFGi9wDYD+NYfnxVUQAEFFFBAAQUUUEABBRRQYC0ElhvArwWhB6GAAgoooIACCiiggAIKKKDA/AVWOoCfP497UEABBRRQQAEFFFBAAQUUUKAdApscwLfjDFgLBRRQQAEFFFBAAQUUUEABBcYQMIAfA6l/EecqoIACCiiggAIKKKCAAgoosDgBA/jFWffuySkFFFBAAQUUUEABBRRQQAEFJhAwgJ8Aq01FrYsCCiiggAIKKKCAAgoooMBmCRjAb9b5ro/WoQIKKKCAAgoooIACCiigwIoJGMCv2AlrR3WthQIKKKCAAgoooIACCiigwKIFDOAXLe7+qkoDBRRQQAEFFFBAAQUUUECBiQUM4Ccmc4VlC7h/BRRQQAEFFFBAAQUUUGATBQzgN/Gsb/Yxe/QKKKCAAgoooIACCiigwEoKGMCv5Gmz0ssTcM8KKKCAAgoooIACCiigwHIEDOCX4+5eN1XA41ZAAQUUUEABBRRQQAEFphQwgJ8SztUUWIaA+1RAAQUUUEABBRRQQIHNFTCA39xz75FvnoBHrIACCiiggAIKKKCAAissYAC/wifPqiuwWAH3poACCiiggAIKKKCAAssUMIBfpr77VmCTBDxWBRRQQAEFFFBAAQUU2JaAAfy2+FxZAQUWJeB+FFBAAQUUUEABBRTYdAED+E2/Ajx+BTZDwKNUQAEFFFBAAQUUUGDlBQzgV/4UegAKKDB/AfeggAIKKKCAAgoooMDyBQzgl38OrIECCqy7gMengAIKKKCAAgoooMAMBAzgZ4DoJhRQQIF5CrhtBRRQQAEFFFBAAQUQMIBHwayAAgqsr4BHpoACCiiggAIKKLAmAgbwa3IiPQwFFFBgPgJuVQEFFFBAAQUUUKAtAgbwbTkT1kMBBRRYRwGPSQEFFFBAAQUUUGBmAgbwM6N0QwoooIACsxZwewoooIACCiiggAKnCRjAn2bhmAIKKKDAegl4NAoooIACCiigwFoJGMCv1en0YBRQQAEFZifglhRQQAEFFFBAgXYJGMC363xYGwUUUECBdRHwOBRQQAEFFFBAgRkLGMDPGNTNKaCAAgooMAsBt6GAAgoooIACCjQFDOCbIk4roIACCiiw+gIegQIKKKCAAgqsoYAB/BqeVA9JAQUUUECB7Qm4tgIKKKCAAgq0UcAAvo1nxTopoIACCiiwygLWXQEFFFBAAQXmImAAPxdWN6qAAgoooIAC0wq4ngIKKKCAAgr0FzCA7+/iXAUUUEABBRRYTQFrrYACCiigwNoKGMCv7an1wBRQQAEFFFBgcgHXUEABBRRQoL0CBvDtPTfWTAEFFFBAAQVWTcD6KqCAAgooMEcBA/g54rppBRRQQAEFFFBgEgHLKqCAAgooMExgFQL4v+QAzFWlgQZeA14DXgNeA14DXgPDrgGXeX14DXgNeA1Mfg0k3FydtAoB/OpoWlMFFFBAAQUUUGBlBay4AgoooEDbBQzg236GrJ8CCiiggAIKKLAKAtZRAQUUUGDuAgbwcyd2BwoooIACCiiggAKjBFyugAIKKDBaYOUC+L/85S+VWQOvAa8BrwGvAa8BrwGvAa+B4hrw+6Hfkb0GvAbGugZGh8jtLrFyAXy7Oa2dAgoooIACCiigwOoJWGMFFFBgNQQM4FfjPFlLBRRQQAEFFFBAgbYKWC8FFFBgQQIG8AuCdjcKKKCAAgoooIACCvQTcJ4CCigwroAB/LhSllNAAQUUUEABBRRQoH0C1kgBBTZIwAB+g062h6qAAgoooIACCiigQK+AUwoosEoCBvCrdLasqwIKKKCAAgoooIACbRKwLgoosFABA/iFcrszBRRQQAEFFFBAAQUUqAUcKqDAZAIG8JN5WVoBBRRQQAEFFFBAAQXaIWAtFNg4AQP4jTvlHrACCiiggAIKKKCAAgpUlQYKrJ6AAfzqnTNrrIACCiiggAIKKKCAAssWcP8KLEHAAH4J6O5SAQUUUEABBRRQQAEFNlvAo1dgGgED+GnUXEcBBRRQQAEFFFBAAQUUWJ6Ae95QAQP4DT3xHrYCCiiggAIKKKCAAgpsqoDHvaoCBvCreuastwIKKKCAAgoooIACCiiwDAH3uTQBA/il0btjBRRQQAEFFFBAAQUUUGDzBDzi6QUM4Ke3c00FFFBAAQUUUEABBRRQQIHFCmz03gzgN/r0e/AKKKCAAgoooIACCiigwCYJrPaxGsCv9vmz9goooIACCiiggAIKKKCAAosSWPJ+DOCXfALcvQIKKKCAAgoooIACCiigwGYIbPcoDeC3K+j6CiiggAIKKKCAAgoooIACCsxfoDKAXwCyu1BAAQUUUEABBRRQQAEFFFBguwLbC+C3u3fXV0ABBRRQQAEFFFBAAQUUUECBsQSWGsCPVUMLKaCAAgoooIACCiiggAIKKKDASjeh9/QpoIACCiiggAIKKKCAAgoosDECG/wEfmPOsQeqgAIKKKCAAgoooIACCiiwBgIG8NOeRNdTQAEFFFBAAQUUUEABBRRQYIECBvALxC535bgCCiiggAIKKKCAAgoooIACkwgYwE+i1Z6y1kQBBRRQQAEFFFBAAQUUUGDDBAzgN+yEn3q4/lVAAQUUUEABBRRQQAEFFFg1AQP4VTtjbaivdVBAAQUUUEABBRRQQAEFFFi4gAH8wsndoQIKKKCAAgoooIACCiiggAKTCxjAT27mGssVcO8KKKCAAgoooIACCiigwEYKGMBv5Gnf5IP22BVQQAEFFFBAAQUUUECB1RQwgF/N82atlyXgfhVQQAEFFFBAAQUUUECBJQkYwC8J3t1upoBHrcCyBT796U9Xu+yyS7W1tTW3fMABByz7MN2/AnMVaH6O9tprr+qEE06Y6z7duAIKKKCAAggYwKNgVmA1BKylAgoooIACCiiggAIKbLCAAfwGn3wPfdMEPF4FFFBAAQUUUEABBRRYZQED+FU+e9ZdgUUKuC8FFFBAAQUUUEABBRRYqoAB/FL53bkCmyPgkbZX4K1vfWv1l7/8ZWb5yCOPbO/BWjMFFFBAAQUUUGCFBQzgV/jkWXUFNkjAQ1VAAQUUUEABBRRQYOMFDOA3/hIQQIFNEPAYFVBAAQUUUEABBRRYfQED+NU/hx6BAgrMW8DtK6CAAgoooIACCijQAgED+BacBKuggALrLeDRKaCAAgoooIACCigwCwED+Fkoug0FFFBgfgJrs+VTTjml2nfffautra1O3muvvaoTTjihe3yMP+pRj6oudrGLdZZvbZ1ajmnmf//73++WLUfogO/LX/5ydd/73re64AUv2F33jGc8Y3WFK1yhOuKII6pf//rX5Sp9x0fV72tf+9pO+zj96U9fXe5yl6ue8YxnVD/72c/6brffzLe97W3dem5tbVVPfepTO8V++9vfVs997nN7jmPU8XdWzB8cvv71r1eHHHJIdfGLX7yibltbpxruuuuu1dWvfvXq2c9+9kT1zGb7pm9+85t999OvrpxXzvXW1ql12XfffSus+264MfMPf/hDdeyxx1YPfvCDO+eS49jaOnU7W1tbnWO88IUvXB144IHVe97znory1ZT/cY28/vWvr25yk5tU5X7Oe97zds4753/KTe+0GvWkvne6052q85znPD3XwjnOcY7qBje4QfWKV7yi+sUvfrHTus5QQAEFFNhsAQP4zT7/Hr0CCqy9QPsPkKD1YQ97WHWBC1ygeuITn1gdf/zxPZVmmvl77rln9YQnPKEnSDvppJOqO97xjtWlL33p6r/+67+qH/3oR911CZI+97nPVf/4j/9Y7b333tUHPvCB7rJJRur67bPPPjvt489//nP1hS98oXroQx9anetc56oe8IAHjHWzoN/+f/CDH1TXuc51Otsoj6M+fgLLn/70p/1WrbiBcbWrXa26xCUuUT3taU+rCLCpW12Y4PTjH/949S//8i+det7//vevfvnLX9aLxx6eeOKJ1W1uc5vODYJ++6nryrnajgXm3MjA9BrXuEb1zGc+s+JcchxlZTnG73znO9WRRx5Z3fjGN+4c26tf/erqT3/6U1ls6DhlWYfr7w53uEP17ne/u+cc/vjHP+6cd84/1yl1G7rBIQtZtz4u6vva1762+slPftKzxs9//vPq/e9/f3X3u9+9IpjHcZpz1bNRJxRQQAEF1kbAAH5tTqUHooACCsxBYM6b5AkjAeFhhx021p4e/ehHd4I5njZ/97vf7QS8PDUdtTKBLwHw+973vlFFe5YTcBHsjls/grN99923Ihjv2dCICYI2niJ/6lOfGljy9re/fSdALQsQfPJU/bKXvWz1yU9+slw0dPx5z3tedZnLXKY67rjjhpYrF1L2qle9avXmN7+5nD1wHItb3OIWFTdZBhbqswC7+kbGpIEr5e9yl7tU97vf/Xpu9PTZTWcWNwTuec97VqzDup2ZQ/5wHXA9/O53vxtSqv8ibn7gMUlAzg0KHLk585WvfKX/hp2rgAIKKLBRAgbwG3W6PVgFFFBgsQLD9kZw/C95Ivyud72rW+wMZzhDdatb3aq6173u1Rnusssu3WX1yL/92791nqYfdNBB1Ze+9KV6ducJ/v77799Z98pXvnJ3fj3CE3ma4nPToJ43bEhwTMD24he/uKcY26Z+7Iuntj0LM0EQTjA+7n6ySkVAzVNXxsn1PrDAZLfddqtud7vbsaibuYlB030MCfS6CzLCOgR91JNM4H260/X+L59XEq573etWn/jEJ7LG8MTNEp5Os06zJK0f7nGPe1RkxsvlH/zgBzvnkRso5fxB45hhh2GzzLnPfe7OtjgeMja77757s1hnmtYYvKbQmRjwh+vhQQ96UMUrFs0ieHO87Of6179+hWddhuvhyU9+coV/PW/UED9uSpTnuF6Ha5xjYV/skyb19bJ6+NWvfrVzs6qfS13GoQIKKKDAZgj0/t98M47Zo1RAAQUUaIEATYdprkxVznKWs1Qvf/nLO02XjzrqqOrwww+vjjrqqE7z4sc85jEU6ebf/OY31Q1veMNOM2Nm8p47gfwPf/jDTlNq1uVpNMHm3/3d31GkmwlWjznmmO70sBG29/znP79bZL/99qvYJttmHzTb5mnxZz/72Yrm1d2CGSFQe/jDH1798Y9/zNToxJNgSl3oQhfqBNT1PrBg2Uc/+tGd9vGmN72pesQjHsFq3Xy2s52t8+406/DuOPUk03yeJ8xPetKTqjKQP/nkk6sDDjhgaIsB3lcnuPzGN77R3Q8jtccXv/jFiqCWzDhGLKMMmWb1nDPGR+UXvOAF3fNal73lLW9Zfetb36poyo4Hx0NmnKf7dXBbl2dIcE0ZbhIx3S+p8jIgAAAQAElEQVTTfP2FL3xhzyKa7L/zne+suOHAcrZBqw08uT65Tlnh7W9/ezVs25Sp8yA/rpmPfexj1a9+9avOtc6+2Of//u//dm5MXeUqV6k30RlSJ5rVc811ZvhHAQUUUGAjBQzgN/K0e9AKKKBAewR42smT2rvd7W49Tzqp4ZnPfOaKQJj3hZmuMwEa4zwdPfroo6tLXepSTPbkPfbYo3rZy15WXeQiF+nOZ713vOMd3elxRx772MdWBFd77LFHzypbW1sVNxAIxHiaXS58yUteMlGzdoJDXgdoBm48/eXJ9l/91V91N0+QjEv55J2O6z796U9Xd73rXXdyZEWe9BLwc9NktzzRZx6ZAJgn1tgw3cwEyu9973t7Zg/yoBBGWFGG6XEzgesRRxzRU5zXBt7whjdUdFTXs6CY4L1/WnHc9ra3LeZWnXfm6UCvZ+aOCW4GPOUpT9kxdeoAP27u8KoFHQCeOvfUv5wDrk+u09Lu1KXD/9IZXdOP1hTcYLnmNa/Z6cCuuQWuZ66phzzkIT2LOFe0Chl0rnoKO6GAAgoosJYCBvBreVo9KAUUUGB8AZ5wbm2d1rP31tb046OaLfer1eMf//iKJt79ljGPIJ4nj4yXmaelvP999rOfvZzdM07ndTe72c165vFEeKx3mHesdeCBB1aPfOQj+wbFO4p0OhsjYC9vFvz+97+vXvnKV1bjBluchytd6Ur1JocO3/KWt3Q6qqsLEVQSKNILfD1v0JAeznmvulz+0pe+tKIzuHIe4zRpp3k/43W++c1v3umBnqC2ntccsgwzAvDmskHTdAZY9vTOMdH6gm0NWqeezzXCqwTlTQ7qPuiXAejQkFYb9fr8YgEtCEb5cZ3SSmBra6tedeiQOjRvSnCDhm0Mu27ZKMdNU/2mIdcUnRZSxqyAAgoosHkCBvCbd849YgUUUKA1AvzsWzPA7le5ffbZp+IJdbmMQJInleW8fuM8vS7n0xx63KbtBJE8BSWYKrfRb5ybBfe+9727ixj57//+756e8Zk3KHM8ZQA6qBxBIcF6uZxO2wgMy3nDxulMjXfk6zK8LsDPmtXT9ZCgmqf69TSB7qGHHloRMNfzBg0xIwDHcFCZcj7vuHMc1ItxXpPgvJdlho1f9KIX7fSDUJehiTsdx9XT9ZBzz1P9epohHSnS2z3jozI3Wm50oxuNKtZZzqsQvLbRmcifra2t6nGPe1x1znOeM1OjUz9DmtJzXY1e2xIKKKCAAusoYAC/jmfVY1JAAQVWRODyl798df7zn39kbemsjPe7y4I8Sd7aGv0ktF9Hc+V2ho3TnHqSIJLgjp/+qrf5ve99rxqn93AC4r/5m7+pV2M4MPMTcQTWdQFubNz61rfu2xS7LtMc8vSX1w/K+TTzJrgt5/E+eDmPIJce78syw8axa+5nUHmuhec85zkVTctp4v66172uGueGxqDtDZpPU/1mZ3Dj3jxhm5yrfi1CWNbMNLkvW2DQwoIbFM1yw6b7GX74wx+uJmlFMmz7LlNAAQUUWC0BA/jVOl/WVgEFFFgrAd4fP9OZzjTymAiaePpbF9za2qrOe97z1pNzG04S2FEJ3v8uWwUQvH3+859n0dDME2fWHVpox0Legy47hTvf+c5X7bzujsJDBgST5WJuNJx88sndWQSIxx13XHeakWtd61rVrrvuyuhYmQCc97zHKrygQt/+9rcrWhzUu+OGy9/+7d/Wk2MN+Qm+s571rEPL0tKDzgPLQtwA4WZUOW/UOIa0RijL0VkgPz1YznNcAQUUUGAzBAzgN+M8e5QKKKDAQIG3vvWtnfe0CTa3m2maPXBHfRY0n6r3KdJ3FgH9pIFQ3w0Nmck+xn0qXm+GoK58D575n/vc5xgMzfx02Dg3MthI8/1nepenQzua70+SeQ+b7dWZHt3ZVmc6f+g9vflefDPoT7GR6ZKXvOTIMtMW4KfgeJed3vXpRJAWD6O2xdP9slUBTfwJ4ketVy7npgk3Xcp5zXGa8Dc70Wu+ztFcZ9A06xHI18tpRv+jH/2onnSogAIKKLBBAgbwG3SyPVQFFFCgbQLTPDle1DEQ1I3TvL9Zn+Yx8SS2DBib5Zmmh3jed2Z8VG7+jBjB3BFHHFHxk2iTZJrMl/sieC+f6vIEnvftyzLj1rFch5sTNPMv500yzk0lOqPjXfLXvOY11cEHH1zx+gTnh1YZPA2nw7yyA7xh22/+HB4/3Yf/sHWayyjPes355TQ3F7gJUs6b9nUObiZxrOW2HFdAAQUU2EwBA/jNPO8etQIKKNAKgWmfwC+i8vyUGHnSfTWPiQCbYHjS7Sy7PO+KlwE9Qfi0AeiEx1IR/PKLBte+9rU778HziwO8O37nO9+5evrTn169//3vr8q6Tbr9VS/PKxQ+gV/1s2j9FVBAgekEDOCnc3MtBRRQQAEFFJixAE/b+Yk3mt3TISC/hV7+1v2w3XFz4XSn42vNsFLrsYzm9PN+hWQ9pDwKBRRQYP0ENuP/dOt33jwiBRRQQIGWCpQdpFHFvfbaa6KO31hnkrz//vvPpA8DmvqX77jTSWAZJM77qS/B+3/8x39UdNh2/PHHDyXg1YZb3epW1VOf+tSKjuJ435ye5ZuvLwzdyKCFKzCf5vQ0q1+BqlpFBRRQQIEZCxjAzxjUzSmggAIKrIcATbTp8GySoyEI5X3tch1+sq2c3u548z10bhgQfG93u8312c9f//Vf98ymaXvPjDEmMCT4H1WUd9wPOeSQqvnEnV8qILDnp/N+9atfdW5W0Hz8qKOO6rwPf9WrXrUatwNA6lD+SgDT9ErPdhkfN+MwyLzeBn7NHvupd718kiHXIjcp6nV4tYOn8PW0QwUUUECBzREwgN+cc+2RKqCAAgpMIEAHZD/5yU8mWKOq+Bm2r3/96z3r0IN4z4xtTjQDUH4Xnv1uc7M7rU7weeELX7hn/qc//eme6XEmxukZnk7+nvWsZ1VloE8AzG/Bf+Yzn6n+6Z/+qaKzOuo0zj6HlaEH+fLpNX0UTBpYE1A3OxNs7pO67r333j2zP/nJT/ZM95noO+vzn/9858ZFvZAe8DmOetqhAgoooMDmCBjAb8659kgVUEABBSYQ4Gn6Rz/60QnWqKpvfetbVfkzb3T8duUrX3mibYwqfLnLXa7a2trqFiNA5ul0d8aYI8973vM6Tfv32Wef6oADDqiYLp/y0tM6HceVmyOAL8uUy/qNE5g3e7vvV45jOProo3sW8TT+dre7Xc+x9hRoTBBQj3PDZc8996xogl+vzk0Dmt/X0+MM+R32E088cWhRWgXQeqAsxE8KEvyX80aNY/g///M/PcU4Z/1bdvQUc0IBBRRQYA0FDODX8KR6SAoooIACsxF417veVTV/Sm3Yluk5nYCwLnPZy162utjFLlZPzmTINi9xiUt0t8WNhpe85CWdntu7M0eM0Mz/ZS97WUUzcH5+jfF3vvOdOwXL/Lb61tZpNws++MEPVscdd9yIrZ+2+Dvf+U7VDD5PW3raGE/AeRJez9na2qr+/u//fqf61Mv7Det34fstK+fxs3bXuc51ylnVq1/96ooWFz0zB0wQUFN+wOKe2U0/boBg2FNoxARBP+emLEb9uUFQzpvJuBtRQAEFFGi9gAF860+RFVRAAQUUWJYAQeG4wdqXvvSline1y7re7W53q2b9pJQA9MY3vnG5m+qNb3xj9da3vrVn3rCJI444omo2577NbW6z07vkV7nKVSreMa+39fvf/7565jOfOdbNAgLdZzzjGdUJJ5xQrz5wyM/s/elPf+ou56YE75l3Z4wY4TWCJz3pSSNKnbp4a2uruuMd79hzc+BDH/pQddRRR51aYMTfY445pnrTm940otSpi5t+HNdTnvKUihsop5YY/hcDOuorbwrttttu1c1udrPhKy5pqbtVQAEFFJi/gAH8/I3dgwIKKKDACgs84hGPqN73vvcNPQKabx944IFV+RSZJ+/0lD50xSkWbm1tVfe6170qfhu9Xp2O3+55z3uOrCfleSL+hCc8gdFu5j39W9ziFt3peoSbD/e73/3qyc7w9a9/fXXYYYdVZcDdWVD8IVB9wQteUB1++OHF3MGjvNPNO+NlCd5/J4At5/UbJ3i/9a1v3fdGwaD1ebrfDILvf//7j/RjXwcddFDFjYx+dWnOw+/AXBflfG6ccGNnVMsO6s61h3e5/p3udKeKJvTlvDUZ9zAUUEABBcYQMIAfA8kiCiiggAKbK0AHcTe96U2rpz3taVXz/W8C1Q984APVNa95zar5HvVjH/vY6kIXutBc4Ai4H/7wh/dsm3ryZP7f/u3fql/+8pc9y5ig7hzDvvvuW1GWeeTTne50FevwZJ/pZr71rW/d+Wm3cv6hhx5a3f3ud+8bNPN0+Z//+Z8rAmJuLJTrDRqns7dm53y0EnjgAx/Y91jYDvt53OMeV7EerR+Y18zf+MY3mrM603Ri9+hHP7riaXZnRv5gMug8c7OC1ymucY1rVIO2mU30TQTr/DReuZBt8ZN9XDtcQ+Uyxnmt4QY3uEFFCwam63zxi1+84rzbA30tUg4dV0ABBTZD4HSbcZgepQIKKKDAIIFb3vKWnebEW1tbMxvS7HfQ/lZp/tbWVqe6PA2lUzWeqBJY3fve9+40wz7HOc5RXf/616++//3vd8rVf3hCTjPtenoewwc84AGdJ/HltgmY//Vf/7XTbJ9e23laTF2vd73rdTqs4xg4lnKdhz70odWwlgI8GafZfPnEn/V5teACF7hAp3d49kNmn5R7/vOfT5FO3to61bAzMeAPrs0n/RRlO7vvvntFx31sn2PB9YIXvGCnBQI3Serjodf6vfbai9W6mcC7O9EY4dWAF73oRRU3MOpFbAsj6lOfZ25gMP0P//APPS0s6nVGDfF74QtfWBF8l2WPP/74zrVz1rOetWIf9bGd97zn7Txh//CHP1wW79xseMUrXlE1j7GnkBPTC7imAgoosCICBvArcqKspgIKKKDA4gUIXHnaXe+ZAO/9739/RUBGE2+e2tbL6uFDHvKQzrvwBJT1vHkM2T7v3LO/ftvnqTSd21FXOk4juG+WY12a0496oosBHakRnDe3Ue+HfTFeLqcX+YMPPricNXCcwPy+973vTsupN73ss32OBXc6vSsLXvSiF60+9rGPVdzUKOdTn35PuOsyvPf/4he/uCeIZ1l5nt/ylrd0Ovtjfp3vfOc7V80e+utl/YYE3Txt5wl+czkdCbKP+th+/OMfN4tUHB/nkJsOOy10RisErIQCCiiwKAED+EVJux8FFFBAgZUTuMhFLlLxJPT2t7/9yLoTZBHcP/3pT68IrkeuMIMC7If9sd999tln7C1OU1d+Du+zn/1std9++421n8c//vHVq171qoon6OUK3CzY2tr5qTzH8pznPKfzqgLj5TqDxs92trNVrEOAT4dxPKnf2jpt2wT1zWC/3NbW1lZ14IEHVvX65bJ+pmr8MwAAEABJREFU49Tr2c9+dkXLgEl7gd9jjz0qzhOvMdCEv9/2m/PYH470RH+FK1yhudjp9RHwSBRQQIGxBQzgx6ayoAIKKKDAJgrQTP61r31tdeyxx3aaze+yyy5dBoJTnhy/973vrXhvmabqW1unBZDdgnMc2draqtjvF7/4xerzn/985yk0PzNH8Ffvlmbie++9d3Wf+9yncxzT1pUglB7vebLN025uBNT7YMj0Ix/5yIqg+VGPelTfGxk0fy8NWa/O1PlhD3tY5936Zz3rWZ2n3M2ye+65Z3XAAQdU7373uztN2nnXvg6Imz+x993vfrfiyXW9/UFD3qOnd3kCfs4nnerVZbFju3TcR4/6HPfpT3/6evFEQ+rJ8f3kJz+paElw29vetir3xcaYZj7Lf/7zn1c4Ng0oZ1bgNAHHFFBgkwQM4DfpbHusCiiw8QJ0nEWTXZoVzzPzHnETm3eBjz766Krcb7+ez5vrMX3+85+/Ihir1+UYOBaWjcrso16PIXWgLqPWK5dvbW11gsnXvOY11SmnnNI9hpNOOqliHu9LTxLUzaJOZf0YZ/8Emjwh/upXv9rpKZ3jJfMu+Le//e2KnuFp+k1Z1pkmb21tdTqOYz/0ys7268w0TfI5X/W2mx3qEaTXywYNz3nOc1Z0YMdNk9Kb/XAdHHHEEdWNbnSjnW4Q8P74V77yle75oTydyA3aTzkfEzoj5HzSjJ11ydhxY4TXDagX63D9HF1cy9SpPGbKDMsE5LTqeMMb3lCV+2J/TDOf5ZQbth2XKTATATeigAIrJWAAv1Kny8oqoIACCiiwOgIEpN/5znd6KtzszK1noRMKKLByAlZYAQUWK2AAv1hv96aAAgoooMDKCLztbW+reIWA969pfk9na3/84x/Hrj9Pkz/zmc/0lOc99Z4ZTiigwCYLeOwKKDChgAH8hGAWV0ABBRRQYFME+Jm4//u//6voRO3www+v6CX+e9/73tiHT98ANOevVzjf+c5X8X5+Pe1QAQUU2J6AayuweQIG8Jt3zj1iBRRQQAEFxhIg4KZTtbrwiSeeWNGhH03j63mDhp/4xCcqOpgrl++7774VndCV8xxXQAEFlibgjhVYQQED+BU8aVZZAQUUUECBRQjQKRwd9JX7OvTQQzs93f/sZz8rZ3fH//CHP1SvfOUrqxve8IbVySef3J2/2267VQcffHDFz8h1ZzqigAIKrLCAVVdgGQIG8MtQd58KKKCAAgqsgADB9oMe9KDqXOc6V09tn/e853XmXexiF+v8pNu9733v6qCDDqp4v/1MZzpTRc/vZe/z/BTbk570pOqKV7xiz3acUEABBTZYwENXYCoBA/ip2FxJAQUUUECBzRC49KUvXb361a+ueILePOLjjz++etnLXla98IUvrF7ykpdUX/jCF6o///nPPcX42biXvvSlnffnexY4oYACCiiwDQFX3VQBA/hNPfMetwIKKKCAAmMK0Iye4Hy//fYbc41Ti1396levjjvuuGr//fevtra2Tp3pXwUUUECB5QtYg5UVMIBf2VNnxRVQQAEFFFicwB577FG96U1vquiF/rDDDquudrWrVbvvvntPBXbZZZfOfJZT7phjjqkudalL9ZRxQgEFFFBg9QU8guUJGMAvz949K6CAAgq0SGDXXXetjj766Ioe1ut8i1vcokU1bEdVLnShC1UPechDqmOPPbY66aSTerxOOeWUznyWU64dNbYWCiiggAItE7A62xAwgN8GnqsqoIACCiiggAIKKKCAAgosUmCz92UAv9nn36NXQAEFFFBAAQUUUEABBTZHYMWP1AB+xU+g1VdAAQUUUEABBRRQQAEFFFiMwLL3YgC/7DPg/hVQQAEFFFBAAQUUUEABBTZBYNvHaAC/bUI3oIACCiiggAIKKKCAAgoooMC8BarKAH7+xu5BAQUUUEABBRRQQAEFFFBAgW0LbCuA3/be3YACCiiggAIKKKCAAgoooIACCowlsMwAfqwKWkgBBRRQQAEFFFBAAQUUUEABBVa6Cb2nTwEFFFBAAQUUUEABBRRQQIHNEdjcJ/Cbc449UgUUUEABBRRQQAEFFFBAgTUQMICf8iS6mgIKKKCAAgoooIACCiiggAKLFDCAX6T2aftyTAEFFFBAAQUUUEABBRRQQIGJBAzgJ+JqS2HroYACCiiggAIKKKCAAgoosGkCBvCbdsY5XrMCCiiggAIKKKCAAgoooMDKCRjAr9wpW36FrYECCiiggAIKKKCAAgoooMDiBQzgF2++6Xv0+BVQQAEFFFBAAQUUUEABBaYQMICfAs1VlingvhVQQAEFFFBAAQUUUECBzRQwgN/M8765R+2RK6CAAgoooIACCiiggAIrKmAAv6InzmovR8C9KqCAAgoooIACCiiggALLEli5AH5ra6va2jJvbWmwtbVyBl67njOvAa8BrwGvAa8BrwGvAa8Br4ElXgPLCrxntd+VC+BndeBuR4HVE7DGCiiggAIKKKCAAgoosMkCBvCbfPY99s0S8GgVUEABBRRQQAEFFFBgpQUM4Ff69Fl5BRYn4J4UUEABBRRQQAEFFFBguQKrGMBvhcxcVRposErXgHX1evUa8BrwGvAa8BrwGvAa8BpowzVQrfJ/qxjAr7K3dVdAgakEXEkBBRRQQAEFFFBAAQUM4L0GFFBg/QU8QgUUUEABBRRQQAEF1kDAAH4NTqKHoIAC8xVw6woooIACCiiggAIKtEHAAL4NZ8E6KKDAOgt4bAoooIACCiiggAIKzETAAH4mjG5EAQUUmJeA21VAAQUUUEABBRRQ4FQBA/hTHfyrgAIKrKeAR6WAAgoooIACCiiwNgIG8GtzKj0QBRRQYPYCblEBBRRQQAEFFFCgPQIG8O05F9ZEAQUUWDcBj0cBBRRQQAEFFFBghgIG8DPEdFMKKKCAArMUcFsKKKCAAgoooIACpYABfKnhuAIKKKDA+gh4JAoooIACCiigwJoJGMCv2Qn1cBRQQAEFZiPgVhRQQAEFFFBAgbYJGMC37YxYHwUUUECBdRDwGBRQQAEFFFBAgZkLGMDPnNQNKqCAAgoosF0B11dAAQUUUEABBXYWMIDf2cQ5CiiggAIKrLaAtVdAAQUUUECBtRQwgF/L0+pBKaCAAgooML2AayqggAIKKKBAOwUM4Nt5XqyVAgoooIACqypgvRVQQAEFFFBgTgIG8HOCdbMKKKCAAgooMI2A6yiggAIKKKDAIAED+EEyzldAAQUUUECB1ROwxgoooIACCqyxgAH8Gp9cD00BBRRQQAEFJhOwtAIKKKCAAm0WMIBv89mxbgoooIACCiiwSgLWVQEFFFBAgbkKGMDPldeNK6CAAgoooIAC4wpYTgEFFFBAgeECBvDDfVyqgAIKKKCAAgqshoC1VEABBRRYewED+LU/xR6gAgoooIACCigwWsASCiiggALtFzCAb/85soYKKKCAAgoooEDbBayfAgoooMACBAzgF4DsLhRQQAEFFFBAAQWGCbhMAQUUUGAcAQP4cZQso4ACCiiggAIKKNBeAWumgAIKbIiAAfyGnGgPUwEFFFBAAQUUUKC/gHMVUECBVREwgF+VM2U9FVBAAQUUUEABBdooYJ0UUECBhQkYwC+M2h0poIACCiiggAIKKNAUcFoBBRQYX8AAfnwrSyqggAIKKKCAAgoo0C4Ba6OAAhslYAC/Uafbg1VAAQUUUEABBRRQ4DQBxxRQYLUEDOBX63xZWwUUUEABBRRQQAEF2iJgPRRQYMECBvALBnd3CiiggAIKKKCAAgoogIBZAQUmFTCAn1TM8goooIACCiiggAIKKLB8AWugwAYKGMBv4En3kBVQQAEFFFBAAQUU2HQBj1+BVRQwgF/Fs2adFVBAAQUUUEABBRRQYJkC7luBpQgYwC+F3Z0qoIACCiiggAIKKKDA5gp45ApMJ2AAP52baymggAIKKKCAAgoooIACyxFwrxsrYAC/safeA1dAAQUUUEABBRRQQIFNFPCYV1fAAH51z501V0ABBRRQQAEFFFBAAQUWLeD+lihgAL9EfHetgAIKKKCAAgoooIACCmyWgEe7HQED+O3oua4CCiiggAIKKKCAAgoooMDiBDZ8TwbwG34BePgKKKCAAgoooIACCiigwKYIrPpxGsC35wwekqr8pci3yHidzpARpt+V4UnJdbnfZ/y45IcknzN5O4n1D8oGjk0+JbneB8PvZvqI5GslU5cMxkrnTynWZRvkozO9a3KdLpGRFyT/MJnl5D9l/PPJw47p9Fl+zeTXJJce1PsjmYfVJPXMKj1pkAV1+0ZKPjv5UslbySYFFFBAAQUUUEABBRTYDIGlH6UB/NJPwcgK/H1KfCX5rck3Tt49uU4EqZfPxGHJP01+evKZkydJe6TwS5NZ/0UZXi15l+Qy7ZmJA5I/mkywfecMCaIzmCqdI2u9LvmryfdJvkBynbgmL5sJjumEDPdPLgPlvTNNkP6xDO+YXHpQ72tnHlbcBLhkxidJZ0vh5yYPsqBuF8vyByR/KfnjyQTyGZgUUEABBRRQQAEFFFBAgWEC219GQLL9rbiFeQgQtN4vG/5A8kWTx0kPTaE3JZ89eZx0vRT6bPKByeOmc6fgq5IJ9gmYMzpRIgD/cNa4ffKoxA0Kbi7cZkfBK2f4yeRrJI9K+6QAduMG8VdJ+S8mY57BWIl1vpCSrMP5yqhJAQUUUEABBRRQQAEFFJiDQDZpAB+Elqa7pF401S7PEc3RX5b5L0x+f/IfkpvpJplx3+RR6bYp8N7kcyU30zj7Ieh/Q1Yc92ZBilbsi6b4l2ZiRz45Q57GDzomjv8pKfN3ydw4YBsZ7aSv5e9LdmTGM9qTzpepxyT/VfKwdNUsfE/yhZKb6fjMqM3fkvFfJ5eJ+vHU/mGZaRAfBJMCCiiggAIKKKCAAgrMR4DgY9otu958BWgeXp+fN2dXF0nm6TVN2e+d8RskEzw/NsNmIrg+b3NmMX3FjPMEvd5+Jjvp1flLc/bmfmiWzw2FX2Z5mbhZQHA9KkCu1yFwv9KOie9neKNkAnKOtT4mpgnUs6ibaLb+oUxdPJlEE3mCbZ6y894+mXFeJ/gWBYpMHVlWzOoZ3StTr0jeLblMz8sEdWHftfmtMw9z6k39M9lNT84Y795nYFJAAQUUUEABBRRQQAEFZi/QDOBmv4eBW3TBmAKHphzNzb+dYTP9NjMen0wHeBl0EwEr77J3ZxQjBOOPy3QZsP450/dPvmsy751n0JPovI3gngD8Uz1LqorA+7qNeaMm6QiOJ+q0AGDbZXluEjw4M3g/PoNuqp9u86T+dpn7g+Rm4r13bjT8pljAcdL5XjGrO8qNh0dnqr4xkNEKiztlhPfcf5ZhM1Ff6s1Te97Fr5fzWXpUJugALwOTAgoooIACCiiggAIKKDBbAYKO2W5xUVvbjP38dw7zWckEjRn0TfTcfmSWNAPey2Rev3SFzOQJcgbd9FBTVBoAABAASURBVKSM/Ucy28pgYCJopgO7MsjnGiLY5cbAwBWLBeyD8jTTL2b3jP5vpniXP4OeRMdxBMn9Xh2oC34uI/R2n0E3ceOhO1GMcKODVwmKWdUjMkGTfuqZ0YHpxCy5R3JpwTvxN8w8kwIKKKCAAgoooIACCigwcwGCr5lvdBU2uCJ15GkzT9lHVZcnxQS3ZTl+oq2crscJwM9YT2RI4E9z8VEBa4p20jfzl4A/g26iM7xxe2P/RNY6JnlU4ufsmmVenhk/Th6WfpeFvLeeQTfR7L07UYzwJJ8n9PUsOsh7cSYmsTg85ct090ycKdmkgAIKKKCAAgoooIACCsxUwAB+Os5FrMUTXnpFH2dff0yhfp24ZXZP4ifXmj2486SbJ949BUdMvCPLqV8GnXSW/KWH+AxGJgL4X4wsVVU/TxmOK4NOYpyfjutMjPjDT92NKFLtmgL7JpfpjZngZkgGY6f3pSR1y6CT/jZ/6UcgA5MCCiiggAIKKKCAAgooMDsBA/jZWU6wpbGK8qT7J2OVPLUQ746fOjb4755ZVD6Z50nzBzNv0vSjrPCZ5DJds5wYMv7xIcvKRbQ8+H0xg+ObNLguVt9p9DyZU1pksuIdeoaT5O+kcHkDhM4D6XAws00KKKCAAgoooIACCiigwOwEDOBnZznrLf1fNkiHahk00vST586qPHnOoJN4yj3O0+pO4eIPzdSPK6YZpTf3ctvM65cJxPvNHzXvlBTgJ+cymEniKTm9zNcb42YGHfLRJH6S/NRsANcMOonO9gjiOxP+UUABBRRQQAEFFFBAAQVmJWAA3yt5SCYJ5CbJrJPVZp4IrJu/Ob7dndDR3Faxke0ExdME4jQ156ZBUYWljfI6Ab3Q1xUg8OZn4u6VGZNker0v+xTI6tUe/DEroIACCiiggAIKKKCAArMUMICfpeZmbGvQUV44C86aPCzRJJ6m8cPKuEwBBRRQQAEFFFBAAQUUUKCPgAF8HxRnTSVA7/A0rR+xsosVUEABBRRQQAEFFFBAAQWmETCAn0bNdfoJ0Nx/2O+z91tn8nnzW+N72TTvxdOUfruZ9+KzOZMCCiiggAIKKKCAAgooMDsBA/heSwKvSYM31undSnunaL7O+/11Del0rvwd9Hr+OMMLNgrxfnu57cbidkwWtaC+xWTFO/H0TF/Oc1wBBRRQQAEFFFBAAQUUaI2AAXxrTsVCKkLHeGUncufIXvdOnjTtkhUulVwmfk6Np/DlvDaP81N4vyoqyPv79KRfzNpp1BkKKKCAAgoooIACCiigwNIEDOCXRr+UHZ+YvX4ruUzXLifGHOdn0i7dKPvJxnTbJ7mZ8f1GJW+UaVpgZDB2ukxKnpD8g+Sjkp+WzO/tZ9BMTiuggAIKKKCAAgoooIAC0wsYwE9vt4pr8vT9mEbF75DpCyVPkm6fwudLrtNvMvKp5FVKP0tlP5hcpttk4qLJ4yaC/TumMBa8UnCrjB+UTAuFDGac3JwCCiiggAIKKKCAAgpstIAB/Oad/lfnkPk5tww66WL5e+9kgtEMRibKP7BR6iOZ/nLyKiXe139LKvzn5DqdPyMHJ58heZx0hRS6X3KZPpyJbye3LlkhBRRQQAEFFFBAAQUUWG0BA/jVPn/T1P64rPSe5DI9KhMPTh4VxO+RMtwAINDNaCcRAP9nxuggL4OVSh9Nbd+RXKZ7ZeKRyaOCePoPeEbKlZ0A1hbr+HN6OVSTAgoooIACCiiggAIKLFPAAH6Z+svZN4H2Y7Lrk5PLdFgm3phMkJ5BTzp9pmhe/tkMr5xcphdn4p3Jq5gGWTw2B8P77JfIsJm4yXG9zPxE8nWTy4TF0eUMx2sBhwoooIACCiiggAIKKLBdAQP47Qqu5voE4vdM1XlinEE37ZcxOnajR/kjM3548vuSCXQJ7s+V8TK9PxMPS/5D8qqmQRY3zQF9Nfl/k1+bjAXDkzLOcTfflSegJ/BfZYscWkuT1VJAAQUUUEABBRRQQIHKAH5zLwIC8pvn8H+Z3Ez8nNr+mUlz8utn2K85OcHsbbPsF8mrnrC4ZQ6Czvgy6En8Njwd/WHBsGwyXxekAz8s6I2+nuewRQJWRQEFFFBAAQUUUECBdRAwgF+Hszj9MdD0nZ+De/0Emzg+ZQn875zhOgTvOYxOenv+0mR+Egueth+S9a6TzM/IZWBaQwEPSQEFFFBAAQUUUECBVggYwLfiNCy1EgSePFneM7V4aPLHk3+dXCea2X8zE89JvnoyQS7BLr24Z3KtUm3Bz8L9S44MC356L6Pd9JOMvTsZs90zfFoyrxhkYFKgn4DzFFBAAQUUUEABBRSYjYAB/GwcZ7GVp2YjdJBW5wMyPUna7vq8+06v6gTpu2bHdT3owO7imean4who/5TxcRNNymmOX29rl6z46eRxEuUoX6/LdtjeOOtu14L33p+dHWFBb/N1HRjSpP4mWcaT+vJGR2aZFJiDgJtUQAEFFFBAAQUUUGCHgAH8DggHCiigwDoKeEwKKKCAAgoooIAC6yNgAL8+59IjUUABBWYt4PYUUEABBRRQQAEFWiRgAN+ik2FVFFBAgfUS8GgUUEABBRRQQAEFZilgAD9LTbelgAIKKDA7AbekgAIKKKCAAgoo0CNgAN/D4YQCCiigwLoIeBwKKKCAAgoooMC6CRjAr9sZ9XgUUEABBWYh4DYUUEABBRRQQIHWCRjAt+6UWCEFFFBAgdUX8AgUUEABBRRQQIHZCxjAz97ULSqggAIKKLA9AddWQAEFFFBAAQX6CBjA90FxlgIKKKCAAqssYN0VUEABBRRQYD0FDODX87x6VAoooIACCkwr4HoKKKCAAgoo0FIBA/iWnhirpYACCiigwGoKWGsFFFBAAQUUmJeAAfy8ZN2uAgoooIACCkwu4BoKKKCAAgooMFDAAH4gjQsUUEABBRRQYNUErK8CCiiggALrLGAAv85n12NTQAEFFFBAgUkELKuAAgoooECrBQzgW316rJwCCiiggAIKrI6ANVVAAQUUUGC+Agbw8/V16woooIACCiigwHgCllJAAQUUUGCEgAH8CCAXK6CAAgoooIACqyBgHRVQQAEF1l/AAH79z7FHqIACCiiggAIKjBJwuQIKKKDACggYwK/ASbKKCiiggAIKKKBAuwWsnQIKKKDAIgQM4Beh7D4UUEABBRRQQAEFBgu4RAEFFFBgLAED+LGYLKSAAgoooIACCijQVgHrpYACCmyKgAH8ppxpj1MBBRRQQAEFFFCgn4DzFFBAgZURMIBfmVNlRRVQQAEFFFBAAQXaJ2CNFFBAgcUJGMAvzto9KaCAAgoooIACCijQK+CUAgooMIGAAfwEWBZVQAEFFFBAAQUUUKBNAtZFAQU2S8AAfrPOt0ergAIKKKCAAgoooEAt4FABBVZMwAB+xU6Y1VVAAQUUUEABBRRQoB0C1kIBBRYtYAC/aHH3p4ACCiiggAIKKKCAAlWlgQIKTCxgAD8xmSsooIACCiiggAIKKKDAsgXcvwKbKGAAv4ln3WNWQAEFFFBAAQUUUGCzBTx6BVZSwAB+JU+blVZAAQUUUEABBRRQQIHlCbhnBZYjYAC/HHf3qoACCiiggAIKKKCAApsq4HErMKWAAfyUcK6mgAIKKKCAAgoooIACCixDwH1uroAB/Oaee49cAQUUUEABBRRQQAEFNk/AI15hAQP4FT55Vl0BBRRQQAEFFFBAAQUUWKyAe1umgAH8MvXdtwIKKKCAAgoooIACCiiwSQIe67YEDOC3xefKCiiggAIKKKCAAgoooIACixLY9P0YwG/6FeDxK6CAAgoooIACCiiggAKbIbDyR2kAv/Kn0ANQQAEFFFBAAQUUUEABBRSYv8Dy92AAv/xzYA0UUEABBRRQQAEFFFBAAQXWXWAGx2cAPwNEN6GAAgoooIACCiiggAIKKKDAPAXYtgE8CmYFFFBAAQUUUEABBRRQQAEFWi6wjQC+5Udm9RRQQAEFFFBAAQUUUEABBRRYI4HlBfBrhOihKKCAAgoooIACCiiggAIKKDBvgZUN4OcN4/YVUEABBRRQQAEFFFBAAQUUaJPApgbwbToH1kUBBRRQQAEFFFBAAQUUUECBkQIG8COJ+hVwngIKKKCAAgoooIACCiiggAKLFTCAX6z3qXvzrwIKKKCAAgoooIACCiiggAITChjATwjWhuLWQQEFFFBAAQUUUEABBRRQYPMEDOA375x7xAoooIACCiiggAIKKKCAAisoYAC/gidtuVV27woooIACCiiggAIKKKCAAssQMIBfhvom79NjV0ABBRRQQAEFFFBAAQUUmErAAH4qNldaloD7VUABBRRQQAEFFFBAAQU2VcAAflPP/GYet0etgAIKKKCAAgoooIACCqysgAH8yp46K754AfeogAIKKKCAAgoooIACCixPwAB+efbuedMEPF4FFFBAAQUUUEABBRRQYBsCBvDbwHNVBRYp4L4UUEABBRRQQAEFFFBgswUM4Df7/Hv0myPgkSqggAIKKKCAAgoooMCKCxjAr/gJtPoKLEbAvSiggAIKKKCAAgoooMCyBQzgl30G3L8CmyDgMSqggAIKKKCAAgoooMC2BQzgt03oBhRQYN4Cbl8BBRRQQAEFFFBAAQWqygDeq0ABBdZdwONTQAEFFFBAAQUUUGAtBAzg1+I0ehAKKDA/AbesgAIKKKCAAgoooEA7BAzg23EerIUCCqyrgMelgAIKKKCAAgoooMCMBAzgZwTpZhRQQIF5CLhNBRRQQAEFFFBAAQVqAQP4WsKhAgoosH4CHpECCiiggAIKKKDAGgkYwK/RyfRQFFBAgdkKuDUFFFBAAQUUUECBNgkYwLfpbFgXBRRQYJ0EPBYFFFBAAQUUUECBmQoYwM+U040psDECp8+RXin5icnHJZ+U/Jcin5Jx5v97hldPPkNym9MhqVxZ/6MzvWvyMhO+v04F6noxzrzM2ozkUSqggAIKKKCAAgr0ChjA93o4pYACwwXOmcVPTf5V8qeSD02+fPLuyWXaJRPMf1CGxyT/NPn+yWdONimwCAH3oYACCiiggAIKrJ2AAfzanVIPSIG5CBB4H5wtn5DMkOmMjp3OlpLPSf5C8lWSTQq0XMDqKaCAAgoooIAC7RMwgG/fObFGCrRN4Hyp0NuSefI+qCn8n7P8h8nfT2bIdEZ3ShfNnI8l3z55K9mkwHoKeFQKKKCAAgoooMAcBAzg54DqJhVYI4G9ciwfTr5+cjN9MjPukLxbMu/E75HhnskM/yrDCyY/Ovm3yWXiJsBrMuM2ySYFFOgj4CwFFFBAAQUUUKCfgAF8PxXnKaAAAmfPnxcnXzy5TDxlJ6C/Wma+PvkXyc1Ex2s/yswnJBPQvynDMvFvzwsy49LJJgUUmK2AW1NAAQUUUECBNRXgS/SaHpqHpYAC2xDgCfpTsj6Begbd9JGMXTX5A8kE6RmMTPRQf6eUemFymc6Viccm80Q+A5OOa8NWAAAQAElEQVQCCrRDwFoooIACCiigQFsFDODbemaslwLLFbhudn/v5DJ9LhN3ST4xedL0h6zwiGSa3WfQTbfN2L7JJgUUWBcBj0MBBRRQQAEF5iZgAD83WjeswMoK0MP8Q1L78t+H32T6Psk/SJ42/Swr8lS/fHLPPu6R+Tzxz8CkgAKbLuDxK6CAAgoooMBgAb48D17qkkUKHJKdEdjU+RaZrhNNjJl+V2bQHLku8/tMH5dMsHXODMdJ50+h7ybX22DItjNrrDTJ+s2yR2cPuybX6RIZ4T1oei2nHuQ/Zd7nk4cdEx2mXTNl6Ait9Dgl82jizfFglsmpEpYHZc1jk9km9SJTt29k3rOTL5U8SS/q1Ilt1JnznU1UBMv3z0hp8M1M8+74hTIclnDgPXQMm+eUelP/B2YD502eJF0hhXkCn0E3vTRjn0jebnp/NtDczt9l3qhjTZFumsf56W58xEjzmuZ8cm5HrNZdvN31uxsaY4TzznV8VMrSHwF1LTOfHa4RPmuT+HPtltupj5+fCuSXCn6e/bGcz8uoz3KKmhSYqYAbU0ABBRRQYK0FDODbf3r/PlX8SvJbk2+cvHtynQhSL5+Jw5J/mvz0ZALCDFqdzpHavS75q8k81b1AhnXimrxsJjimEzLcP7kMlPfONEE6P0V2x4yXHrtk+trJWBE4XDLjkyQCkOdmBSxflCHBMdvMaCdRt4tl7AHJX0r+eDKBfAZTJTp3o4f352Tt0oCfWntk5nHDhvfEM9qTCNzp/f1bmUsAhiG9v2eym6g39X9W5tDkHW/2l8mR6c4pccbkOv0xI9wsISjL6LYSHd69LFvghgPHfcOM75P87eRRadHnZ1R92rqca/I9qRznnev4VhnnxkEGPYnPDtcIn7XvZQkdDY57jaR4T+Kmzxcz5+BkfpUgg4rPS/1Z5pyfiZlmBdotYO0UUEABBRRotwBfsNpdw82tHUHr/XL4dBZGQJfRkemhKcGXcHoPz2grEwE4Qevtx6gdNyh48lv/3NiVsw7vUF8jw1GJoBC7cYP4q2SDBCCYZ3SsxDpfSEnW4XxldOxE8HRESnNMGfRN9PDOzYRyIYE5QdlrM7MZtGfWwIT3Z7P0esnDEvVq+tLKgxsWw9abZNl/pjDXAa0D3pdxWgtkMDRhvcjzM7QyLV3INci1yDXJjZFJq7lfVuAaGXZNpshO6SKZww2iYU/xX54yv0s2KbDeAh6dAgoooIACcxYwgJ8z8DY2T2dhNNUuzxFPLXmSRW/eNEWmY7DmLm6SGfdNbmPiaTJBa/nTYSenonz5H3RMHD/vTdPM+lUpyzYy6KSv5e9LdmTGM9qTzpepxySPer+aXtV5YtkvADk+69fmb8n4r5PLRP14av+wzCSAymCsRKBV9vD+qayFAfvgvOLyhswrEzdmWH5gOXPHOOtwTbAN6su1smNRd4AdT/XrGyLdBcUINwV4taGYVdF5Hc2iy3mLHF/G+Vnk8c1qX5zX5r8ZbJtrg3PIZ4XrgyFB/p9Z2MhcIzyRL191aRTZafKJmVP/1CDb/GCm2Q9Dpmlpw3hmmxRQYJiAyxRQQAEFFBglQPAxqozLlyNA8/D6/Lw5VeApF08tD8g4vYPfIEMCOn6GK6M9iQCP9197ZrZggsD9Sjvq8f0Mb5RMwMCx1sfENIF6FnUTzdY/lKk6SKCJPME2T9l5x5fMOK8T0Kw8RbuJGxos685ojOyV6Vck181+M9pJz8tf6sK+a/NbZx7m1Jv6Z7Kbnpyx+l3gjI5MPEmnENshQOUJMwbsg2W8CkDgQxkyNyG4kVEG/cznCT09ufPqBNcE26C+XCsYce1Qrs60anhxJq6Y3C8RwJ+1sYBWD41ZC5tc1vlZ2AHOaEeca66P+t8MNkvHg3fPCNcTTdz5nHB9MLxc5hOk/3OGBPgZdNN1Msb1l8FYie1TkJtQtBailQf7YchrD1yf/0sBswIKzFXAjSuggAIKbIBA+WVvAw53JQ/x0NSa5s/93hH+bZY9PplOpTLoJgJW3m3tzmjZCB3B8UT9vakXHV1l0E2/zNiDk8vgNZNV/XSbJ3u3y4x+vaHz3jstFwhcUqSTCMyv1Rnb+Q9B8aMzu74xkNGKJ4Z3ygjvudNrekZ7EvWl3gTdvItfL+Sz9KhM0MFaBmMl6sm5bQbIBFQ0Wefd83pDdCpHUFRPMyRgIhDntQnqxbwyY0TwRCd5HFe9DJPHZYKgP4OexPvT5Qzee6cVQjlvUePLPj+LOs5Z7If33LnZVG+LDi65ecXNKa6nen455N8PXmegHOXrZXzW+HzW0+MMuXHGtfydRmFarHy5Mc9JBRRopYCVUkABBRRYBQGCjlWo56bW8b9z4HRC1i84y6JOIsA6MmPNgPcymdfGRH0Jjvs18a7ry9M6gtJ6uh4S1BIkDwpIKEdTYXq7Z7zOPPmvx8shNzoIcMt5j8gETfqpZ0YHJjoI4+fP6GivLsRT9EnePaYlwafrlYcMCWTZV/l5Zb90NkeQPmTViuP4jxR4UnKZbpqJcZ6yEuQtq/n8ss9PiFYi0TncPzRqyo2ujzbmDZqkT4q3NRbSgoNAvjF74CTvuDeD94GFXaCAAmso4CEpoIACCixEoAwIFrJDdzKRAF/CCaBGrcSTYoLbslzzPeZy2TLH+QmxY8aoAL2rN4sRJPy4ObMxTUdZzSfGNHtvFOtM8iSfp9GdifzhSTjNywl6Mzky8XNvhzdK0WSZgKoxu+8kN2jKp+x9C2UmLQRotp/RbiIgZ//dGUNGOB5eCShv8vDZp7VCM0hrPoHn5tE4dRyy+6kXLfv8TF3xBa/IOXxn9smNJ56Ec8Nlkl8N4Pxy7WcT3XTBjNVN4zM6NLE+nREOLeRCBRRQYJiAyxRQQAEFxhPgS/x4JS21aAGe8NLr9jj75Qt0v07cxll30WUI4PkpsVH7JQjhuOpyjPPTcfX0sOEPhy3csYz3f/fdMV4P3pgRboZkMHYicKFu9Qp/m5HyJ+Ey2TdxY+brfZfsPJNt8tN79RKujXfUE2MO+7Vq4DWAUU3+OQ+jbpqMWYWJii37/ExU2SUX5lriBg19SfAOOtfKuE/fZ1F1ri2fvs9C0m0ooMC0Aq6ngAIKbIyAAXx7TzVPV38yQfV4d3yC4ksr+vEx90xQUr6Xy/FNGlwP29V5srDZSoF36DN7okTgQgBTr0TngXQ4WE8PGnJuRzV/r9fl/fd6nOFn8udHyZMmegLnaXy9Hs2k6SSunmbYvLlCR37j3JBg3VnmZZ+fWR7Lum+Lf6v41YR1P06PTwEF1lbAA1NAAQVWR8AAvr3n6v9StbLjsUyuRSIQn+ZATslKswwSCEoJTrPZTiKwpZM4msRPkp+atc+dXCeaMxPE19ODhjzVprn/oOX1fJrjn7+e2DHkFYFx1t1RvDugeXV5s+EsWYJDBt00TuuFbuE5jlCvZZ6fOR5aazZN6wt+OYHm9nSGOW3F+CWEaa7HaffnegoooEC7BKyNAgoosEABA/hebHpzJ5CbJLNO71ZmM0UgRQ/Os9laO7ZCU3OaZLehNrunEnQOl0EnEXjzE273ytQkmffIz5h1yrRHOTFgnHM7rDO+ejXq2HwXmWujXj7JsNmqod+6zVYBBPk8De9Xdp7zln1+5nlsi9w2N4BoZUGg/k/ZMR1e8isQ9G1A4E1HijS95+cFs3iqxLXMZ3uqlV1JAQUU2HQBj18BBRSYRMAAfhIty25XgCbxBJHb3Y7rz06g2Wkdvw7QDMb2nN3u3NICBC6UfTwjmdYWfN54zYNAnV8j2D/z+bk5/+0PhEkBBRRYAwEPQQEFNkzAL3EbdsI9XAUaAs0n7rxbz5PZshg/j1dOO95OgbOlWs9N/l7yg5PHbTlBSxB+ljCrmBRQQAEFNkvAo1VAgVUTMIBftTNmfeclQNDDe9c0pd9u5r34edVz1ttt9klAAE8neeV+Lp8JmrRnMJPEtj6ULb0h+W7JtXtGB6ZNPT8DQRoLeG3j/Zl3v+Rhiebun0uB/0y+QzI/F/fXGT472aSAAgoooMBkApZWQIGFCxjA95ITeE0avLFO71acWgWBZjNxgspxn1gu8vioJ0FXuU+CrnJ63PHdUpCfZ8ugm9h+dyIjdEb24QzLdIVMXDp5VmmfbOjqybdNfnky7/S/MMMyNevV1vNT1nlZ47y/Tid0V25UgObz/5V5N03mJgn9KXD+OZ//nHmvT+aGDX1+ZNSkgAIKKKDAYgXcmwIKTC5gAD+52aqvQXNZenSf9jgIcgmmpl2/LesRuPyqqMxZM05nXxm0KhFQ0+t8WSneW292bFcuHzTOz8ado1jI8eNQzOqMvj1/yx7/CfwOzDyGGWwrcYPsrtlCs+O/92VemagX9avnteX8tPHzQ+BOZ4q1FcP35A9P5e+b4TuTaSJPx3UZNSmggAIKKLAWAh6EAhspYAC/eaedgPAnjcPmCV5j1sBJnuQRTA0ssCILeOr7/UZdb5RpAswMxk6XSUmCI94lPyrjT0uedadvH882y8TT8HF+qq5ch/Fr86fIHD8OxazO6Ffz913JZbp7Jq6RvN3EzQd6PS+3w/4+WM7IOPWifhntpjacnzZ+fm4eofKGCNcjT9hPyvxxEtf85cYpaBkFFFBAAQXWR8AjUWA1BQzgV/O8zbrWNGked5v/MG7Blpf7WerXDBpvk3kXTR43EfgQjJ4vK9Cs/VYZHpQ8zdPxrDYw8U56GYyxv9sPLN1/AT2T885zufQTmcAhg55E83XekeZXA+oFBIj0bH7OesYUw7NnHd61PleGZToiE/SYnkE3Ua9VOT/L/PzQKuISXbVTRz6bATeUMhgr0armb8cqaSEFFFBAAQUUOFXAvwosScAAfknwS9wtTxCbvYxfJ/U5c/KoxM9P3W5UoRVZznu/b0ld/5xcp/Nn5ODkcVsk8C5xs9Mw3h//drYxy/SNbIwm0Rl00wMzxvnIYGTiRsO9U6osz/G/NvMYZrBTOiZzXpJcJnqj573pshl+uXzYOKZPT4HrJ5fpS5l4aXIzUa82np+2fX4I4JufXTqlO30TdMA01wbX8CQ3IQZsytkKKKCAAgooMK6A5RSYVsAAflq51V2Pp6ufbFT/hpmmo6sMBiaCtsOzlCA3g7VIH81RvCO5TPfKxCOTCTgzGJjw4Ik0HcPVhbgZwJNrgrx63iyGnDOCabZfb4/zQJP9Ue/tE6DRnPrQesUdQ9455/h3TO40YJ9PyVxuHmTQTdfNGE/ur5ch285gZOJdbN7DxrYszPFQrx+XM4tx6te284NLmz4/XGs0mS/YKl514NWOcl6/cYL8h2XBo5KbiWXjnt/muk4roIACCiigwHwF3PoGCxjAb+bJJ3j7TXHoXAcvyzQdYfHFPaPdxDQBPkEbwVt3wRqM0Ev3Y3IcZYdtmawemz8Ex82myZldEdQQvPbzeHEKHJ08j0Rzcm6glNvmXfjPZ8adkzlPGfQkgvxX4xDH5wAAEABJREFUZs5zkznHGXQSx0vQNqozw++mND/zRvmMdhOvGfCTZbybT1N+msZ3F+4Y4QYIPz93ZKbZTvPJe2ZXj8iftyUPSm09P237/FCf0vAsmaClBNcp12smexLXyjUzh1YWg35Fg34c6LE+xUwKKKCAAgoosF4CHs0qC5Rf6lf5OKz7ZAKfS/FXJ5eJL/0EezSvp2k1wSJB7C9SiObbBG0ZrXgi2/zJL+avauZ94Xum8jwNzqCbaJFA52q8m117MORddILX2qNegYCewJ9eyut5sxzy5Pfh2SD7zqCbzpaxVyUT7BLIcd4Imr+TefTkTnCf0W7iODle6tudOWSEclhwXTSL0aT+dZlJgM/NgO9lnMwTdd6fPy7T+yf3+3fmkMynBQNN5TM6MLXx/LTt8/Pe6DVbBdDnAdcKfQnwOea6IB+bslwrH8uQ85dBJ3GThXPWmcgfgnxyRk0KKKCAAgoooEAh4OhSBfp9sV5qhdz5QgQIBv81e/pUcjPRJJzOzmjuTKdsZYds30ph5jV/1iyzVzq9MbW/ZXLZKiGTnUQHX7UHQ3w6C4o/ON42082mzJk108TNFPbDjYTmhnnizVNuzhtBc7+m9b/MSvRYzvFmdOzEk9orpjQBYQZ9E9cJQSP53H1LnDqTGwH0Js/78OP+rBn1bdP5advnhyD9n8KLbQY9iZ985DPLdUG+WpZyrWTQTYdlbN/ksuM7XhGhBUdmmxRQQAEFFFBAgdkJuKXtCRjAb89vldfmyzoB3/PGPIg3p9y1kr+SvI7p7TkomszT9DijYyWetvMkmU4A8RxrpW0WIoi/a7bB6w7NnwPM7IHpBVlCqwHeRc/oxInju3HW4pppPu3N7JGJp76PTinqwBPjUU/eU7Qnte384IFFWz4/3ETi8znJueE88BoG78GfGG1anGTQSXSMRxP8zoR/FFBAAQUUUECBlghsfDUM4Df7EuCJ7P1DwPuuT8zwm8k0sc6gk2gO/V8Z40s+T375kp/JtU0EZTxl52fa/iVHyTveP8+wTATN784MyvF082kZJzjNYGGJJ9e8AsFP1xFU02Sec1VWgHrzxJzm8vxs2//Lwn5PaDN77MR+P5DSV03GiG3TU/z3M83NjAy66dcZo6n5MzOkUzXek39CxrnmMpgqte38cCxt+vx8PapYE8j3uyY4J1zTD005PvO0hPhyxkl0hte8ucNnfjs/G8h2zQoooIACCiigQIsEVr8qBvDtOYd0JkWHU3U+YMKqbWd9AjA6Nbt49sl7r3UdaIZ938zjS375xLS5r0EdkdGknG3U26OZ9aezvXES5Shfr8t22N446zbrN6kl770/Ozu6ejJNies6MKRJ/U0ynyf1BEQZHSthxPp1psky742PtfKAQgTN9E9wYJbjU2+bIfW+QebTsR5NrDM604QR2751tkoweMYM2W+d6QCNn9l7cObz3jV1zehMEvue9flpXjOTnJ95fX6anwE+D8wbhshNlv9JgX7XBOeEa5q+B6hzivUkWhPU548hN2r6XTtNq0k/Xz07dUIBBRRQQAEFFFgZgRZU1AC+BSfBKiiggAIKKKCAAgoooIACCqy3wCyOzgB+FopuQwEFFFBAAQUUUEABBRRQQIH5CXS2bADfYfCPAgoooIACCiiggAIKKKCAAu0WmD6Ab/dxWTsFFFBAAQUUUEABBRRQQAEF1kpgaQH8Wil6MAoooIACCiiggAIKKKCAAgrMWWBVA/g5s7h5BRRQQAEFFFBAAQUUUEABBdolsKEBfLtOgrVRQAEFFFBAAQUUUEABBRRQYJSAAfwooX7LnaeAAgoooIACCiiggAIKKKDAggUM4BcMzu7MCiiggAIKKKCAAgoooIACCkwqYAA/qdjyy1sDBRRQQAEFFFBAAQUUUECBDRQwgN+4k+4BK6CAAgoooIACCiiggAIKrKKAAfwqnrVl1tl9K6CAAgoooIACCiiggAIKLEXAAH4p7Ju7U49cAQUUUEABBRRQQAEFFFBgOgED+OncXGs5Au5VAQUUUEABBRRQQAEFFNhYAQP4jT31m3jgHrMCCiiggAIKKKCAAgoosLoCBvCre+6s+aIF3J8CCiiggAIKKKCAAgoosEQBA/gl4rvrzRLwaBVQQAEFFFBAAQUUUECB7QgYwG9Hz3UVWJyAe1JAAQUUUEABBRRQQIENFzCA3/ALwMPfFAGPUwEFFFBAAQUUUEABBVZdwAB+1c+g9VdgEQLuQwEFFFBAAQUUUEABBZYuYAC/9FNgBRRYfwGPUAEFFFBAAQUUUEABBbYvYAC/fUO3oIAC8xVw6woooIACCiiggAIKKBABA/ggmBRQYJ0FPDYFFFBAAQUUUEABBdZDwAB+Pc6jR6GAAvMScLsKKKCAAgoooIACCrREwAC+JSfCaiigwHoKeFQKKKCAAgoooIACCsxKwAB+VpJuRwEFFJi9gFtUQAEFFFBAAQUUUKArYADfpXBEAQUUWDcBj0cBBRRQQAEFFFBgnQQM4NfpbHosCiigwCwF3JYCCiiggAIKKKBAqwQM4Ft1OqyMAgoosD4CHokCCiiggAIKKKDAbAUM4Gfr6dYUUEABBWYj4FYUUEABBRRQQAEFGgIG8A0QJxVQQAEF1kHAY1BAAQUUUEABBdZPwAB+/c6pR6SAAgoosF0B11dAAQUUUEABBVooYADfwpNilRRQQAEFVlvA2iuggAIKKKCAAvMQMICfh6rbVEABBRRQYHoB11RAAQUUUEABBfoKGMD3ZXGmAgoooIACqypgvRVQQAEFFFBgXQUM4Nf1zHpcCiiggAIKTCPgOgoooIACCijQWgED+NaeGiumgAIKKKDA6glYYwUUUEABBRSYn4AB/Pxs3bICCiiggAIKTCZgaQUUUEABBRQYImAAPwTHRQoooIACCiiwSgLWVQEFFFBAgfUWMIBf7/Pr0SmggAIKKKDAuAKWU0ABBRRQoOUCBvAtP0FWTwEFFFBAAQVWQ8BaKqCAAgooMG8BA/h5C7t9BRRQQAEFFFBgtIAlFFBAAQUUGClgAD+SyAIKKKCAAgoooEDbBayfAgoooMAmCBjAb8JZ9hgVUEABBRRQQIFhAi5TQAEFFFgJAQP4lThNVlIBBRRQQAEFFGivgDVTQAEFFFiMgAH8YpzdiwIKKKCAAgoooEB/AecqoIACCowpYAA/JpTFFFBAAQUUUEABBdooYJ0UUECBzREwgN+cc+2RKqCAAgoooIACCjQFnFZAAQVWSMAAfoVOllVVQAEFFFBAAQUUaJeAtVFAAQUWKWAAv0ht96WAAgoooIACCiigwGkCjimggAITCRjAT8RlYQUUUEABBRRQQAEF2iJgPRRQYNMEDOA37Yx7vAoooIACCiiggAIKIGBWQIGVEzCAX7lTZoUVUEABBRRQQAEFFFi+gDVQQIHFCxjAL97cPSqggAIKKKCAAgoosOkCHr8CCkwhYAA/BZqrKKCAAgoooIACCiigwDIF3LcCmylgAL+Z592jVkABBRRQQAEFFFBgcwU8cgVWVMAAfkVPnNVWQAEFFFBAAQUUUECB5Qi4VwWWJWAAvyx596uAAgoooIACCiiggAKbKOAxKzC1gAH81HSuqIACCiiggAIKKKCAAgosWsD9bbKAAfwmn32PXQEFFFBAAQUUUEABBTZLwKNdaQED+JU+fVZeAQUUUEABBRRQQAEFFFicgHtaroAB/HL93bsCCiiggAIKKKCAAgoosCkCHuc2BQzgtwno6goooIACCiiggAIKKKCAAosQcB8G8F4DCiiggAIKKKCAAgoooIAC6y+wBkdoAL8GJ9FDUEABBRRQQAEFFFBAAQUUmK9AG7ZuAN+Gs2AdFFBAAQUUUEABBRRQQAEF1llgJsdmAD8TRjeigAIKKKCAAgoooIACCiigwLwETt2uAfypDv5VQAEFFFBAAQUUUEABBRRQoNUCUwfwrT4qK9cmgTOnMndJPjb598l/2ZH/lOEPkl+cvFuySQEFFFBAAQUUUEABBRRQYIjAsgL4IVVy0RoJXDLH8pnkVyZfLfkMyXXi2rtgJvZK/kOySQEFFFBAAQUUUEABBRRQYIgAQdSQxW1dZL1WQOA8qePrk/dJHpa+k4W/TjYpoIACCiiggAIKKKCAAgoMEdjMAH4IiItmJrBftnTp5GYiWP9+ZpIZ/3LGTQoooIACCiiggAIKKKCAAiMEDOBHAPVb7LyxBK7ZKHVypm+SfNbkPXfkXTP892STAgoooIACCiiggAIKKKDACAED+BFAc1i8CZskMOfd9vJY/zMT706mE7sMTAoooIACCiiggAIKKKCAApMIGMBPotWKsitbiU+vbM2tuAIKKKCAAgoooIACCijQAgED+BachIVWYXk7s6f55dm7ZwUUUEABBRRQQAEFFFgDAQP4NTiJizwE96WAAgoooIACCiiggAIKKLAcAQP45biPu1d+N/1GKXxE8neTeX+8zj/O9BuSb5FMuQyGpkOytF6XIetlViedLX8fkvz55D8ls5z8w4y/IPlSyVvJw1K5/V+l4N8nl+mtVVWxzTrTA/2VygKOK6CAAgoooIACCiiggAIKDBYwgB9ss8wlp8/O75xMAE3HbwdknJ7bM+imc2fstskExpS7ecZHBdkp0pMoz3r8pNthWXLZ5PKauECm75P8peSPJ/9N8hKTu1ZAAQUUUEABBRRQQAEFNlegDNY2V6FdR36OVOcdya9KJkjPYGSi3NtS6rHJ4zyNT7GK4P0OGXlLMk/gMxiarpKln02+WfJqJmutgAIKKKCAAgoooIACCqywgAF8u07e2VOd1yXTbD6DnkSTc4LtF2YuZWhCn9GeRAD/gJ45gyeulUUvSS6vgR9l+mXJ7ONTGTbTWTLjFclXTW4mmt+zHpkm/z9tFHhvpllW5xdl+mfJK5OsqAIKKKCAAgoooIACCiiwTIEyeFtmPdx3Vf1VEJ6SfP3kMh2fCQJ6gvtbZ/zeyXdMpnn7fhn+MrlMD8/EpZNHpYNTgIA8g4p9sN89MkFzffbBE/dzZZqAPoNu2i1jRyZTNoNuemfGWI98/4zT7D6DbnpuxlhW5wdm+jvJm5I8TgUUUEABBRRQQAEFFFBgWwKn29barjxLAQLmezQ2+MFM87Sbp9d0LpfJbmL6qEzdMPnk5DoRdP+/TNBEPoOR6SMpce3kDyTTwVwG3cQTcup0aHfOqSP7ZHDPZNPCBNyRAgoooIACCiiggAIKbLqAAXw7rgCC7bumKmdMrtO3MkLwfFKGw9InspAn9xl0E0/q9+5ODR5hH/tn8YnJgxI3CujgjmbxZRlaAZy3nOF4iwWsmgIKKKCAAgoooIACCqy8gAF8O04hzeHpDb6szeGZGLeJOe/E0xN9VumkC+YvT8kzGJqemaXj7OMPKfe85N8k14ntX62ecLjeAh6dAgoooIACCiiggAIKLF/AAH7554AaXDJ/yp+Jo0n82zNv3MTPwH0shQk+8K8AABAASURBVE9IpqO7x2U4KjAn4J9kH7zTfnS2W6YblBOOKzBAwNkKKKCAAgoooIACCigwAwED+BkgzmATl8s2aEafQSd9MX+/mzxu+mMK0qSdJ/k0n6c3+q9k3rB0bBYS+GcwVvpdSnGTIINuulTGdkk2KTBHATetgAIKKKCAAgoooIACCBjAo7D8fPlGFb6X6VOS55k+k40T+GcwdvpCo+TFM322ZJMC7RWwZgoooIACCiiggAIKrImAAXzviTwkk/TEPklmnaw2deLJOz8hV27gt5mgDhnMLX11ii3/POuUQT+d7p0580wKrK2AB6aAAgoooIACCiigQFsEDOCXfyZogk6nc2VNvlFOzGmcjukm3TQ3Fn5frMTT992LaUcVUKBXwCkFFFBAAQUUUEABBWYmYAA/M0o3pIACCsxawO0poIACCiiggAIKKHCagAH8aRbLGqNzuJ82ds675Y1ZrZjkaXvZZJ56/6gVNbMSCiiws4BzFFBAAQUUUEABBdZKwAC+93Q+NZO8kz5JZp2sNnXinfJfN9YmSKYOjdkznZzmJgFN5st60dHeNE3xZ3ogbkwBBeYj4FYVUEABBRRQQAEF2iVgAN+O8/G1RjX2zPSuyZOkW6QwATWd0x2Z8XskNzvHy6xu2rs7Nv7IlRpFv5Np9pmBSQEFFOgRcEIBBRRQQAEFFFBgxgIG8DMGnXJzn22sd6lM75E8Sbp6CtMh3iUy3D/5psnD0lWz8OzJ4yZuKFyrUfjDmeYVgAxMCiigwCwF3JYCCiiggAIKKKBAU8AAvimynGmemv+w2PU5Mn795HETgXiz/HuzMs3zM+ibrpi53CjIYKx02ZS6RnKd6I2eAL6edqiAAgq0R8CaKKCAAgoooIACayhgAN+Ok/r9VOMjyWV6UCbGbeZO8M4T9azSSSfn78eSh6UzZuGhybxvn8HQRBnKsk5d8IMZOS7ZpIACCqydgAekgAIKKKCAAgq0UcAAvh1nhSflz0lVeKqdQSddJH9flMzT9QwGpotlyVOSy87l3phpnupnMDTdPEsPST5D8qDEssdnIWUz6KS/5O/hyb9NNimggAIK9Ao4pYACCiiggAIKzEXAAH4urFNt9Nis9fzkMvFk/ejMuFxyGaBnsjp9/twk+Zjkskd5ftrtmZnHTYEMRqbHpsRrk/u9c8+8N2TZQ5LLxLy3lTMcV0ABBRSYlYDbUUABBRRQQAEF+gsYwPd3WcZcnmoTTL+/sfMrZPpzyScmE2jz5PuojP8i+Z3J50qu058zct/kLyWPSuyvLrNfRmjG/8UMX7wj8wSfebfMdJm+kYmHJfvzcUEwKaCAAq0TsEIKKKCAAgoosLYCBvDtOrUE5bdNlXjCnUFPOk+m7pB8r+RbJdPjfAbdRPB+UKbelDxOel0KvSC5TJfOBD8/R6Y3+0z2pE9l6nrJ3002KaCAAgqsoYCHpIACCiiggALtFTCAb9+5IYi/U6p1l+RfJo+TPplC9BJ/RIblk/VMDkz/lyX3S35g8qin6SznXfnrpOwPkk0KKKCAAgr0E3CeAgoooIACCsxRwAB+jrjb2PSfsu6rk2keTxN2OqX7SabL9KNMHJl8rWR+3u3LGU6a2A+d5+2VFZ+YXD5ZJ2j/eObdM5l6PC1DO60LgkkBBRRQYF4CblcBBRRQQAEFhgkYwA/TWf4ygmg6i7tdqkITejqyq/MFM+/A5P9JJhDPYOp0QtZ8VDI/W1dvn5+Mu3rm8U78uC0BUryTTsnffZPrbTHkODLLpIACCiigwJwE3KwCCiiggAJrLmAAv+Yn2MNTQAEFFFBAgfEELKWAAgoooEDbBQzg236GrJ8CCiiggAIKrIKAdVRAAQUUUGDuAgbwcyd2BwoooIACCiigwCgBlyuggAIKKDBawAB+tJElFFBAAQUUUECBdgtYOwUUUECBjRAwgN+I0+xBKqCAAgoooIACgwVcooACCiiwGgIG8KtxnqylAgoooIACCijQVgHrpYACCiiwIAED+AVBuxsFFFBAAQUUUECBfgLOU0ABBRQYV8AAflwpyymggAIKKKCAAgq0T8AaKaCAAhskYAC/QSfbQ1VAAQUUUEABBRToFXBKAQUUWCUBA/hVOlvbq+tTs/pWkQ/IuEkBBRRQQAEFFFBgegHXVEABBRYqYAC/UG53poACCiiggAIKKKBALeBQAQUUmEzAAH4yL0sroIACCiiggAIKKNAOAWuhgAIbJ2AAv3Gn3ANWQAEFFFBAAQUUUKCqNFBAgdUTMIBfvXNmjRVQQAEFFFBAAQUUWLaA+1dAgSUIGMAvAd1dKqCAAgoooIACCiiw2QIevQIKTCNgAD+NmusooIACCiiggAIKKKDA8gTcswIbKmAAv6En3sNWQAEFFFBAAQUUUGBTBTxuBVZVwAB+Vc+c9VZAAQUUUEABBRRQQIFlCLhPBZYmYAC/NHp3rIACCiiggAIKKKCAApsn4BErML2AAfz0dq6pgAIKKKCAAgoooIACCixWwL1ttIAB/Eaffg9eAQUUUEABBRRQQAEFNknAY11tAQP41T5/1l4BBRRQQAEFFFBAAQUUWJSA+1mygAH8kk+Au1dAAQUUUEABBRRQQAEFNkPAo9yugAH8dgVdXwEFFFBAAQUUUEABBRRQYP4C7qEygPciUEABBRRQQAEFFFBAAQUUWHuBdThAA/h1OIsegwIKKKCAAgoooIACCiigwDwFWrFtA/hWnAYroYACCiiggAIKKKCAAgoosL4CszkyA/jZOLoVBRRQQAEFFFBAAQUUUEABBeYjsGOrBvA7IBwooIACCiiggAIKKKCAAgoo0GaBaQP4Nh+TdVNAAQUUUEABBRRQQAEFFFBg7QSWFMCvnaMHpIACCiiggAIKKKCAAgoooMBcBVYzgJ8riRtXQAEFFFBAAQUUUEABBRRQoH0CGxnAt+80WCMFFFBAAQUUUEABBRRQQAEFhgsYwA/36bfUeQoooIACCiiggAIKKKCAAgosXMAAfuHk7lABBRRQQAEFFFBAAQUUUECByQUM4Cc3W+4a7l0BBRRQQAEFFFBAAQUUUGAjBQzgN+y0e7gKKKCAAgoooIACCiiggAKrKWAAv5rnbVm1dr8KKKCAAgoooIACCiiggAJLEjCAXxL8Zu7Wo1ZAAQUUUEABBRRQQAEFFJhWwAB+WjnXW7yAe1RAAQUUUEABBRRQQAEFNljAAH6DT/6mHbrHq4ACCiiggAIKKKCAAgqssoAB/CqfPeu+SAH3pYACCiiggAIKKKCAAgosVcAAfqn87nxzBDxSBRRQQAEFFFBAAQUUUGB7Agbw2/NzbQUWI+BeFFBAAQUUUEABBRRQYOMFDOA3/hIQYBMEPEYFFFBAAQUUUEABBRRYfQED+NU/hx6BAvMWcPsKKKCAAgoooIACCijQAgED+BacBKugwHoLeHQKKKCAAgoooIACCigwCwED+Fkoug0FFJifgFtWQAEFFFBAAQUUUECBjoABfIfBPwoosK4CHpcCCiiggAIKKKCAAusiYAC/LmfS41BAgXkIuE0FFFBAAQUUUEABBVojYADfmlNhRRRQYP0EPCIFFFBAAQUUUEABBWYnYAA/O0u3pIACCsxWwK0poIACCiiggAIKKFAIGMAXGI4qoIAC6yTgsSiggAIKKKCAAgqsl4AB/HqdT49GAQUUmJWA21FAAQUUUEABBRRomYABfMtOiNVRQAEF1kPAo1BAAQUUUEABBRSYtYAB/KxF3Z4CCiigwPYF3IICCiiggAIKKKDATgIG8DuROEMBBRRQYNUFrL8CCiiggAIKKLCOAgbw63hWPSYFFFBAge0IuK4CCiiggAIKKNBKAQP4Vp4WK6WAAgoosLoC1lwBBRRQQAEFFJiPgAH8fFzdqgIKKKCAAtMJuJYCCiiggAIKKDBAwAB+AIyzFVBAAQUUWEUB66yAAgoooIAC6ytgAL++59YjU0ABBRRQYFIByyuggAIKKKBAiwUM4Ft8cqyaAgoooIACqyVgbRVQQAEFFFBgngIG8PPUddsKKKCAAgooML6AJRVQQAEFFFBgqIAB/FAeFyqggAIKKKDAqghYTwUUUEABBdZdwAB+3c+wx6eAAgoooIAC4whYRgEFFFBAgdYLGMC3/hRZQQUUUEABBRRov4A1VEABBRRQYP4CBvDzN3YPCiiggAIKKKDAcAGXKqCAAgooMIaAAfwYSBaZSOD8Kf3d5L8U+RYZX9V0SCpeHss8x4/MvjY9jbp+zhSgtyeX5+Hnmb5M8qzTnbLBcj9/zvRNkk07CzQ/J17LOxs5R4G5CrhxBRRQQIHNEDCA34zz7FEqMEhgjyx4VvLlk1ch/S6VfHlymXbLxM2SZ5n+Khu7VXKZPpGJY5JNCiigwLoJeDwKKKCAAisiYAC/IifKaiowY4GzZXuPSf5W8r2SCVgzWIn0kdSSVh4ZdNN+GTt78qzSntnQvsllelcmfpFsUkABBRToEXBCAQUUUGBRAgbwi5J2Pwq0R+A8qcqnkv8t+QzJq5Z+lAr/d3KZrpiJSyXPKt00Gzpfcp1Ozsgbkk0KKKCAArMWcHsKKKCAAmMLGMCPTWXBDRV4ao57a8x85ZT7TXKZbpmJcdc/IGUXkU6fnfx18qom3kt/TSr/x+Q6nTEjN06eRTpzNnLz5DK9PxNfTTYpoIACCrRMwOoooIACmyRgAL9JZ9tjVWB9BL6QQ/l0cpl4D373csaU4zzJ/7vGujx9L28YNBY7qYACCiiwogJWWwEFFFgpAQP4lTpdVlYBBXYI8C76K3aM14MrZOTSydtN/GrCWYqN8OT9g8W0owoooIACCuwQcKCAAgosVsAAfrHe7k0BBWYnQLP2k4rN0RHfHYrpaUZ5gs+T/HLd92bif5NNCiiggAIKzFbArSmggAITChjATwhmcQUUaI3AN1KT9ySX6YaZOG/ytOlKWZGcQSf9Pn9fnWxSQAEFFFCgdQJWSAEFNk/AAH6555yfvTo2VaBTrjo/MdOTJp488o5uvQ2GzxmxETpW2ztlHpL8vuQfJ7NemZnHsoOy7JzJi0oXyo4OTj4umQCqrtOfMk3Q9uwML5tMZ2wZjJVoFl1vh+EhO9aiw7L7Z/yHycwnfzPjT0imHhksLdFD/I2ydzps41xQtzrz5Jlzc7cs5zrKYGgiKP11SrA+vbjzM2mZ7CSai9MrPcvqjFdn4ZA/BMpcG0elDNus162H1JHrm2tsHpa8k94Mri+RutAjfQYTJz4Tt85aDDPoJJrOcx12Job82SXLbp/MT81x3LUBQ37y7ogsu2byJNfs+VOeddkG+ehM75pcJ0y5TvlM8NmgDJlrhWtm0v3V262HbJ/P4eczo9z+FzPNOeWnCDO67YT3Iv4t4nPC54XPTfMcYcZ8rudF/lu3bTw3oIACCmxDwFUVUGAFBQzgl3vSeI+XL/xlLQjYaMZbzhs1TjB2raIQQW8zsKkX82X5Opn4TPK3kw8DI88lAAAQAElEQVRLvn7yuZObiXkse1EW/DT5ucmz+tKeTe2U6DyMJ6rfyxJ6f798hgSxGXQS1+vFMvaAZIIKAonrZZxjymDitEfW+HAyNzsukGGdLpqRRyZzbs6V4aJTfVMB83dn53dM5lxk0E1cI5ybl2cOwQjHMM9zk910U32eTswcro1bZUiwmUFPoo5XyxyuMc7pmzKOeQYzSx/PlnhHPYNO4lqgB3mGnRkT/OEaYN1yFX6u7rfljMY454og9+eZ/7pkesLnuDPaTXw++YWBj2XO15K3c81m9YqbBZxvTLlO+Uzw2WAZmWuFa6be31WYOUHmOuKzzvb5HHKzrNw+/QxwTr+fbeI1jXVWrVhvEf8W4fWs7JDPCZ8XPjfNc4QZ87me+dxx/DhkNZMCCiigQH8B5yqgwDIEyi9ly9i/+6wqnpyfXEBM0xEXzYbPV2zjsxn/cnIzEQw/PTM/lMx+Mpgo3S+l/yd5r+RZJr7I758N8qSTY8noWGmflOI9aIIYji2TYye+wPNUlJ9+G7TS67OAL/MZLCxxHt+WvRGgjRtA8DmmFQHB7CWz7rwS54lrgB7gJzlPdX32ywjX5jDzFJko8W46NwbKlQgqCcbLeeOM0/N8eW3TKuPtQ1bkqTE3gAhyx73+uDnENcvncNx1yipwA4Qn8Zzvcv6gcfZHIH+bQQUa87l+uI44z41FO01yfb4lc++QzLWRwdiJY8dg3v8WnSM14vP0wAz5nGQwVuL4uVbxGGsFCymggAIKTChgcQUUmEpgki80U+3AlUYKHJ8SfGHOoJNoDs8X4s7EGH/OlDK3TC7TmzPB0/0Muokv2A/KFE1fM+hJNK2mDi/MXPLLMqReGeyUePr26MylnhlsO1Gvh2UrRybzpT6DnvSlTL0kmXp9IsM/JzfT4zODgLff+lnUN/EFnSdu9UKakLMPApI/ZCY3Vbi5ktGFJYJHAsKyXvXOOUfUjTrypJcmv/WyesgNDdbvFyD/LIV4usj6r8o4rTQy6CSaXdMMnmV15ulqZ2HxhyCQ1xea/27g9bmUq88TQ4L8fueKFg08vS2bgmfVbSWekpfHgyPB+CQb5XqmJUG5Dp3XfaecUYyzD1qL9LPmdQLOEZYM+50rPof/ke1Ncs1iR8/75T6x54YA++JzS5P7bLYnsQ9uMtAkvmdBY4Jj4hrjOmosqmg5wHkl85msl3MtMI8n6fW8UUM+84v4t4jjfkoqc93kMnFdcn1S72FuF8lK/5VM0/sMTAoooIACbRKwLgpsqgBfvjb12Nty3DTPJeAu60MAx5f1ct6g8QtnwdWT60Tg2e+p4d+mwGOTy0SQRpN9vqCyjXtnIZnmvjTLZT5f/DO7J902U/2+5Gf2xIl3rZ/cZy32y/4vk2W8l0q9aI5N4Mf76wQuWdRN980YTeszGCvRrJaCGFw1IzQzZh+8A82ya2de2TQ7k3NNHBfBxMUbe6EOvB5x1synbtSR5tG8f87NlE9mfpm4bmgmzJPacj6BKE8hWf+hWUDz9ww6iWuQd6lZVmdaQ3QW7vhD8EcwVP6b8Zssu3syXrToqM8Tw8tlPsf0zxk2zxXBHr5ZNJNEXXlXvdwYwThBeTlv2DjN3PctCnBT47WZZphBT+K6fHHmNM8Vn2OCvgtmGecIS4a0quB1EOqZRd10r4xNcs1yvunLIKtVv8wf3ufG/gYZZ198bmkVwL64bjK7m/g8Y9Kd0Rgh2OWJePOYuDnAMfF557yS+UxynT1/xzboQ+EfdoyPM1jUv0V8bqhvWSeuc1oOcH2yrHTjODnesjw3giY5tnJdxxVQQAEF2itgzRRYWYHyy/jKHsQaVJwneTTXrQ+FZpsERPX0sCHBPs1E6zI8SW8+PeeJ1z+mAF+0M+ikE/KXd3F5ykgHVZncKREkPCJzWTeDbtotYwQJGWwrnSdrPym5vA4JCmkC/fDMZ/8Z9CSCzadlDkE3wXdGu4l1CHK6M0aMsC86HmsGwQScPGWkk7QRm5jZYoKxZrN0WgBwY4XXFvoFkrwmQZDyjEYtCLYI0jnvjUVTTxL8EQTWG+CJ900ywRNhvDK6U+Jc/WfmUo7yGe0k6kVg1JmYwR/2w1P4clNsn5sO5bxh4zfNQgLtDDqJ1h7HdMZ2/sPNIj535ZJDM8G1RL8SGe1JnDv6bOCmBV7lQp7El67lskHjdFpHIP/KFOhnz74wp1yKdNPtMsZNlQx2Sty84MZcuYCbFNxg63dMtOjg5gw308p1Ro1z7vn3ZBH/FtFipPy3hRYPj0kFac2SwU6J48TgI40l3KSipVNjtpMKKKCAApsr4JErsDyB8svN8mrhnglEyy+NfMltNovvp0QHWgS75TKevhLQlPPoVbnZjJTAmd7Wy3L9xgk+aFZLE/NyOc1ty+lpxrmB0Ay475MN9WtBkNk9iaeZd82cMjDkqSBPNfHLopHprSnx6eRlJ57oHtioBDcVCBSbr0I0ilUEcNxk4X39chk2dDZXzpt2nOCl+RSS1gIfHXODNOvnPeSyOE+Kxz1P5XqDxrlmyptgPAWnF/ZB5cv5/T5HdGDYz56WD81zhQWvBQy6EVbvi8DxXzLBuc2gk+j8j5s3nYkx/tD8m8B51GeXpvS8VlJukhsF3Hwr5zFOS4V7ZKT8/wF1JDhv/luSYt3Evw3PzBR9SWQwVlrUv0W0TGhe/3QISZ2HVZRzzr+NZTlaDEzTp8Kw/bhMAQUUUGCTBTx2BbYhUH5h28ZmXHWbAjzpbfYazxM+AtJhm6aDKpqV12UIYHhaW0/XQ770s30Cccrw5f4d9cIxhvSwzdPesig/11VOTzpOUMiTrXI9vmC/sZwxYpwAkuCpLEYz83G/bPPUFvty/WWM03yfFgX1vgkeeFLIU8563rAhQfzjUoDXJzLoJK6d5s2dzoIp/hBovzPr8T73tzLkeuBnyqhnJkcmjAkIy4IE2ARZ5bztjPOKAK1Jym3cJRNcZxkMTQR6PLGvC+FI64d6uhxyI4wWDvU8WrLQIoRzUM8bNuSc/nujAE/uOV+N2X0nudE3qGVAcwVucmFfz6fjRm5A1NP1sPn6APOpI3VlfFjmuGkBgtmwcvWyRf1bxDXLjYl6vwxpOs9wVObXLbjO+beSfzNpifCrUSu5XAEFFFBAgUUJuJ/NFjCAb8/5p+l7+d4qzejLzqr61fRmmVk+UePLPU/zM7sn8fNJvPtJcMu70Tz95AtqT6EFTxBk82Sr3G2/1gPl8uY4ASSBZBmkEIxg1yzbnObJ4tebM5c0TVBIwFHvnlYBXA/19DhDrp3m+7u8az5OADtq+1g9L4V4n5ubRryywc2TzGpN4lpovrPO6wf0ETGqkjQTL5t044hncz3OET8TV87nplPzlZVyeb9xmueXfRD8TQqVNwUyOTDRo/wpA5f2LqAzvXF+RYF32svXB6gbdezd2uAprDAbXOK0JYv6t4jWDgTgp+25qrjJNc6/DT/ISrRW4N9K/s18VKZ/kmxSQAEFFFBgHQQ8hhUXMIBvzwnk57DKJ4gECzxBZdivlrzL2mzWzFP2Mpjtt15b5vEEvwwa+GL/mSkqR/BQBuJ48X7wqE3xhZwv6qPKzXs5T6HLVhTsjyesPOVmfNzMeS+vH9YjMOOpK+ObkLnpwc2P+li50UBLlnq63xAfboSVy3j6jmc5j3FulmHKeJ3pzZybB/X0OEOuvbIJPE+Km6+SDNpOeXyDytTzufFSvmJSz28Om9cfn0OC/2a5QdNY9Wv5M6j8IuZzTpqvbdBJHU/XudFDHwGzuLm1iGNxHwoooIACCrRIwKosW8AAftlnoHf/NFHmy3A9l+CDjt7q6XJIAEzT63oegSwBTD293SGBME/JeT+Xp4wMt7vNcn2elJfTPPUjsCnnjTNO092vNArSJLoxa6dJftrrdzvNXfwM3r/mPehyz3SgV06PO8565fVDs2zO4bjrz7oc7zvzdJtWEvzU36y339weNz14F76cz00wjMt55Tg3e8j1PD5HzR7t62UE+zyVracZEggenpFJMu+mN5+4Nz8P2WTfRFDed8GUM/mc0yKnXJ3XAib9bDQ/g+X2tjtOHbmO+Tdokn+LuKHVfHWD/+fxM528EoIlAT0dEPJk/vTbrajrK6CAAgoooMAIARdvW4AvM9veyBptgE6beHIzSWadWRHwNK98wkaQfsUBGycwKpv98mWVp/gDig+czZN8fjqKpqIHpxRPp3hHnndVaYJKs3Z+am7W1wpPM7O7biJ4nzRoYGUCVprLMj5JZh3e351knXmU5ee7OAfltid5+lmuR0AyzhPXcp3tjvMUkw4NuR7/KRs7Mpnez+nQjebbdBRI03uOM4vmnnh6zk2dekc8XabZfz1dDgkMue4Z1vOHfY4I4JvvUfPLAXScOEmmEzxurtT7ZNi8McC8ZuZXE7jx1Jy/nWlagNAfQbkNzl85Pc449aJ+45QdVIbPwSz/LeIdfq5JrsNB+6TlwxOzkD4++Pxws4l/7xZ1vWbXJgUUUEABBRQYV8ByVTXroEzT7QnQA/Kbi01sZZwniAwz2k30Ws6Tv3oGQSxP7+vpYUO2xRPql6YQ79LSORNN0NnvUzOPp1PjPg1M8VYmAkqCgVZWboGV4gYPTy5nvUt+no2Oy7hhRNBDB3IE6vxM1/7ZGe8PL+vfFt5HL1uicKOo2UQ+VewkbPh8dSbyh5sfvIaSUdMCBBbxbxG/nsFNUP59G3VIBO3cbOIpPzcTuZ6brWNGbcPlCiiggAIKKNBegbWo2bK+ZK8F3pwOgibA5RPEfs3oCcD5UlpXgaf2PL2vpwcNecpHL+80teYpIE/fBpUt51OfX5YzWj7OEze+gLe8mnOvHjd2aFY+qx3x9Pm52dj3kh+cPOj1jizqSbR0oFl2z8w5TXBDofmzZvtlX9z0yqAn0fM8N3vqmTSdp+f2etrh/AQW+W8RfV3cJofCjUl61+ffs0wOTfy/kaf3n08pfu4yA5MCCiiggAIKbLZAO46eLyntqIm1qAWaTxB5V5ZmwPVyhjw1PCMjO/K7MuTpfQYD0xWyhI6mCGYyOjAR8PEE8+kpcdNkmvrSdPiojK9Konk8weuq1Hde9eSJMgHtLLZPwEVP4/cbsTHsP5cy/5lMaw6aZ/91xp+dvKjE9cvrH/X+uNnFTa96miEdx92KkSLzs4KTeNFknF+K4EnydvMBRT3WfXRZ/xbxCx0PCS6dG/LrBPfNOL3t87pQRvsm/v3jpifXUN8CzlRAAQUUUEABBcYSmFEhA/heSJqQT/pFnHV6t7K9KQII3jsvt0LQTb2YRzDNO5qMk3maxHu/jA/KPH2k4yyaPpdleO/8aZlx3WS+qHI98OWWn9/ifXg6euI90iyeeaLe5UbPnQnep85gosQ61L1ciSe+5XSbx6krrzKUdaRpdzk97jjXRtlhG++hz+JGBk2L6YSOYLWsC9fqf2UGN3qoM0Exry4QoP1z5r8+mff5+iGH1AAAEABJREFU6VMiowtLNOkvbzhxs6v582+8a11+jgj4af0yrJJYYlqX4RWFcVsh1Ou0bci1R58XZb2aNzvKZYPGue5wHrS8nt+Gf4u4HrlGuHa5Ocq/Ify6AP8Wcr3Wda2HvIZxUCbqf4MzalJAAQUUUEABBRYrUO+NgK0ed9geAZ6UE1DUNSLAJkBimh6zyYyTedrIU3vGB2V+bo7mwuVyvrzSfJhO+I7OAgJ1vthmdCGJOpf74+YCT2sn3TkBAa0UyvXokKqcbvM4ARTBRFnH8tcFyvmjxi+XAmWQwQ0aevfP7G0lAve7NLbwnkzzVJ6nmNzooYl8Gdxm8dIS1xWdkRFw15XgPXhucNTTvJrCzap6ms7rmuehXlYPscS0nmaIOcNVzl9rVJ5/F7gR05g9dJJ1uIEztFAWtvHfIm6i8VoR/xZyTdO/SPMGI/Ve9Zs14TcpoIACCiigwKoLTBnAr/pht77+NPX8SFFLvhzXQfstM78M0uiciSehmd038aX6do0l/LTSIzNv2HpZ3E1nzdhFkmeZvpWN0QlaBp3EPngK1pmY4A9PUnm3tV6F4I33Vuvptg95V7/53vXlU+ky2MzkyMR5vmajFD+JNurVisYqfSebr2wQrPOE/aS+pXeeyfW66ECXPiHoG6KuDa0C6HGcaZ4Wc0yMk7lm+PUFhkwPylhiWi7n5hrbK+eNGj9vCvDzZTztfV/GaR3DOc/oUtJnG3u9bKa5oZbBWInze4MxSnKNLurfIn4WjlZEtMTAmfPL/kdVk2uATuwe1Ch4vkwT3GdgUkABBRRQQAEFliewnAB+ece7KnvmySE/x8WXybrOfEEmqLtGPSNDngjy5DCjAxOBMTcAygLHZoIn7hmMlVh/muB62Mb5Uv2ZRgF+imuSJ398IaczPob1puhg7Sv1xIoM6TytPNfcrCEwnKT6BIA8JSzX+XAmuEGQwdQJW37OsNwAAR8dg5Xzho3z5PJvhxWYwzKC7VcU2+U4ah+aiJctUngP+pii7KBRLGltUC7nPNFCoZw3apyfnuNmAj2c0xKAfgV4hWTUevNazg2vshk9LRO4UTju/vZOQY4pg6Fpkf8WcWOP15vo5wBnmspz42RoBYuF3ACij4NilqMKKKCAAgoooMDyBVYygF8+20JqQJBUNm0lcCfo4EliXQGavhOw1tP9hqfPTN7VzaCbmtPdBX1GeP/5MZnPe6AZzCwRDDXf9f/7bP3WyeMmTO7eKExHZNwcaMxu9SQtIggi60ryRPPhmThn8jiJc0Tz3/K80gR41Dvd42ybwLf5hJlO6biuxlmfYyFAbb7mMM662y3D5wOHeju8885NMG6GlVbjdAJZb4ObLfzKQT3Ne9+PzQSvcmQwMvEUl9YvZUGCRT7v5bxFjvN54XNT7vOBmeDnADMYmji/90iJcV5/4Zop3bNa1Zxm3qDMdT7uv0W0cOAGZ70tbkJys6WeHjXkeMq60bln2WJo1PouV0ABBRRQQAEF5iKwiQH8XCDnsFG+LJZP13lid+/sh4Aqg056df7ytD6DgYlm8jR5LgvwRZanZuW8fuMEbvxs2O37LKQefHnvs2jsWR9ISd49zaCbXpIxfvIpg6GJGxmvTAkCqAw6iWDtxRkrn2ZnsvWJp8XNnz7jPXieII8KDAlqnpwjbJ4j3gFvNvdOsb4JQ851v4XcaGleP9w4GadFBgHbw7LRRyU3E8u2e/00t9mc5vgJzuv5XDM8Lb9OPSNDrplRnUCmWDfRvwLXXXdGRniK/rwMR/0sI8b/mnLNmxnPz7xJWsSk+EwTnxfqUN6Y4Kk1n0Wajg/aGeePXxo4dFCBxvxF/lvEjU1u4JRV4N+yq5YzBozzmXtoYxmtlsobAo3FTiqggAIKKKCAAosRMICf2HmhKxCg81Ng7JQv/3TExTiZ4IQO7BgflvlZr482CvA+O+/O05S4sagzSVDIk3CeDN6nM2fnPzyhGhWw7LxW75wfZ5Iv/+XPOLFvfraJL9tny/JmwuGfMpMn1s33dAlkm++Tp+hKJIL18oYNlaYzLd7jvl4mCJYy6Ek0becdan4aq1zwjUw8JXnQzR067aLzvBTpJG7G8CoCtp0ZjT/so5zFk0l6mB9UL4Jz3senWTrNmMt163H6LZjkdYl6vUmGHP9bihU4zn/MNL+ykEEn0WHkNztj4/0h2D0sRfn8ZdBNd8sYnzOaavc7V3zWPpQy9GaeQTfx03x8zrszljTCjQl+OrLcPS1+OKZ+55nPPk/DuVE07v9HFvlvEeeenzKs//3kuGhFxGfsrpng35kMdkqcJwJ/jr1eyL9PdPrJNut5DhVQQAEFFFBAgaUIjPvFaymVW8udTnZQfKke1LSWL/4EwONskeCw+RSVp5E8/aa3ezp4Ojwb4uk178Py1JUA/6KZVyeCHIKXepogrV+gUi8fd/i2FHxEcjPR7Jon0zSFpV7UjxsWBJ7/kcLNL+AvzLxnJpd1zOTKJI6LPgAIvstKcw4417/KTDrkwoHzRQsNgsjyaXKKVDxRJpgs32muGv+xr2aP6wSWePPkkly+mkDQQzP/cjPcPKFePDmu60XdeFLJk9aPpTCtCDLoJOpTBlNcP+TOwjn+ock7TvUu7pwR3vHOoJN4jYPrvTMx5h/e/z8gZbHOoJv4THH85bmiLws+Y3zWSg9WorNKOkvDnellZj43fH74HJX1qK8/nj5z3XGO+Rz+MoVoTZDBRGmR/xZx84GWBWUFuSlIHbiZwLnieMhcw3TKyHniPJbr8O8PQX05z3EFFFBAAQUUUGApAgbwS2Efe6d8sSeQ7q6wY4Qv23zhZLhj1tABwTcBMU9emwX5eTqawRI88i4rPVCX1wXr8D7sHbMigV8GnXTh/KWpaQbbShwDT/7o1Zx9NTfGqwPUi/rR/LWsW132aRkZtH4WrUwiyOVpJ0+um5XmiScdcuHA+aJjuGYZfpqP1yNondBcVk4TsHLjpJzHODdFCMzJZTNvgnRaPZRNrClP5p3yul7UjSfQbIdldeaJ9b6ZIPDNoJMIommm3ZmY4x9udHADot8uCOwJ8PstGzUPY6wJwptly3O1fxbyGcugJ7EeHcXRyqVnwRIn+PxxQ4EAt1kNrjeuO85x83PIenyGx+n0bZH/FvFvC/0N9DserlGuVY6HzDXMtdw8bl5twYRjbC5zWgEFFFBAAQUUWLhAv2Bo4ZVwh0MF6Iis+aSP4KH5RHToRrLwTVVV0VM0QV4mx0p8eaW5PT9zxVNZgo56RZrQz6pncb5o09yVJ188Fav3MWqIAU816cBtXb5gE+TyTjU/gcWT7FEGLOfYH50ReqIf9xUCnjz3C2yymU6ieT5NzjsT+fOp5GslY57BWInAmRswvAfPE1wC5npFmutzs6KenueQJurl0/96X7QgGLcVS71OOcSavgB43YNm1uWyYeO8L896rD+s3DKW8WSa1ynukp3zlD2DoYl/T7gueDo/tGCxcJH/FtXHc//sf9zPU4pWP8kfDO6ZIdvIwKSAAgoooIACCixfwAB++edgVA14YsV7umU5Oubi6Xw5b5xx3sHl95F58sd75nxJLdejp2WCGr60nisLeF+YgDKj1c+qqmo+raSpNk+yWD6LzCsDvDtN8PikbPBzyQSnGXQS48xjGWV4gkZg2Vm4Rn8INHiiyU+L8dSz37ni3DGf5Tw5fEKOf5JAg7IEarfLejSJxjaj3USv3fzsV3dGRr6eTAd2BGw0DeemTmZ1E9tkW3QAxjvu9PrOOaUAT/2bP8F22ywYt6f9FJ06ESg3r10Cejqj4+bR1BvOigS5D8iQFgW8dsDnh3OTWd3E5wqX+nNFMMl63QItG/lT6sNND1oOcEzUnXOb2Z3E+Lszxr8j/HsyyU2drNZJi/y3iOPhpgkthm6cvXPt8gpJedOFceax7Nopww1KDFg3kyYFFFBAAQUUUKAdAgbw7TgPw2pB4EPndbxvXudp3j2t90GgRvNpAjeaxdbbZEgQwk9s8c4nzabrdRgS6NAMn3J1JnhkeyyvM+/aE/zVZRiyv6qqSwwfsh8CRZq+8kSeHtLZBplx5rGMMpQdvrXTllIHtlFnmnSXrwScVnL6MTqco/l0vQ+G7HfaLRIo0Vlcv3PFuWM+yyk3zT4ITrgJQKdu2FLfOtOygcCzuV3W4YYSwX/zPNMpHdt6RlYqW2tkspMIourtM6QpdvM62+7109lR4w83ROgQkH3WmZ/C6/eqQmPVsSe5oUaLBj4/nJt6Pwz5XOHS73M1bAdNC64trrFh65TLtrs+1xXHRN05txwLmXE8ubbrzz/1on4sJ9NHQFmXfuOsyza4jvuZYdnPjM/9OP8WNffJ/t6TmVy7vAJEHwzUlcw481hG/w2UTVGTAgoooIACCijQLgED+HadD2szRMBFCiiggAIKKKCAAgoooMAmCxjAb/LZ36xj92gVUEABBRRQQAEFFFBAgZUWMIBf6dNn5Rcn4J4UUEABBRRQQAEFFFBAgeUKGMAv19+9b4qAx6mAAgoooIACCiiggAIKbFPAAH6bgK6uwCIE3IcCCiiggAIKKKCAAgooYADvNaDA+gt4hAoooIACCiiggAIKKLAGAgbwa3ASPQQF5ivg1hVQQAEFFFBAAQUUUKANAgbwbTgL1kGBdRbw2BRQQAEFFFBAAQUUUGAmAgbwM2F0IwooMC8Bt6uAAgoooIACCiiggAKnChjAn+rgXwUUWE8Bj0oBBRRQQAEFFFBAgbURMIBfm1PpgSigwOwF3KICCiiggAIKKKCAAu0RMIBvz7mwJgoosG4CHo8CCiiggAIKKKCAAjMUMICfIaabUkABBWYp4LYUUEABBRRQQAEFFCgFDOBLDccVUECB9RHwSBRQQAEFFFBAAQXWTMAAfs1OqIejgAIKzEbArSiggAIKKKCAAgq0TcAAvm1nxPoooIAC6yDgMSiggAIKKKCAAgrMXMAAfuakblABBRRQYLsCrq+AAgoooIACCiiws4AB/M4mzlFAAQUUWG0Ba6+AAgoooIACCqylgAH8Wp5WD0oBBRRQYHoB11RAAQUUUEABBdopYADfzvNirRRQQAEFVlXAeiuggAIKKKCAAnMSMICfE6ybVUABBRRQYBoB11FAAQUUUEABBQYJGMAPknG+AgoooIACqydgjRVQQAEFFFBgjQUM4Nf45HpoCiiggAIKTCZgaQUUUEABBRRos4ABfJvPjnVTQAEFFFBglQSsqwIKKKCAAgrMVcAAfq68blwBBRRQQAEFxhWwnAIKKKCAAgoMFzCAH+7jUgUUUEABBRRYDQFrqYACCiigwNoLGMCv/Sn2ABVQQAEFFFBgtIAlFFBAAQUUaL+AAXz7z5E1VEABBRRQQIG2C1g/BRRQQAEFFiBgAL8AZHehgAIKKKCAAgoME3CZAgoooIAC4wgYwI+jZBkFFFBAAQUUUKC9AtZMAQUUUGBDBAzgN+REe5gKKKCAArW59BMAABAASURBVAoooEB/AecqoIACCqyKgAH8qpwp66mAAgoooIACCrRRwDopoIACCixMwAB+YdTuSAEFFFBAAQUUUKAp4LQCCiigwPgCBvDjW1lSAQUUUEABBRRQoF0C1kYBBRTYKAED+I063R6sAgoooIACCiigwGkCjimggAKrJWAAv1rny9oqoIACCiiggAIKtEXAeiiggAILFjCAXzC4u1NAAQUUUEABBRRQAAGzAgooMKmAAfykYpZXQAEFFFBAAQUUUGD5AtZAAQU2UMAAfgNPuoesgAIKKKCAAgoosOkCHr8CCqyigAH8Kp4166yAAgoooIACCiigwDIF3LcCCixFwAB+KezuVAEFFFBAAQUUUECBzRXwyBVQYDoBA/jp3FxLAQUUUEABBRRQQAEFliPgXhXYWAED+I099R64AgoooIACCiiggAKbKOAxK7C6Agbwq3vurLkCCiiggAIKKKCAAgosWsD9KbBEAQP4JeK7awUUUEABBRRQQAEFFNgsAY9Wge0IGMBvR891FVBAAQUUUEABBRRQQIHFCbinDRcwgN/wC8DDV0ABBRRQQAEFFFBAgU0R8DhXXcAAftXPoPVXQAEFFFBAAQUUUEABBRYh4D6WLmAAv/RTYAUUUEABBRRQQAEFFFBAgfUX8Ai3L2AAv31Dt6CAAgoooIACCiiggAIKKDBfAbceAQP4IJgUUEABBRRQQAEFFFBAAQXWWWA9js0Afj3Oo0ehgAIKKKCAAgoooIACCigwL4GWbNcAviUnwmoooIACCiiggAIKKKCAAgqsp8CsjsoAflaSbkcBBRRQQAEFFFBAAQUUUECB2Qt0t2gA36VwRAEFFFBAAQUUUEABBRRQQIH2CkwXwLf3eKyZAgoooIACCiiggAIKKKCAAmspsJQAfi0lPSgFFFBAAQUUUEABBRRQQAEF5iiwigH8HDnctAIKKKCAAgoooIACCiiggALtFNjAAL6dJ8JaKaCAAgoooIACCiiggAIKKDBMwAB+mE6/Zc5TQAEFFFBAAQUUUEABBRRQYAkCBvALRnd3CiiggAIKKKCAAgoooIACCkwjYAA/jdry1nHPCiiggAIKKKCAAgoooIACGypgAL9RJ96DVUABBRRQQAEFFFBAAQUUWFUBA/hVPXPLqLf7VEABBRRQQAEFFFBAAQUUWJqAAfzS6Ddvxx6xAgoooIACCiiggAIKKKDA9AIG8NPbueZiBdybAgoooIACCiiggAIKKLDRAgbwG336N+ngPVYFFFBAAQUUUEABBRRQYLUFDOBX+/xZ+0UJuB8FFFBAAQUUUEABBRRQYMkCBvBLPgHufjMEPMqlCFwpe/118l92ZMaZl8mp0zmz5t2S35D8g+Q/JdfbZ/ijTB+VfFDyeZNN0wucP6t+NxlX8izOXzZnUkABBRRQQAEFVlfAAH51z5013xyB7RzpHln5WcmXTzZNJ3D6rHa95E8k/zT55cm3Tb5gcvPfUILOW2X+i5JPTH5P8qWSTQoooIACCiiggAIKbFug+eVz2xt0Awoo0AqBs6UWj0n+VlVV98rwr5JNkwsQfB+T1d6ffJXkSdMNs8KXkp+efOZkkwIKKKCAAgoooIACUwsYwE9N54oKtFbgPKnZp5L/LfkMydtLm7n2Vg57/+TjkocF7j/P8u/vyIxntG96aObStP4cGZoUUEABBRRQQAEFFJhKwAB+KjZXUqDVAjT5/uu21HAF60Hw/rDU+8jk5g2Q32bes5N5Mk+rBgLyPTNNZpyn7NfJ9LHJzXSjzHhd8tmTTQoooIACCiiggAIKTCxgAD8xmSsooMACBZaxq9tkp09ObqbnZ8b5kv8l+SvJdGCXQU/6XaY+knzNZN6F/02GZbp+JmgZwU2CjJqGCJyQZXslY0XeJeOfTjYpoIACCiiggAIbK2AAv7Gn3gNXYBMEJj7GK2YNOqAr/238c+b9Y/I/J/8yeZxEr+lvTcHrJp+cXKb/l4lrJ5sUUEABBRRQQAEFFJhIoPySOtGKFlZAAQXWTIDm74/LMe2WfGo69e/9M6A5PUF5RidK9FzP+uVKZ8zEwcnsLwOTAgoooIACCiiggALjCRjAj+dkKQUUWH+Bv88h3iy5TEdk4oXJ0wTvVdYj0XndhxgpMu/DX6GYdlQBBRRQQAEFFFBAgZECBvAjiRZW4JDsiSChzrfIdJ34SbCHZOLzybx3W5f5YaZfkEyHWrwjmtGpE++X3j5rvyv5pOR6Hwy/m2kCGd7rpYO0TI6V+E1s1mUb5KOz1q7J1JWOvvh5LuaT2edrsmycfVwo5fCgo7BTMs765N9nnF7DeceYMpmcKp0zax2U3Nw+9t/I/LoTM44jk2Mlzid1rDPnu14RU46b4/9xZtZl6v09IfNGHc+VUubXyaz7owzpVC2DTjpL/tIrPcvqTH0yu5uoT72MYX2uugVGjGxnfTqKu3q2/+/JnL/ynFIXHL6dZVyDBL6Uz+RMEx3SHZAtlueUpu/PyLw/JG8ncTx8Tstt8BT+xuWMPuPlLI6ZY29eI/jw2XlfCt8teZIO8gZ9PrOZTrpE/lJv/p1hP2TOBf8O8fnjc5IiO6XyeqZurEfGgf4BuPY4np1WbMxo1o/rm+u8UWynSfZ/2czlc8rnlTqzfzL/Rnx1x7KrZUjZDCZKrDPP7deVOW9G+HeIG0B8pql/mbHl3yjOxah/H7KpoYnzMevra+gOXaiAAgoooIAC0wkYwE/ntqi1CCZunp3xM1WHZciXxvKcXSDz7pPM70x/PMO/SZ400YyX5rz8BBY9ZBNU7N7YCMEgwc3HMv9ryddLpm4ZTJzoHZ3fxOaJJEFbvQH2ecdMfDSZ94Yz2CntkTnU8XsZ4sEXcG48ZLKT+BJ6+Yw9Jpkyr86QnsEzGCtxo+S5KfnTZN6Dbm4f+4tl2QOSa3NunmRy6sQ540YGthz/uYst1ft7ZOZxPBz7JMeT1VqduPZoXo43Bg9KbTl/5TnNrAqHvTPCNfjuDCl/5wwJpDKYSbp4tkIAk0E38dvvBHvdGdsY+WDW5SYK27xvxrmOHp/hqFQacezNa4T1+ezQOd7LM0FQ95wMz1ZV+Ttd4hrjWuPY+feFf2fqLXEu+HeIzx+dzPFTe+W/BZwngvT6eqZu9bqcV979p28AbgJcsl4wwyGtKL6Y7bF9Pqc4U+fM6iT+jeDGBMsIfif992ze26eS/JvynoycmMy/Q3SGyM2MTPYkbPk3inPBvw9vylL+jcxg7LSM62vsyllQAQUUUEABBXYWKL/Y7LzUOcsU4EvxHVKBtyQTWGYwNPFb1Z9NiWYT4MwamPiy/eEsfWoyX2wzGJkumhIEIQTh466TVTqJ640gjSdGnRl9/vDO8Ccb87GgdcC3Mp9hBmOlO6UU2xonUMCPL/73yzrjJtb5QgqzDnXM6ESJc8U5YzvjrMixc77omXuc8m0uQ6DBsfx/9t4D3rWmrr+OL3YBC6Jix4aogIIovXcQ6UqXjkpVkA5KlfIXEFCKVBGko4AU6SAo0kU6KIgNQQUBK/p+V547eebM2Ul2clJ2knU/M2d6WzM7d/+m7WWETZ6HZ6Rxj45edAwmSac6b3wRXGNM1Ati+5/oVah/TCb082ViPi76I9GsDMeYqrjx/kUJXYQRzxiTIkzo9Rn3yf6IKr8JjLUjAR0O2D85/tzaH2P04/nD83bBmPPUDybCq6OXqWOSHVM8f0xukCd5H4swxaP8nt0n4bQnRqdad/4UShn8lvCbclk8FtRXT3x+T+iHWOeqbYyvuZUyggQkIAEJSEACswnwsjc7hqHbInDhFPyk6LqP2Eb5tPhxJpfVvFiPKLZKPz0+PxE9TyEEssrT9bJHOazAUQ4m27rb/BDCHxPPWS+9CT6iWHG/e+VDObQHjZ0g6v8ZLJVGQGDrcFdZrITDiboi/HNjeJV09D1xzFuZghcsurahImhRP/JnMoVtvMlyougfVu35bjgv4JOAOZaLJpy20mexjhWc4T2tLCL9cP7cK5ot3zEm6tOxsVpHWoRbtgrHa6zYdss2XMKKZlfHOHALf9jmzXb4rrH3T6kPnEs9sbM7JN7H1K1GoxHbsY8FLOHR7vr4t+TBhE6MrSieTyY4WFlvK8AYhAuMGC+MmzYOQizpuxi3cYv7G2OhXxhjsY4Vxwgog7KYuGuPEzD+fz0xGc+MO/KIc6xY3ebZRGMfe1Z/ECDZLdOO5SpKbyuTI2z3pz51IsZOYTWtDcSnHvzOYO/S686fMimfbf9tG2D+rkSAI23ARMhvf+sSZQR/VuQ5qoR7mt7G+JpWF/0lIAEJSEACEliAQPuisEBSo66ZANvai3CHEMmLPKuWbCO+ZcrmhZKXNYTLOCeKG7S5MZu4E8/GggD1xPixbTjGRLHiiMD7bfFhNYtyMHnRZmsz55MTNFG3iI2tqDF6KQRwhFxePPmWdtmaT5uoL6thCAF1Zl2f9SKc1Vfa/yNxcE6UurKdlK2mz4lfrRBm7hQPyo5xRPEiiyANtzqg5M8WXOpH/ldLBNix1boVgPlu+CLCJKvvpUxWLeELZ3jXZdE2XuBT9ERdMzbaFGOi/jq220eTlray/TbOsfr3/OUcPWFFt32ZKBtTbCFnPNcFsq2asfdN8YRzqSd2VsZpLwJpgieK/iQe24AnngtZTouMsEM/n+Y67S/9y9nv01yb/Ut9ENTa55Mt7UzsnSnVgQttZ7xwVhqhm3GUoIni+WBbPc/WxHOGhTzKGXPazzgnD8qgLHYP4G6fUdhxJKbUl75kMow+Y/yisTPG2UVTV+EKcRAWY2n1lUl5t+jyPMU6ohx+OzinX1iVNrCV/+aJVD9XjCV2B/F8J+iIWnf+FAYvJkLq/5O/kIAbRlNfLjyEI23APHf8GSd82rBuR7xH3C/CUQXsXZp02xhfXXXRTwISkIAEJCCBBQnULwsLJjX6hghwnpSXMbaGspJaF8uq603jUa9qxznihZgXVOxdukuAIg+2zXJZWJuGcjlTSj0QdutwVuJ5ga/95tnvmQhsC663EFMGL92c4U3wWLEyx0RG/WKO8M/WeCYOaP84YvWH1cjrx80LaoyJQghHQJl4xEL+rGYXwSNeo3n5U+c/TkRW7embWMeKZ4l2ITCMPXr+YSKFc7XwhUGdjLJYbeO8N/UqYfBgAqC4d8lE2Py5psJMuFwrfl1jL95jxQouwt7zxq7T/yAUMmlzus/iNgTiszfJmBDh0rXG+6hzTS4uo2u3UD83ZbGD5U0x23ESr9F78wfhnkv3Yp0ofguY0EFAnXjOsXDxGyvqjHPGYB39s3H8UjSTCTEmquTPc0dffmIScrqFMX69OBFMY4wVY5l6jx1L/qHvEFpLcnYNcG6cSaouVgi8PHcIx3U4zzQToyWfYq47f8qhvvXvKDtoGO/83lJf4rSaibnfiifxiB/rWNEX9N/Y0fFn2+Oro0p6SUACEpCABCTQlwBCR9+4xts8AQRaLoljKV/PAAAQAElEQVSqV1PbWvCCzZZJtr7WYayaISzVftjxawUoXrrJg7yIM02zdZeV83qlD+GJF8JpaVp/VjXZDl+/OLdxihvhg5fT4sZESGZL76z0vPByQdiHSXBKIyggWJxyjg3yZzV77Dj1h5W8efkTlT5h8oSLvHCjeflvBS/8p2m2/zNxwov4tDj4/1H+IEzFmChW4HhRn3jsiIUL0LhErFQXYYtvr9NnxW+aCadHJLA+l86K6aKTJsliruKivP+YG+tkEbpS0572+eR5Y9KtPVrSpoch45cJkTqMCS0uRqv9ptl5rpgc4+sR0+Jwnp9jKW0445nnk3q0YcXNVnC+cFDcmO3EGn6LaM7ts0ujpKEMJmCKe5rJTgGOzpRwnqf2KAVh686fFf4rUlCl+U3mQs/Ka6qVnSnclVBHoM60p/bDvu3xRR3UEpCABCQgAQmcgIAC/AngbSDpw1NGnxdRXpjZ8l2vbCGcsqU8WRxRvKASVjwRQB8SB3nEmKtY9eZzX3VEVu7ZWlv7TbNz8zPbc6eF1/6sMiN4Fz8EclakEDKK3zSTMn6vCWQHAdtRizcCfZ0/ghIrc33yJw/q83gslWZVjxfyymuqle3N7BiYGuFUAILr207Zi8Exh7otxX/oJmfcGatcsoadiYl2NXdWGzhOUu5LIB7b5zl6gH1ZzS3r7fjt+zwsW+a0dEwCsRJcwhmLnM/muSt+p8xOg3ozIcLESIlA2/iaRXHPMrlHgi8CzIpDGM8xZq37jGcmRejDOh1CZe1e1M5OmjoNzwXHdWq/LjvPFcIv5+QR+tnt0tWudeePoP3SVJCJQyZtqU/fSc4kGzGhxW8X9qKn/T5se3yV+mlKQAISkIAEJLAkAQX4JcFtIBkr1S9ZoBxWv9qVLc6s1lnwoshn4mo/Pk3VvlDX4V12XvJZgS5hfAqtnhQo/l3m2+PJC2eMmQohuN4WS2Tq2rU1l7AuzbexqScv5wjaXPJWtqJzDvQSTSK2Z/cVlEpSyqjbw23mCIQlfJpJGj61NS289WeLdOu3i276ghVetoNz3p0vLcBiaG1hG/k26sQEG89pKZuJGyY7iruPyYQIF87VcXmWeKZO9+u28WzPW+knJUJm3W/Y+45nftvIY1WaZxxhvOTHxX3cB9FHiH9gErF6X86YtyvZCR6tO3/qzqQWu6a4B4T69F19p36L6G2Pr0XqalwJSEACEpCABDoIKMB3QBmIFytBrCL3rQ4rW+0LNNtmWY0qebDazKVvxY3Jbcas8mHvq1k5ZfW5xGeFqu82WMor6WaZrMq1kwJd9wDMyoOXYLb483LO96xZ1eJlmTQIj/VWbvw4o4u5iGaHBFuKSxqOKHAZW3FPM0lD2mnhrT9nj1s/3ashwM4Vnp86N56d2r0JO89qu2uG1XCE5UXKR5hmZ0Odhuee74bXfl32vpMF/57E9blrxueik1/JYiXqg8mlfXb5LNz74s8dGtO2kye4l1p3/r0qsYJIQxhfK2iGWUhAAhKQgAQOm4AC/HD7v+9Kdd2CVjjmcja+mV3i8ALf3kjNGXNWpxfRXEDXCtfcKF/KmWYiWPQVRqhnvTUawXuRCY1pdSj+rJKztbi4mcTghudFOBD3wcngrNFFsXqKEF/c08z/TADbnWOo5hBgJZUJIu4LeE3i9hlridZbsd18WxfW1ZXkOAATTrUfO2tqd1876XjeSnzGOmO+uKeZCOLTwmb5ww+Os+LUYau0s2OAFew2T1azeT65HJHPAjKBx5cimBxs485yrzv/WWXPCuPuB9pDu7jzY1ZcwoYwvqiHWgISkIAEJCCBExBQgD8K7y5xIsgtokmTZCtXbINdNFOE4/ql/cuTAS9tMcYKAb4W6PHk0jU+B7eI5pItBALSF43AXezTTFbsEMSnhdf+jE2E4eJHu0hf3Cc1YcHOgZIPZfG5qUU4EJdbteFc8sHsw4LJCC4FJL56NII/Agnnv/nKAPcycDyBrxLQ73yT/QGj0ajdNRGvEytW39u7CKadIT5xYTMyYKKCox11lPq8f+0/z85zBrd58epwnjF+Q2q/gdqPVetZ8Xls9DTF6jNb1Lm4jokGfl9ZnefzbdPS1P7rzr8uq7Zz7OG74oGg/gsxnxrN8Q4uHOWiRdpDuxg7CZqpiLPN8TWzcgZKQAISkIAEJNCPAEJSv5jG2jSBZVZn25d2hHUE1U3XfRXlsfpeTz4gWLRC1irKMY/tEUCgQDDhqAPCIwIJW7ifmSrdOfrS0ZsYv6zOtreusxJej79UZafVV6f281bgEfj5DUnUnVP8Xt4mtWZCbf4ugtMmglid/3jSsNWez7idIfZpat351+UyqcDnADlmQ39w1AZB/TGJxFdJ+Nzc0P7v7jO+Un2VBCQgAQlIQAInJTC0l4CTtsf0EpDA8Amw2n6pVBPBCcGE74D3/S1iRbpcRJgsVqKYPPhAkxNCFKvwjffOOmkjk2A724AeFWdVmskfdgddNfG5RyTGXMVxoBcmFpdcslIfa6ea5J/QdeTPhOujkjeTCr8Uk3s6YsxVTC7wNZG5EdcY4RDG1xrxmbUEJCABCUigP4G+L839czTmNgmwWlmvGrKiicAzrU5c3sWNzQhUJ9U3nlbIkv4IG7wUluS0re8LbUmziMlLMyuUJ+VAelb2Fin7kOLC5xfTYC5Z44xyrFMVQskfJJRjKlzuxthmvC7yJYIk76U4W8/RmRL5TLFw8VuMlanrJie2bnMUgKMCbI+O10bULq+uLwoIgZbb5C+YhIwZjgk9LvZ5O3g4GvSwxKuP1sR5TJ00/678OXbDlwPYRXCswMqDYzd8yeG34scXHJhk+orYHxm9TXVI42ubnC1bAhKQgAQkMFKAPzoIELwQMBbRpDmay2pcXEC3aE6s4FD3ko6LpXjZLG4EYlaRipttj+sUiks5y5hsHeWlsKTlpbc9a17CljFhUadb9wRBXdYh2xFceWba3553BgqC/bliIjwzjplQ4V4CzsPzeTPOqid4LYrdAEzi1JlfPQ7GXYwTK/Jh1ZYz/FzGx1EBBMrzVDnzrPLMVl4jGNTuvnbGM8Jric9z3475ErbPJmOGuxRunUZyuSSr8wi+r4i7aycH9y+wIp/gXmoV+XOUhEvomJyqC+U3kImHK8WTccAYOuNoNOKrGjwrzxmNRkzQ1hNP8ZqqHF9T0RggAQlIQAIS2B0C7Uv07tR8/2vKp48WbeX5mgScnawFAr5nzCfg6mjnrh0DsnP+k1X4UiWEEbY1F3cfkwubeHnnJReT2/PLJ97w4+xzyQehkcuiivvQTC72Okmb+0w4IYDcIYUwcRRjrBAqEKjOGxerilxWV4/ZeG9EMR5e3JR0xbhrATvOpRVCIV98qDN4bxw8ozHGinbXbjzPz58lNM81kyAlKc89z39xH6rJp+4QfC8fAExyPCNmrfjU5uVqjwXty+SP4M7Z/booJhhYlWfi4aUJYDcKkzCxLq1OG19Hkzu+jvLQJQEJSEACEhg8AQX44XYRK5WLfO4IYZWzxHWLXh8HK0QxxorPIbGFd+w49eeSMRGOY/RWrGQhaCH0FMF4VYJOqQTCe1vXS5TAnia7C/j8GBeScSHazycdK1kxRn+bP9wEH2OieHGvhZ5JwAwL26x5uWZbN+doWS1e9WfOZhS/siD6ss6MC736suDccJ8JJ7i0fchq/HNTcN9VRISa+rN9SboSRfm/l5zqXR9MNLB9nxXSBC2t4HjzpEY4jDFRT4+NZzLGWPGsshNh7Dj1h+cKQfOUs5fBRMmFmpg8S3VZTfDOOvntYqcEF7zBjmfxIj1bw2V3t0vcd0TXCubFve78Kecq+VPvLqINrLDzBYYEzVWMLyZs5kVcyfhKIYc0vtJclQQkIAEJSGBYBBTgh9UfdW1+LI4fiu6r2HrMmc8SH0EEAb64MXmBYzUHe9EI8KwAFXcfkzOltWDMuc1VC1Wc9eR28ro+lMvkQe03y84kCLfZlzgfjAVBJsaIlTLOPWMv+hqxzDuXnSgTxYszn3CiDM6icpP1zRKKQBtjp9XZU/u+E0gI5ozXJJmpmDxhC3OJhND8ujgwY/RS5Sx8r8gLRnpr4nPmPsZEXTs2+jjG0opxddsm9YfjbsuK14gxWfNgVw3PKGF9NQIouwfq+PwW8PzXfvtgZ6Lp9mkIn1ij3TyL7URmgqcqfgf+YmroaLTu/BGGOVZRV4EJBSYEa79ZdiYq2cEyK04J2/b4KvXQlIAEJCABCUhgSQIK8EuC20AyVmQ4K8sK0LziiENc0pS4vKixIlXcxcSfy+2KmzT3iaOvsMYK6D0Sv1a8APPSWfutwv7yZMJERIyxYhvyTWP7kuh5ih0JbD+t49F2XtjxQ0hCgKrPwbJSz7eh+664chaVyQvyKxpB6a+KY4dMdjzUZ6QRttldMK8J9AXbf79hXsSEc2kbAlGsY0XavqxJwOezGOfY16HZzv+gZNweJ+Db2wjx1DfBCykmkbjdvP2t5TNh7Q4QMv7z/OG8f4yxosy7xnaW6D4KnuwaYPdAiU97XlIce2ayLfxPmjZdM+6+vPidaI/O1F8kWHf+CPD8fqfKE8WldPVzMgnosDA++A3it7Ej+JjXjo+vY+3RQwISkIAEJHBwBNqXyoMDMPAGs7WSl3FeyqdVlTAuQCJuiYNw+vg4uAQpxhHFuVu2CteebC9/dDzmrRzzovmride+LP52/IpgHOvKFC+bz29yu3/crGjGmKp4+WXF8+JVDG7cf3LcsIkxVqzw/9HYdvqfW8TKBAVcY52qEFgRwupt0UwGcI57aCudTNLQd1MbkwAmHThWEOtYIRjcKbZZEzvE4fx6X6Gac9gIRMl2okg/jzWREd45osAkC+5a90lfx59lZ9ILIb6Ow+/k78eDOxS4KDLWuYoxyGQTY6weIyTkBn62z2NvNdvcn9J4ck6Z+LP6giRwoO7sGsBdNHUvO0+K3z6Z3F1QT/TBCw7wmNfOKyfCxaKLYhKLSbjixlxn/vxWsGWecopmJ1WfyTPG2J2T6J7RrSKM57P1P+zx1dLQLQEJSEACEthBAryY7mC1D6rKrI4/Ky1m5TvGEYUf54d/+YjvaIQfn1FqvMdOBFg+ldS+0N8goQgbbFHuevFjOz/bndkinqgTxaePnjlxrdbCyzQCe71jgDH77BRzt+iuCQdW3p6UsAdG1+oJcbw9ulZMcNw7HqxQxpgomCMstltbiQCbS8XCKmm7tfmJ8X9t9LYVK8m1oMwqH5/ImiXEcwaeHQp13ZnYeVo8GGcxjig4I9AiHNInRwKnOLigjQmkOph68QmsaYIx5dBHpOPYRp222PtcoFfizjN5Ph6eSIyXGEcUK51cBPeI+J4zGiEpxhFFfWkTq7iMh1aI/FBiM0lU90+8jiiEdYT82pML8N4WD8YeYzDWI4qxyn0U7W8B5f16YvIsxdhL1XX0Acb8bnIUpKvRPAvsbOASu5rnyxIZzjEmHzEfYwAAEABJREFUat3502+TwmJh9wQX7U3ra8Yddxy8OXG5QyLGMcWxFnYXHAuIh+MrEJZRppGABCQgAQkMgUDfF+8h1PXQ6oAgUdrMJU1st+XiOIQCNAI4fnyaqsTD5IWdVRmEONxdmvOVN05AK7iyJfxP48/t7AiwrOKzfZiV2b+MPytbMSaK8u8YF6s6MdaiKJet8KxulwIYtwjoXELF57ioJ0zgg7B/oxLxlMkkA0J5zfRU0Iit/1wwVudPGJ9ugjG34SMIUAYmF0uRX3tWHoGeMmZxJ99NaIRDhOW6LCZe6Cc+lYa+YR0YO2zYhcFOhTgnivFFP7MbAgY1ZwTaEpG0jJPi7jIpn3htGJcLsoX/3Qkgf8qBNfnRn78W/yIIw/djcdcKgaZ2n9ROGZyr5hNebV4IfoQxoYBQzMQHPNGsAlNfdnq044N8GMuMq7b+hNWa/kMA5Vmu/cmTsVc/n3BijDJW65Vk0vF8MzE3rzzi7rKmvxgjsK/bwe/mR+PBOIIT44rxxTiDMav0/JYkyljBi91MTOyNPU79WXf+TNbwfJ0qbmzwxQ36mp1N5beY+vP7TP04NlD/HtPHjL9x4vzhmUDHekzRdsfXMSxr97AACUhAAhKQwEoI1C8vK8nQTFZGgFXmxza5sQLJtlw0K25N8IiVIlZteJlrw1o3AicryAhnbRgr21zIxksewjDnods4pEO44/x7G7Zq9/OSIWW1wiXjlzPG1BMm8EnUI+oNcSHEIDzG2qmm5U9kLoi6TiyUgdluh07QmDvnbtutsIRtQ7Mtt2sHBkIwggG6PQZBPdmhwJGNdjKDMC46hEEXZ4QndnX0+cwVglQ7rsmfvuQiRvKnHFi34+4jicgFZaz8xzpR9Hu9ijoJOIEFIYmbwJn4QICblhVb+uGJhu+0eOxkYNWUy+umxan9eYZ5llllrf2x188nnBij+NcaVjzfPOe1/77amRy5bhqHEB7jiGIcwYlxxfhinDHe6kgI/zzD03itM3+EdC7how51nbDzBYLyW0z92SHVjjOePb7uwMQsadAc8WFsYu/Sjq8uKoP2s3ISkIAEJCCB0wi0LzGn+fp3CAT+M5VghZPVvlkCRKKNCEfwYgWufokjbJbmvC9nLR+VSF1CW7w7FauopCN9Z4Q1eHIJF5MWL+iZd2Fy+cRn23OMmarkz9bVmRGrwFLGotyrLNZm/d3kzFbZGJ0KlmytrwNZhedzXNz2jwBYh3XZ2QHxswlAgK9X/+I1VcGMT3dxWSD2qRGrAMohDYIXK5WsoFLXEgWhHiGtuFdlMiHBcQwEIT4PiFC/aN6smF4gidhWTzti7a14ljnGAKu+ZcP0XimBG9k3+XymyK0rtqLzNQQm7RapDM886V49J9E682fylXHM+J5TjUkwK/dMXrHjit84dmGUQHaKMAFU3F2m46uLyr762S4JSEACEtgbAgrww+5KBAhWG7kl+QGpKqsmMcaKF3W2j7P9m09zLStgIFQgHLFiw7Zqtm1y2di4kFN/2N5cl8UFcaQ7FbwxgxdOLrDjfOd9U+q7ouEQY6ywU887xLWM0EX+rNTxKSryIC/anuwmCjbcjk88VseW5T7JcE0WPsOH0Hit5E87YBPrRDGmzjRxnW5BMEaQ4Yw3ux5oa82AfMmPsYLQzIo6aU7PYb6Nujw00eijwpl84zVRbEnn+AYTMIxvJpmKEMuuD86Yl8i0hdXm4l61yQopE2RcIscFY5yRZ+wxFtqy2IXB1w14LhlHxIfXooxKvrQZVnymkTHHbpG2XNz4E86Y5N6IlmfJb99Njo4wocZvBJcwwr4ev7QfN/6MPfoIbjz7hM3T68yfz1wyXhDkGfs8A3V96FPqTbto3+USyFGOGCN23bSfCGVHAXcyED5NO76mkdH/CAEdEpCABCQwHAIK8MPpi1k1QSjgpuHvTiS2CqO5WZyVPc50rkKYZos5K7aXSRlsyaWMohHuS1kIM4nSS1FvhKuSD1t/2wuiemXURGL7PufNObMPh5I/durJpWiL1LPJfsSZYvIgL9pe8seEDReKsWrHC3WbdpqbLe2kL5otr5xFnRa/9V8mPRNACHa0AzalbEzOzyLItOUUN0I2ZdLWmgEXY5EfY6Vuf9vXfdpHHxXO5Eu9imbcMAHxilSIusSYKPqHCYYSF5P6TCKcsjDWGHOEo7Hjdyp4YYN6sKL+S0nJ2GMskG+tmdS4WsJ5LqlnrCtRsGbMMSHTlosbf8KJ17fAts8W4QNH4pe201/k16dsLl4r6TC5j6MrHfmRL3HQlEe5XXFbP34j+EoEY7Uev+SDG3/G3rJ9tK78eWbflMYw9uu2U2+eEepNuyg/0Y4odkYRr2iOF/GMHYk0xcG4YfwwjhhPJQ9M3PgTTrwpWegtgakEDJCABCQggRUSUIBfIUyzkoAEJCABCUhAAhJYJQHzkoAEJCCBmoACfE1DuwQkIAEJSEACEpDA/hCwJRKQgAT2jIAC/J51qM2RgAQkIAEJSEACElgNAXORgAQkMDQCCvBD6xHrIwEJSEACEpCABCSwDwRsgwQkIIGVE1CAXzlSM5SABCQgAQlIQAISkMBJCZheAhKQwHECCvDHmegjAQlIQAISkIAEJCCB3SZg7SUggb0koAC/l91qoyQgAQlIQAISkIAEJLA8AVNKQALDJKAAP8x+sVYSkIAEJCABCUhAAhLYVQLWWwISWBMBBfg1gTVbCUhAAhKQgAQkIAEJSGAZAqaRgASmEVCAn0Zm8/4PTpFfUukbx66SgAQkIAEJSEACEpCABBYhYFwJ7DEBBfg97lybJgEJSEACEpCABCQgAQksRsDYEhgyAQX4IfeOdZOABCQgAQlIQAISkIAEdomAdZXAWgkowK8Vr5lLQAISkIAEJCABCUhAAhLoS8B4EphNQAF+Nh9DJSABCUhAAhKQgAQkIAEJ7AYBa7n3BBTg976LbaAEJCABCUhAAhKQgAQkIIH5BIwxfAIK8MPvI2soAQlIQAISkIAEJCABCUhg6ASs3wYIKMBvALJFSEACEpCABCQgAQlIQAISkMAsAob1IaAA34eScSQgAQlIQAISkIAEJCABCUhguAQOpGYK8AfS0TZTAhKQgAQkIAEJSEACEpCABLoJ7IqvAvyu9JT1lIAEJCABCUhAAhKQgAQkIIEhEthYnRTgN4bagiQgAQlIQAISkIAEJCABCUhAAi2B/m4F+P6sjCkBCUhAAhKQgAQkIAEJSEACEtgagU4Bfmu1sWAJSEACEpCABCQgAQlIQAISkIAEOgmsQ4DvLEhPCUhAAhKQgAQkIAEJSEACEpCABJYnMEABfvnGmFICEpCABCQgAQlIQAISkIAEJLCvBPZPgN/XnrJdEpCABCQgAQlIQAISkIAEJHDQBBTgm+7XKQEJSEACEpCABCQgAQlIQAISGCIBBfjV9oq5SUACEpCABCQgAQlIQAISkIAE1kJAAX4tWJfN1HQSkIAEJCABCUhAAhKQgAQkIIFuAgrw3Vx209daS0ACEpCABCQgAQlIQAISkMDeElCA39uuXbxhppCABCQgAQlIQAISkIAEJCCB4RJQgB9u3+xazayvBCQgAQlIQAISkIAEJCABCayRgAL8GuGa9SIEjCsBCUhAAhKQgAQkIAEJSEACswgowM+iY9juELCmEpCABCQgAQlIQAISkIAE9pyAAvyed7DN60fAWBKQgAQkIAEJSEACEpCABIZOQAF+6D1k/XaBgHWUgAQkIAEJSEACEpCABCSwdgIK8GtHbAESmEfAcAlIQAISkIAEJCABCUhAAvMJKMDPZ2QMCQybgLWTgAQkIAEJSEACEpCABA6CgAL8QXSzjZTAdAKGSEACEpCABCQgAQlIQAK7QUABfjf6yVpKYKgErJcEJCABCUhAAhKQgAQksCECCvAbAm0xEpBAFwH9JCABCUhAAhKQgAQkIIG+BBTg+5IyngQkMDwC1kgCEpCABCQgAQlIQAIHREAB/oA626ZKQAJHCeiSgAQkIAEJSEACEpDALhFQgN+l3rKuEpDAkAhYFwlIQAISkIAEJCABCWyUgAL8RnFbmAQkIIFCQFMCEpCABCQgAQlIQAKLEVCAX4yXsSUgAQkMg4C1kIAEJCABCUhAAhI4OAIK8AfX5TZYAhKQwGgkAwlIQAISkIAEJCCB3SOgAL97fWaNJSABCWybgOVLQAISkIAEJCABCWyBgAL8FqBbpAQkIIHDJmDrJSABCUhAAhKQgASWIaAAvww100hAAhKQwPYIWLIEJCABCUhAAhI4UAIK8Afa8TZbAhKQwKESsN0SkIAEJCABCUhgVwkowO9qz1lvCUhAAhLYBgHLlIAEJCABCUhAAlsjoAC/NfQWLAEJSEACh0fAFktAAhKQgAQkIIHlCSjAL8/OlBKQgAQkIIHNErA0CUhAAhKQgAQOmoAC/EF3v42XgAQkIIFDImBbJSABCUhAAhLYbQIK8Lvdf9ZeAhKQgAQksCkCliMBCUhAAhKQwJYJKMBvuQMsXgISkIAEJHAYBGylBCQgAQlIQAInJaAAf1KCppeABCQgAQlIYP0ELEECEpCABCQggZECvINAAhKQgAQkIIG9J2ADJSABCUhAAvtAQAF+H3rRNkhAAhKQgAQksE4C5i0BCUhAAhIYBAEF+EF0g5WQgAQkIAEJSGB/CdgyCUhAAhKQwGoIKMCvhqO5SEACEpCABCQggfUQMFcJSEACEpDAKQIK8KdAaEhAAhKQgAQkIIF9JGCbJCABCUhgfwgowO9PX9oSCUhAAhKQgAQksGoC5icBCUhAAgMioAA/oM6wKhKQgAQkIAEJSGC/CNgaCUhAAhJYJQEF+FXSNC8JSEACEpCABCQggdURMCcJSEACEjhCQAH+CA4dEpCABCQgAQlIQAL7QsB2SEACEtg3Agrw+9ajtkcCEpCABCQgAQlIYBUEzEMCEpDA4AgowA+uS3a+QmdLCz4W/X+V/qnY91l9Rxp3q+hXRn8yum479r+LH2G/EvOc0WeIHqra1/5jDNIXRb82HXDG6G2rp6YCpU6Lmp9L2vdHPzL6AtFfFq2SgAQkIIHBELAiEpCABFZPQAF+9UzN8TAIfEmaebHod0R/PPqx0ZeOPmt0qxCKCXtwAt4b/ffRN43+qmiVBJYl8DVJeI7o20W/OfpT0deNHvIEUap3YkX7rpNc7hetkoAEJLC/BGyZBCQggQ4CCvAdUPSSwBwC35DwZ0W/LvpHoxdVCPlPTKK3R587WiWBVRA4czJ5RvRTohHuY+yVYtLsJ9MiJit4/r4zdpUEJCABCUwhoLcEJLCfBBTg97NfbdX6CHxLsn5h9LWjT6p+MBkwCXChmCoJrIrADZLRw6P3bUv9bdOmP40+f7RKAhKQgATWS8DcJSCBgRJQgB9ox1itQRJAILpvanbR6Fa9LB5Xjf726C+PZrUQ/aWxf2s0YcSJ9Yj6urh+N/q7o1USYELnTMHA2IexYVIAABAASURBVJmlOX7B3QuMqz9O/FbdPB6c+4+xN4o2701jbIgEJCCB/SZg6yQggXURUIBfF1nz3UcCl0ijbhZdq4/GcZ7oK0a/KPpvo/87uqgvxsKZd8KIc/a43xpdq++J457RCPsxVGsgAP9aIKYvuQRuDUVtJMv/SCmfiKZdl4/5s9H/G10UbeXSxK8tHpoSkIAEJCCBnSFgRSUggakEFOCnojFAAkcIIFxz8Vz9zCCYIzy9+0jM2Y6/TvCVolsh/prxY0t9DJUEFiLA7fXPTopHRdfqfHGcK1olAQlIQAISOCgCNlYC+0ygFkb2uZ22TQInJXCWZPAT0bV6YBwfjl5U/VMS3D26XjFlK/2V46eSwDIEEOI5ivGFKjGTTu2YrYK1SkACEpCABCTQQUAvCQyagAL8oLvHyg2IAGfbucCuVOl/Ynln9LLqLUn459G14kZ6tj7Xftol0JfAxxKRHR4xJuqHJjYtEpCABCQgAQlsgIBFSGC9BBTg18t3Xu6cT+VWZVbPin7AvEQd4ay0PTf+JQ/M34x7lkJQ5OK0X06kV0Z/Mpp0tcaPMM59swKdKBtRXM7F+V0E5P9KiaVOnCf/UNyPjGZr8Bli9lVc6FXywbzLqYRcjMXt1pxdxx/Nqvr9E049YnQqzrn/Z2dIP8/PJBpCPKvwlP03cZPnV8Tsq745EekbbsX/u9ipe63/OX6ML/p4VlsSbWXqK5PTFaIfF/3+6Lr/qBtu/OlDPgnWtw9P2n9t+tembmeM7qsY/7CGJ2fnaUvRCM58uu3CyYyLDmNsRXEunt0ddeGz6nO2RKTupR2FCb8NF0sYn2srYYyl348fX0wofcYW/c/Hr8TBjl+8einikmZW+qcmpxL+67HX6kZxlDDMUv94z1Q8C6v+fZlZoIESkIAEJCCB3gSMKIE5BBTg5wBaczBCXHsz+eVS5tdHL6K+M5ERHmKMFULSM8e243/Ky/nbE/RX0Q+LvnT0WaNbhR9hv5OAT0VzxvbMMdelWC18RTL/ePSDo7kcrhZAGK/fF//bRXPu/D0xLxVNm2IsrFhVf31SMdnBTfGxjtX35u89oumbb4yJYsWdCQTsaAR/BFDsy2ragTBEPejDn0tGCGExZqrC6R8Si7756ZgIYzGOKMYRdaSPYfr8hFJWjJUrxsVDk+tno18afcvoc0TX/RfnCDf+tB1h+APxXLYPaUvf/ksxSynKeHJSMv5hDc+vibtW9N2N4/HGaCZjrhuTfo2xUQXbtm7vXbAGTCDRj9yGf4EqLWPpZ+KmjZeMuYuqPDc8C5v4fdlFRtZZAhKQgAR2nIDV338CCET738pht5CV83+tqvijsf9w9CLqsolcb+9+R9xdL+684JeXc8pJtIXUbRL7TdHfFb1KhQDOahor7rSlb95c+vaqREbYpm2x9lYIJKya/viMFM9JGIJbjBEv/Qib2ItGCF01i5J3lwkn+uAvErgIp0Qfq6vnL2NjVpsTZWHFWGIy5U5JuWg/MFlCH/5S0tK+GL3Uov3XK9MmEhML8GJipQma6mTS6xkJRdhvhel4r1V9W3JngivGWLEq/baxrd8f/j+4Y6KyYyNGp2LXSHv0ozPigDwZV5v+fRlQ862KBCQgAQlIoDcBI+4AAV7YdqCae13Fj6R1fxZdFNvhr1McPUy2LF+1ifeCuFndjzFRvMROezlnGyt1eEJio58Wk3rFOKaYXLhXfKlnjBMr6nXn5MJW2S7h7y8T9qRo6oXwwJbzOI+o+8XFKnpX+gR1KgRhdheUQG6Fp4w/iAdb2ZlUYXIlzrH6l/x9SXStvj8OhE+E6U2suF4j5bH1vH1uqe+7ElY4YSLkd7FiRwEr8otsH0/WUxUTGNyAzrbkNhKTHoTBFQ0rxlobD/d98+e80X3Vov3XN98Sj68C/HEc8IpxRLHtnGektAn+RyLEgdDP+OGYTJxrVzxHrJBzGWIpjOdlEWGbFXcuVyzpOZZBO9HY8X96/rS/LfFam2KHBZzR7WQE5/3xL5rnk50ydWXgso3fl7oO2iUgAQlIQAIHQsBmboJAKwhsokzLOErg3+NE4I4xUQiWXYLDJEJlOXvsvHjHGCsET15kx47qD8LRfSo3Vs5ds2UfIYM82PaMZjswK3n4s9WUuLVGuGH1u/Zb1s7Z5Ad1JKZcyv+RhHH2mHqxfRnBk/PrrdB068RjRTxGL1VWR2HATd3nTyrKuFpMwi4Sk7PaMSaKFfuPTlynWVhBZts/n5SjzueM9zqEeQRkzgDXzyw3jt8w5VFfVsELJ0wuxIPVLya8ZcX5ZtqXoBMpJnGYzGEio87ot+Ng/CLcI1TCFX2Z+J8pmuMeLduvjv9NohG4YsxVtJlIi/Qf8fvoH0skVtBr1vEacSyFoxbcHcEzUtrEcYrrJQLHB2JMFHcB0GdwmniuwQIz6lML36y+PzxlLSJsMwFGXkz83CFpy9EA8uYoAWOd3QUJ2ph6YkqCM5odMXFOFMI9/kWzu6g9grKt35dJJbVIQAISkIAEJNCTgNF6EWhfUHslMtLKCSAAcna2ZIwQiEBW3LNMhP1vqCKwkt6unvNSjnCEkFSiInCyRZhVxvpsdwnHRCC5WyykjTFRrPJxPn3isaTlm5KOT7HV4xCh9Crxv2s05cc4opjweEh8ELoR3mKdKNKwQ2DiMcdCWddOnHaVEoGXlf92NY8VP1bzCE+yI4qt01yMxdEF7iCgH3BTHwSjI5GXcHDOnUmVkpQyEBBZEe2qD/Fg9VuxEI/4sY4V4+GiY9vJ/jCJw2ROnQuX/zFp8Onas7IjWHIMg0kEdj1UQSMmaBhbtd8s+6L9NyuvEoYwzm6Auh4ItFx0eP1E4rmJcUTx/CDc09dtmxAu13FmnDHFlnnGL2ONc/r1c8QEBHceHKloT8c9E48dLbQr1rGi35i84jK7sccO/Nn278sOILKKEpCABCQggf0hcCgtqV/4DqXNQ2wngugbqoohYLXb4qvgiRVhA2F34hHL70YjuMWYKG7QboUIBGduW59EmmLhxZ1t5a1gwurqlCS9vZlAQOipE9wqjq4dBPE+ojgvj0BVC6as+t4iseAXY676w8Rot+XGa6ZCKEIgLmfjuyLzXDHBwIo8Z8OpIyZfGGByZtEVeo5JXLEpiG3DXCjWeHc6Wal8URPCKnJfTk3SiZOV9FrQZVX90QllzMSYqbgt/RFNDC7iKyvrTVCnc5n+68yo8mTijF0pldeIZ+Ux8ZjXrk8kDhfY1UI+Y4GdITyrCZ6rLp4Y/xZNWbM0Y4ryOKLA7pEkmSh2RTCJMm1iZxKxw8JEIrfNU3ZH8E55bfv3ZadgWVkJSEACEpDAgRPYmebzcrkzld3jirLSywpe3URW1hFIa7/WzpZWVi2LPy/frG4WdzFZQSR/BHHicIb3j0pgD5Pz36ws11G5Sbx2L2pHKGX7d53u5XE8L7qvQoBFkK3jswWebc613zT7ixMA+xgLqVcnNuy5lR+2cc5VTFSwxRmOCGj/LykQWGPMVQja3OyOsMYqKP2xiJBFG9tdBqzeLiIsd1WSrxg8PgGcv6dOTG78Y9x9FQI/q+glPhfT8Wm84p5nLtt/s/JFAP/yKgJ17DspQTImxRD4sReNIMkN6MW9LpP7BZj4YxfEMsI79eLLAEwoYt9lPYTfl13mZ90lIAEJSEACEliIwOYiK8BvjvW8ktgGi7BQ4rFSO++28Csncr0Cyip+18s32155qUe45Swrq68Igkm+NYWQzbn8ugJduwfq8NbOKiGCLAJqCePcLuyKe5rJLoUPTgvs4c/2flZW2abL+fv2hvpZWbAay63rXAzGVuV5gjR1RYjkPDkTBxyZYPJiVhmbCOPoBzsmWLWmTnwNYBPlUgZMTtJ/5NFqJhAu2HguOilBcibH+MQfdjRHV+Y9y8Q7qWYcsSuBfll2woDPS9bP00nrtK302/592Va7LVcCEpCABCQggV0ksECdFeAXgLXmqKxcch69FMOqK9vjMYtfbXJBWbutmlX2XXn5ZgW//vQdkwwID3Ub+9iZ9KgFOXidr0dCtnCzBblH1JlROOv9uMTgPDgXtNEn3Kj/yfj1UZytZvKmPt/eJ92hx1lV/9UcmfxhXBY/JoheUxwLmEzMtGP5QgukP2lUvorAVwi4qZ/nYZH8SLdI/KHGpR+3+fsyVC7WSwISkIAEJCCBHSfQJcDveJN2uvpska4FcLbRs8Lb1SheUOuzrwiyCIJdcZfx48WfVawbJDFb2zFjXZlCWKozY8USoaz262Pn1v33NRH7rD4iYLc3VjfZLOz8XFK8LJpPiLEVHIEeYQoBn/IS1KnYXs+q7SruFagL4O4DbuFmlwKf2qvDtmVna3O5H4DVYlanl6kLPFfdf1xEyMRYqQ/HAjhyUtx9TerFHQ11fPq2zrsOq+2vi4Nxw/M3T7Nj4AcSn/Pu7cWV/LbzycH2mEqiT1X89tDmqRF2KGDbvy87hMqqSkACEpCABCSwSwR4yVtxfXc6Oz5PxqrbIpo0q2o0q1/1pWoI6XzSqit/BLNa+GH1nlX8rriz/BAq+AwY2+u5Nf1ZicwZec52I7ywrZ1LvVY9Vuqt/ylyhPCO4IN9EY3QwdnfRdIQlzTLnhMmfR+NQP/KRGSLPQI9K4KMF9oa7yOKPvjV+HC7eIzeCoEY4ZDx8AtJxer/h2JygzgX7SEks/V+0XyTxdKKS/qYeLpEcuCiQY4JcLYaHmx9Z6KJscYEUaIspdbRfxxtQGguFaK+TBAV9yImRywWib9MXOpGX/OlAX4r+PQbz23Ji2eWuxaYICp+s0wuxqN/ZsXZlbBt/77sCifrKQEJSEACEpDAjhHgBW9YVT7s2nwmzX9BdFEIE13b6L82EbgJPcZYIcSyej92zPlDnqxQ89kpBBQuVGMLOuVya/p1kr5dvYrXTikEWiYmhlZpJlj4BB71u09H5a4Xvz5npb8j8RDMyA+Bi8/bIahzU/qNEsZ2/E0/25y/ZucBt+0zHqkb28/5zB3HBLhskTip3kGqs6fVrKzHWItiwoaJEj77WBfARZg/Hw+e+xiqFRDg+R3i78sKmmYWEpCABCQgAQkMncCmX/LXzmMPCuATaqyslaZ0baNHAK9X5lm1Z/W+pJlmcoEdt7z/ZSIgbPUVqKjPJlYUU62VKFael1nNX0nhPTJB6GZLO6vxdXRuP2fCpvar7WeOg5vvPx6TS/BY5Y51rmKnQf1ps7kJFojAajs3t3Pum0mhvqu9FEEadrtg33e9ji3/LTNYPjGe7RcHuJeh71hJctUcAkP/fZlTfYMlIAEJSEACEthlAgrwR3tvCC7OsrLFuNSFy9FYvSxuTIQ8hD3saM5ds3qPfZrmpnA+MXf1aRFO+XMGlvIfGveVolnB46ztC2PfFcX2alaBV1VfBCC2gCM4c9ket/2fdDUVYYuz8bCu60k/sS2+9sPO5MurYuFishhTFW3ns25sq2Y3BZ+L+4qGwMJZAAAQAElEQVTE5jx0jJUqtuWza+MZyZXJhRidim3d7BJglwjntX8ksRi/fPKMyYw4917RL0ykrLuhXKrIcZq6HI5uMH5qP+3LE6AvV/n7snxNTCkBCUhAAhKQwMERUIA/2uUII2w1XUST5lQuKzEQaDh3XmeG0E2d8EOY5kw6djSr48/FMkOz5Z7ttWy9rqNxFpst3ZeMJ4I644HPgV0gbs4ovzQmAkGMlSvqXWfKBWJdgmsdp8tOGupeh61aUOJIAZMo8IM/W9Spb13mMnYmXd7SJGRXxJc2fgjKrNi32+sZK0wCMNHCeXLSsbWXSQAE5eckn3Wucl8j+bMTIMYRxbl/dnhwwRrnylmlZws5Z/GZWGAHyKr76EgFlnTAk4mVkhyW7VnqEjbPZOKkjoPAV+ddh63a3u6W4a4Mxseqyxlyfrv0+zJkjtZNAhKQgAQkIIGBEUBgG1iVDrg6pzedlXIukCs+CNjlBZxPpKFLGCu4rNoXd5fJCvJFmwAEP85yso37tQlDUN+UgJHiRtS5Lg/huBV6iDdPMznBLoU63ntrxwrsbV1Z0WQVeQVZj7h9f14+CO6cj6/jvSIOVlW5II+JFrbIcw463htRcL9jSioTS7GO2FrM59K4eb9cpjfkowzUudY8c+xAKX5MZn13cSxgMgnDMZc6CTsQWLmt/Xbd/oU04CT9y7Z+JheSzcpV+8wO+fdl5Y03QwlIQAISkIAE9peAAvww+/ZvUi22accYKwTtIrSz7bgWmrh8jpXD0Tjm8T+syl6r8eaM7D3iNytdgieK7eLfM3GtxvLRZMNFZzHGijKWEYq5vZ0V8nEm+cOkwLtjrlIhDLCSXed5izhYXY6xtKJvztukRohsBb32yATCOivsbOdvknc6GS/n7gxZ3vNcSVrGZKxjhUD/5rGt3x/G9boEuH41OBqLyRTGZe17kdrR084XB9q7AHjmeiY/cbT2OAOCdjt+T1xIMmCVm4swYx0rxtki/6ecc5xqPX/ox135fVkPAXOVgAQkIAEJSGAvCSzysrWXAAbaKLbbsoKJMFqqeJlY2L59wZhFIXC0511LWDERjBGUihuT89ysuGMvepZJ+mWE61l5IlC8vYmAUMy25cZ7qhMBmK3amCUS59TfVxwrMtsJFbK9cv4wmRJjacWnvy7epH593HW/0zbixXui3hHbJ6L7KlY624mCvmmnxWNMULcSzmQClykW9zwTYe9S8yJtOJzV93YCgnsEWL1dpCrXTmR2acQYKwTot45t6//DzgguvqxL4qgMvxW13zrsTGj1ZcXRl7aeq6zTLv2+rLLd5iUBCUhAAhKQwJ4TUIAfbgcjpH2gqh6CO9vgOd9cvNn6jsBa3F0m54/bVc7W3ZWu+HH++t5xzDkLnBiLKbbetmf9EWavtkA2MLlhE//FcfPyHmNligkVzm7/V5UjAuiT4kaIxx7rQgpBi4vl6vP7rL6zNb7OCCEZwaj241I6+rX2m2anblx81x4zmBa/r3870cI44WK6vulZ2WbCpm/8TcV7Zgqq+5n7Dm4ZPzjGmKuIf/smFrtpVn2soyli4uSLANzXMPGIhUmJejU6XitRPMPcrl9nxqRMH1bnTyImJWOsRVG3Xfl9WQsAM5WABCQgAQlIYD8JKMAPt1954a5X19mSiyCBQFdqjbCBcFncXSbb5NlyXYdxpr7P2V4ERz5bxopinR479ejzok7cafrVCeBCs9EollMKoZjL0U45pxpMZPxeQmuhkS29fEarXsFOlJUohCDqVmfGRMgfxAPh/mwx+yrORzP50q5A8hk2zkrX+SCItP3HxEWfHREI+XdOZveMbhVhJ+m/duKInR5cptcnT+r//FSo7rs4R6Td9m/SO1ORdhIFflzWR/0SPFVxJwHPZD0WuIGf8cFzODXhCgKoG88pl1XW2VE+43be70Sdpq+d5+09TeTrx41wHmOqYpKD57Tt/6kJpgRw1wC/Q1OCR7v0+zKtDfpLQAISkIAEJCCBIwS2/bJ8pDI6jhFAGCirgQjTbNsukd4fCxfYxZipOE/9xiYG59k5O48g2QSNnaymshLOt+VvNfY5/ocL53iBPh7S34fVu7snOkJGjLGibL5Vz8RBe5aXCHD4hVi4vX2yXTdu1IPyBwEsxsoVAtB9kis7I2IcUVwkx6o/Ey43SAhn8mlHrGPFdmG2nN8sLtIzacEERJwTxSfiHhZX1+QDt7onaKKYOOCG+WmrnQjnXCbHpMO0ryRQx3YVfVJADwvjjx0DddT7x8GliPRRrMcU/fXb8eWSxnrnQbzGinT11vOx54b/IGiz4wThtC6avmFcIqTX/tjhzaQTfcuFg/gVjaDKJYPFvUqTcpksQHDnt4DP9NXjjrKoM5NF2FetGav8jtT5slOHr2J0jU3qhoDPUQvurqjT9bG3fcIE2E/MSLhLvy8zmmGQBCQgAQlIQAISOJ2AAvzpLIZoY9stQkFX3RD4eEHtCmv9nh6PdhUXARJBEiHsWQl/fDTCBhfAserLi/n3xq+oD8fCC3uMsUJ4YNVv7DjBnxcl7d2iW8W2bz6zxgof9aJ+CClcmvWYREYYiDFRT4jt4dF1HePspfpGgjef9INbVxq2BLNt92MJZOKFuqARCllZ/534wz3GEUV+CPe090jAKQcTA+0laAjDjAHuMnhh4sEHzf0GlPcn8atXQkud4j1W9B967FjiD+1hx0CdlN8TJlFoB/WgPmjqxxl5Vu2Z7Chp+NxZeza77dcSd5Mmz9zNU2A9sRTniL7nPgTazh0VtI3JFXgjKLeTEvQPOyAW+WQex0j+LYUxbuZpJpWYOEJwr/s6ycfqQ/m7aPlJspBilft1TYoyNrmnoebEZCK/RWViDj4vadLOcnKZJExKHCYLGOc8l4wtnpOzlMBT5i79vpyqsoYEJCABCUhAAhKYToAX7umhhmybAIIQgnRbD15iEYow27AuN8I3AnGXIMHn6bioi/PIN01ibhevxwVpONPLN7wRnhNlrPiuN+e4x44T/KEND016blWnrFiPKI4OUC/qx2pbXbcSkW/ZT0tf4qzKRBBmdftpp2d4Ihv9i+BPvtMyQkhn1wGfaWvjcLHhT8cTPmjOP7dCMKvHl0gcBKoYY8Un0li9HTuW+EO/ke/LOtJSPvWgPmjqRz3rqOwOOE88WgFu1Wf1U8RSCoGc2/+ZZGgzYDfFjeJJ21gFpr1xHlFMil0zPjzDMTau2CEB91njahWV4jfhDsmIiY0YRxS/LdM4cS8Au1UY20cSzXAwucikZhvlrPFg0oBjJe1vEuN0l35f0hSVBCQgAQlIQAISmE6gSxiaHtuQbRBAwGm3jrJ9vF2RnVc3zhzzfW5WsebFLeFPiYXt9pyrZYWrfklnC/2qbjbnJZtzwqxOs3KbYnspGLDyyLbtLuG/VyZLREKo4/Z7BNAuAbZPltSd1dZrjkajdhW6Kz23mF84AaSL0UuxIskECKuwlIFQVxKyXZ1tzsW9jIlwyicKOe7QNz3jiMkgLmRkJbttz+WS0Um29if5yhRb3+HHcYW+mfJ8IfhzmRx8+qZbVTzG5u2SGc/mqr/GkGw7FcdWmNRiMqozQuPJeLli/BiTMXorVtqZLGh/D0sG7IBg0qC4i7lrvy+l3poSkIAEJCABCUjgGAEF+GNIBufB6jlnhuuKITQuIxyw1ZVvL3NzOiuMfF6qzpfPaLGtle3DvAzfJIFl1ZaVstfEXStW0LpWH+s4i9hZXUMQ4LNpD0zCd0XXgjl2/AgjDqu8CLaJtnGFUMCKIIIIW3lhyiQE9YNjWyFYw5Yt5Jw/ZzdB+8m4Nk3r/mA8uAAOQZ6tyQjDo/gVxRZljhncKR6UgTAM0zhHHItAIMVeNCvE7ZbjEtbXpEwERsq7bxLRfvop1rFiGzpjmEmgC8SHCSG2fH8xdhRboGuBjPb9GAED0Yx/dqjQPrjClzaX6rXtY1wy6cb4KHHWaXI0hjrBnvP37KxAQGZb/zrLbfOGE+OJCY/HJbAem4XRA+IPR8ZLzTDevRVHFtglxLPG8YE6IRfasTui9qvtPAu78vtS11u7BCQgAQlIQAISmBBQgJ+gGKwFwYvL6zhvXvSvnqC2CFecC2XllO+DlzwxeflnOzdnzhHY62IQSNiGT7yiEWzIr46HQMFLdImDSXl1nFl2ykFQvUcisSLPTdXkgcaOH2HEIW6i9VLUgTyKZks52397JZ4TickU8mcbP/WDYymnmLCGLcJNvZNhTtbHghF8mdBhB0DLmZVrhOT/l1RdZTw6/qU+mEwitP28bP9RHpf80X76ifzRnLPnwjKOYSBoUv9UY6K444Dt9cRF84k8tldPIpyywJfwohftv5Omp31whS+cSz3mte9U9acaN05IyWsZkxVn6gR7Lodr+Sb7qartay6lJI+pCeYE8DwiJDNJVY/Nwojb/OFYZ1O3v2/5TBbwrLELqGXGlynq/Fs7deS3g9+QdqwybvEjjDjEbdPrloAEJCABCUhAAlsloAC/VfwWLoFdJ2D9JSABCUhAAhKQgAQkIIFNEVCA3xRpy5GABI4T0EcCEpCABCQgAQlIQAIS6E1AAb43KiNKQAJDI2B9JCABCUhAAhKQgAQkcEgEFOAPqbdtqwQkUBPQLgEJSEACEpCABCQggZ0ioAC/U91lZSUggeEQsCYSkIAEJCABCUhAAhLYLAEF+M3ytjQJSEACpxHwrwQkIAEJSEACEpCABBYkoAC/IDCjS0ACEhgCAesgAQlIQAISkIAEJHB4BBTgD6/PbbEEJCABCUhAAhKQgAQkIAEJ7CABBfgd7DSrLAEJSGC7BCxdAhKQgAQkIAEJSGAbBBTgt0HdMiUgAQkcMgHbLgEJSEACEpCABCSwFAEF+KWwmUgCEpCABLZFwHIlIAEJSEACEpDAoRJQgD/UnrfdEpCABA6TgK2WgAQkIAEJSEACO0tAAX5nu86KS0ACEpDA5glYogQkIAEJSEACEtgeAQX47bG3ZAlIQAISODQCtlcCEpCABCQgAQmcgIAC/AngmVQCEpCABCSwSQKWJQEJSEACEpDAYRNQgD/s/rf1EpCABCRwOARsqQQkIAEJSEACO05AAX7HO9DqS0ACEpCABDZDwFIkIAEJSEACEtg2AQX4bfeA5UtAAhKQgAQOgYBtlIAEJCABCUjgxAQU4E+M0AwkIAEJSEACElg3AfOXgAQkIAEJSGA0UoB3FEhAAhKQgAQksO8EbJ8EJCABCUhgLwgowO9FN9oICUhAAhKQgATWR8CcJSABCUhAAsMgoAA/jH6wFhKQgAQkIAEJ7CsB2yUBCUhAAhJYEQEF+BWBNBsJSEACEpCABCSwDgLmKQEJSEACEigEFOALCU0JSEACEpCABCSwfwRskQQkIAEJ7BEBBfg96kybIgEJSEACEpCABFZLwNwkIAEJSGBIBBTgh9Qb1kUCEpCABCQgAQnsEwHbIgEJSEACKyWgAL9SzZscngAAEABJREFUnGYmAQlIQAISkIAEJLAqAuYjAQlIQAJHCSjAH+WhSwISkIAEJCABCUhgPwjYCglIQAJ7R0ABfu+61AZJQAISkIAEJCABCZycgDlIQAISGB4BBfjh9Yk1koAEJCABCUhAAhLYdQLWXwISkMAaCCjArwGqWUpAAhKQgAQkIAEJSOAkBEwrAQlIoIuAAnwXFf0kIAEJSEACEpCABCSwuwSsuQQksKcEFOD3tGNtlgQkIAEJSEACEpCABJYjYCoJSGCoBBTgh9oz1ksCEpCABCQgAQlIQAK7SMA6S0ACayOgAL82tGYsAQlIQAISkIAEJCABCSxKwPgSkMB0Agrw09kYIgEJSEACEpCABCQgAQnsFgFrK4G9JqAAv9fda+MkIAEJSEACEpCABCQggf4EjCmBYRNQgB92/1g7CUhAAhKQgAQkIAEJSGBXCFhPCayZgAL8mgGbvQQkIAEJSEACEpCABCQggT4EjCOBeQQU4OcRMlwCEpCABCQgAQlIQAISkMDwCVjDAyCgAH8AnWwTJSABCUhAAhKQgAQkIAEJzCZg6C4QUIDfhV6yjhKQgAQkIAEJSEACEpCABIZMwLpthIAC/EYwW4gEJCABCUhAAhKQgAQkIAEJTCOgfz8CCvD9OBlLAhKQgAQkIAEJSEACEpCABIZJ4GBqpQB/MF1tQyUgAQlIQAISkIAEJCABCUjgOIHd8VGA352+sqYSkIAEJCABCUhAAhKQgAQkMDQCG6yPAvwGYVuUBCQgAQlIQAISkIAEJCABCUigJrCIXQF+EVrGlYAEJCABCUhAAhKQgAQkIAEJbIlAhwC/pZpYrAQkIAEJSEACEpCABCQgAQlIQAJTCaxegJ9alAESkIAEJCABCUhAAhKQgAQkIAEJLEtgcAL8sg0xnQQkIAEJSEACEpCABCQgAQlIYJ8J7JsAv899ZdskIAEJSEACEpCABCQgAQlI4IAJKMAf6XwdEpCABCQgAQlIQAISkIAEJCCBYRJQgF9lv5iXBCQgAQlIQAISkIAEJCABCUhgTQQU4NcEdplsTSMBCUhAAhKQgAQkIAEJSEACEphGQAF+Gpnd87fGEpCABCQgAQlIQAISkIAEJLDHBBTg97hzF2uasSUgAQlIQAISkIAEJCABCUhgyAQU4IfcO7tUN+sqAQlIQAISkIAEJCABCUhAAmsloAC/Vrxm3peA8SQgAQlIQAISkIAEJCABCUhgNgEF+Nl8DN0NAtZSAhKQgAQkIAEJSEACEpDA3hNQgN/7LraB8wkYQwISkIAEJCABCUhAAhKQwPAJKMAPv4+s4dAJWD8JSEACEpCABCQgAQlIQAIbIKAAvwHIFiGBWQQMk4AEJCABCUhAAhKQgAQk0IeAAnwfSsaRwHAJWDMJSEACEpCABCQgAQlI4EAIKMAfSEfbTAl0E9BXAhKQgAQkIAEJSEACEtgVAgrwu9JT1lMCQyRgnSQgAQlIQAISkIAEJCCBjRFQgN8YaguSgARaArolIAEJSEACEpCABCQggf4EFOD7szKmBCQwLALWRgISkIAEJCABCUhAAgdFQAH+oLp7I409W0r5WPT/VfqnYt911dWuuo3z7H8XAO+Pflz0FaK/Mlq1VQIWLgEJSEACEpCABCQggd0ioAC/W/1lbXeXABMA50j1bxn90ujPRz8x+tujVbtIYBh1Zvw8IlU5T7RKAhKQgAQkIAEJSGDPCSjA73kH27zBEuDZu2lq99HoG0V/SbTqgAicsKlnTvp7RzN+bhHzS6NVEpCABCQgAQlIQAJ7TgAhYs+baPMkMGgCX5baPTX6PtHYY6gkMJPAN41Go7cmxq9FO2YCQSUBCUhAAhKQgAQOhYAC/KH0tO1cB4GnJVNWzufpMyXed0RfNfrZ0f8b3SoE+DvGk7xiqCQwlcAZEvIV0SdQJpWABCQgAQlIQAIS2EUCCvC72GvWedcIfC4V/kT0i6J/Jvq7ol8V3aoHxWMfLvxLM1R7TcDGSUACEpCABCQgAQlshYAC/FawW+iBE0CYR1DnErsaBc/jA+PBFukYKgnsJwFbJQEJSEACEpCABCSwHAEEhuVSmkoCEjgJgX9P4l+Oblfifzh+14lWSUAC3QT0lYAEJCABCUhAAgdLQAH+YLvehg+AwGdShztH/2t0rW4Qx9dGqyQggZUTMEMJSEACEpCABCSwuwQU4Lfbdwhpf5oq/F+lHxD7oopPSD03iep8fjPuWYrL0r47EVgFfmXMT0bX6bHjR9jNEnaW6E0pLnz7lRT2zuj/iqYu6C/G/qHoR0afK5rLvGL0UmxZJ4+i73Iq1VfFvG3030aXsA/Hfv9o6hFjrYo2cgt9XchPxHH+6EXU1yTytaNfFv3P0aUtmB+L+ynRF4pehFmiH1HfHNftoxmznOsn76L/Lv6MQepAXeJcWsGdcdmWw1iAF7evE2fZAki7qfFFHWEO+9+Pg2eqMCvjuc9YO1/Sfj6atLD+ztiL+upYuJWesKIZ7/GeqajXTybGY6MZIyUtJv0Lf/qbfk8U1ZiAfyQgAQlIQAISkMAWCSjAbxF+imYFFoEr1om6XGxfH72I4mX+wlUCBJ1nVu7aiuB+sXi8Pfqvoh8Wfenos0a3Cj/CficBn4p+VDTfn46xFvVDyfUV0R+PfnD0eaLrz2QxXr8vfreLfnf0e6IvFU2bYiysvj0pXh/NZMe3xizqe2O5RzR9840x16kQlp6VAuizGGNFey45ts3/wwQEwui/JCo33F8+Zjt+GB83jv+fRH8gelFm35I05P0PMR8RjdDXCulni/81o4lHXagTdYtXb0V/kJ7+Z1y25TAWGBN8/5w4jPFv6J37aLTp8UXVfiB/3hwNey4wPGvsRZXxzFijPbR9kfaUfBY1Edw5psE35BHSb5UMGCMxJor+hT/9Tb9TN/pnEkHLcgRMJQEJSEACEpCABE5CgBfIk6Q37ckJsGpZb6H+0WTJOegYvdVlExMhK8ZYvSN/3xvdKgSgh8bzddGUE2MhdZvEflM0t6jHWJlCYL1RcmN1lbbE2kv9YGJxhhwBiLbF2Vsh5LIq/eMzUjwnYUxcxFiren9yZ0IixkQxIXPGiavbwg4KJiCY7OjbfiYnYMY46JOGCRPKYGW9uxbHfcmXOr08QfW4jLNT0f/kj0CJ2Rmpw/Nn4/fn0eeMnqXIf9Pji/pcOX94FvvupqDtsF7185VqTBSCORNyTBq1QvskUoeFutEWJn86gvXaEAGLkYAEJCABCUjgwAkowG9/AHwkVfiz6KLYDs/qWHHPM78yEa4aXasXxMHqfoyJQoi5Y1xsTY5xRLE1lzo8Ib7op8WkXjGOKSYX7hVf6hnjxIp6cQ6cbeQIfm2GfxmPJ0VTr7fE/N/oVt0vHqyid6VPUKdiMoLdBSWQLciU8Qfx+O9oJlWYXIl17YoV63c1pSA4f13jVzsR8tit0DUBwRZrVkxpDybbtuu02BkHj4llFjOOeLC9+vsTr1bwqcfLtDIumkR8Gm9WGYkyukb+sL28K968/v+epH1+9LTV4W2NL9r+9NSL7e0xxop+gBX9wjjjuRsHVH+mPV+fThwEb9I+I/Z6xwa7OF4YP8KK/pu4W0V/Uu7PtQFx06dM7JCe558t9fE+otiNwq4U+utIgI5dIWA9JSABCUhAAhLYdQIK8NvvQW4jR+Cua4Jgycty7TfNfvYEXCC6KATPlxRHZZ439vtE14qXfLbs82JPHrdMIJrt1giQ+LOSGu8jiq3SrH4f8VzSwVldhLw2OeVS/o8kgDP41IstvaxKc34dgSNBE3Xr2NhaH6OXYiWSiDAoZ84p42rxJOwiMVkZj7ERxdn+uiB2CEw7ewwXPkHXCtaMIwTab0tGbNemPZisgrP1nB0OCZqoW8Q2i9m1Es5YjDFWTJ6QJ3zq8VLK+LHEapldL35dkwzxHivSIJi2v0WPTijPQNv/bNVnZ0SCJ4qxeKe4ENZjHFHbGl+svpcJGHYJwJ9+gBUMGWf0I2O7Hctdz9dfp1WcRyctbWVbe7zGit8QztETVnTb10y4/Xpi1/0Z54gdJpTHcYfLxIP0PP/s7uCuAMZUvCeKSRbGHv028dRyIARspgQkIAEJSEACWyfQvjRvvUIHWgFWUrlErTSfLcF9t7jzQl6fm2VltF09R7C5STKvVwP/Pm62w/5xTC7TinFMfTY+d4smbYyJQjBBIJl4LGn5pqR7YHQ9Dr8Q91Wi7xpN+TGOKISVh8QHoRvhO9aJIg0rmBOPORbKYmswAlYdFYGKld//qT3XbG+PPNBX9bn8ungmK+j32u/ucdAW7jWI9YhihZYt+kxKsCpcB7ISz2RN7YednR3tSisCJCu08CFOrSkDofGK8WQrfIyx+vL8vW50l0Ko5Kw846mEM0nA1ngmFlh1Lv7FZBX7+nFQjxgThdDZ9v22xxeVQ9i9eCzwh1GsE8Vzx+4S+NDuEgAPJgCKexUmdyognNd5sesEQZwdDNSlDsP+ifxBuOeSx7Z+900YQn8MlQT6ETCWBCQgAQlIQAInJ1ALTifPzRyWJYAg+oYqMQJ3uy2+Cp5YeYFG2J14xPK70Qi5MSaKG+R5gZ94xILgzG3rsc5UCB1su+Vlv47IFu7avYydCYRW6OJCra4dBG3+CIsIcvVWYlZsWVWGXxu/y/2H8Xxb9C4pVuXbLdAIs1z61iWE1W1jy/Yd4lFPWLCizWfr4n1EsTrMynbxZLKDy9iKe5rJSvHDm8ALxs2OghhHFPlf4YjPaHTPuNlmzriLtVMxgcCxiXr8IvSyY6BOsO3xxSQQEyvt81jXEfsf5Q8TaTEm6tyx9R3HiTpTMVFy08Sof++ZwGPiACE9QVMV/cBRC34v6khXioMJoRgqCWyEgIVIQAISkIAEJBAC9QtdnKotEWCllxu16+JZYUUgrf1aOxeSsa28+LOKzyVzxV1MVs/IH0GcOJxvRWgo4fNMzmi3K8TnmJdoTjgrvDds4nDp2fMav1nONyYQ4TXGRLE1edrK9STSKcuLY8I+xtYVjNu6tFvkqSQTMQi+2NEIYuxIQKjFPU+zqv0bTSRW7tuxxm8Dgl+Jyko6E0bFPctkF8g/JQIr8Qjj9Ol/xN0qVpkRvIs/Ajk7BBAai980k0mv32sCESjZ3o/3EMYXk2nsGKA+szQCfjuRxDGI0pZZafuEMY44KlPHRSCHd+03zU5/cKShPh7B+OB4xKomGaaVrb8EVkTAbCQgAQlIQAL7QYCXsP1oye63AqGnfkFmG/2ss8O0uBWAWMVHsCGs1v8cB2dkEW657IvzrQhX8d6aQsjmXH5dAQQehJnab5YdwYLLz2rBl5u1YTcrHWGU80EsA9H/mXq0QjjnjeM9UQhLfCZu4hELkx7tkYl4z1RcBlifoeZTZ/WkAIk/lz982izGWCHMI/RxjnvsMeMPK/xsX2eCiTPfnL2Gd50EAftitUfstGXeinCiTdQrY6MdXAD4+Og8jEwAABAASURBVNg5S89kVayjbY8vxiSfjqMufXQ7QdYnTd84PGf1MRuYLTKBRzn/mD9stY8xURxjYXfPxEOLBPaWgA2TgAQkIAEJDISAAvxAOiLV4AW53kaLsMb2eMwEH1Nc5sZ54zqAVXYEh9pvqHZW8GthkEmGty9RWSY9akEcXufrkQ8rxIsIiz2yPFEUWLQr3FxIWGfKajWXutV+fxEHExkxeivaXq++Ipy3Rxn+LblxK3mMieJmdSZ+uJmeS+zaCYZJxB6Wdos+SV6dP4u0hR0YHAHgvgiOXjCZUyYKtj2+eJ45TpAm9VJd9z30StgjErs26mg8Z3ypoPbrY39NItX9w0TgKo7SJFuVBPabgK2TgAQkIAEJrIqAAvyqSK4mH7Yb1wI42+hZyezKHQHl/FUAgiyr+JXXiawIwqxicj6alVHME2XYJGalvPZiVRDBsvbrY0fIfV8T8Ycad5eTrc1d27q74m7LrxWyOEfODoq6PpwhZ/V5Ec0n99oV97Y/KIPt7GzRx140kwwIy5yHhx9jDjfCHGOmxJtn0g4mLUo8BO+u3SMlfFGzbc+mx1fXjopF27CK+Ox0YJKjzosdG/Rd7dfHzuQNExMl7qyLFkscTQlI4OQEzEECEpCABCQwIaAAP0ExtvB5MlaYFtGkGSdewR9WU+uzsAjp3BLdlTWfx+IFuoSxel+/XBf/eSYr+ZyRZXs9N4I/Kwk4I89WZM7Ls62d87OrHiusJqeoiUJ4X0aoYMKDy9kmGfW0kKbdst4z6VqinbkjV9pWeyPAt/Eumwhc3LeI5hK89sw7AnWyOqJYpb9NfKZxYkywjZoVeW6/ZxcFdu5lOEPSzVKkrQV+2lpfSDgrbZ+wbY8vJiMYY33qus447K5oz9LzXC9TJpMsq+yjZepgGglIYGECJpCABCQggX0iwEv0PrVn19vymTTgBdFFIeB0baNn+zErryUewg+r98U9yyRPVqifnEicc2arNFvQKffB8btOdLt6Ga+dUmzrZWJilypNn9T15dZ3dgnUftuwc+6ZLeqca59XPkIzq/F/moiMK26UbyccEjRWrL6zmj925A+X+A2hvanKXLWL42tuo5aM0I7bJbMxmQQkMFgCVkwCEpCABAZFQAF+UN0xrgyfUGNb+NiRP13b6HlprlfmWbVn9T7RZypWWbkRnM9bsQrbrsxNS0x91nlGd1q5y/p/KgmXWc1Psq0oVknZbVEXzpbvoZzR54I1VtU5J/+UVHLainyCJgrhnE+9scW+z6WCk4Q7YNm18bVOpEMZo+tso3lLQAInIGBSCUhAAhJYLQEF+NXyXEVunE9F6Cl5cVYZ4am4MVmV57Ne2NEvyx9W72NMVayi8om5q0+NcVoAK6GU/9A4rxTNVmu2br8w9l1RbF1mV8Ku1PebU9H2iwPcaTCvT1mlJx27Kk6qb5w6zFIcK0GQv0kiIZwziXSP2JkMijFVMX5ZxWfyqI7EOKv7iDE27b6HOt0Q7Ls2vtbJbJcm9tbJwbwlIIH1EDBXCUhAAhJoCCjAHwXCFvJFBSHSHM3lZC7OmXLuvM4FoZt64Yegw5l07GhWx5+LZYZmyz0Xl31HE4dz5w+JH7dUI6gzHvjcFDeMcx7+pQn7dPQ6FPWu8z1rHFy4FWMhRRrqXifqs0Jcx9+2/VypQHts4fXxa3cRIPB+Mf5FcQfCNoRe6sDFgXxWjlvxEegvnEo9Lrrt13iNEOK5YwF70Yzz+jw1uxDqSakSb1mzrcehji/GDBMONcdvqx0L2Dki0R5NIf8FsjCqBCQggU0SsCwJSEAC+0cAgW3/WrX7LWKlvL5oCgGbG+FpGZ9IQ2NHs1rOqj32aZrPzfEJsDocYYuzvFzC99oEIKizyhrrRhR1rstjcmEZwYLJCQTEutKsFNfuIdsRXFn9LhM01JWV9VdiaTTb6pl0qb3PXTu2ZGeigTF765TPZMrNY3IJYoyJQoCvj2xw4SKr8CUCkwCMgeLuYyJMwonb+jGZpPqeUwkdX6eBoG9gcZrrtL/snqj74jTf+X/50gATfCUm9xzAvrg1JSABCewXAVsjAQlIYIAEFOAH2CmpEjdYvyFmUQjaRWi/ajxrYY/L51jNjHenQkC8VhPChWRsf56Vrk5ypjiKYBTrSlT7SSrKYDV30cy5Qb9evWZS4N2LZrLF+OdJ2fRpjImi77smIdhSz9b6ScRYmNxB+I21t2LL/nsSG+GrCL7UI14TxbGNX4uLcC6X4zx7nHMVq/NPSqyHRdeKfqovtEN4b9tyiTpBDzu7DziXz2fSuCvi55OmTHQ5vgLjlGKS75R1bMCMMTB2LPDnIk1cfqfqicYmWKcEJCCBwyZg6yUgAQmsg4AC/DqonjxPtqU+NdkgjMYYq8vkL9vnLxizKFZk+XxccXeZCMZMANRh3BLOinvtN8tO+mWE61l5Ijy+vYnAp9BYVW28pzqZnOAyPswS6eOxsL07xuAVuwc4gsFW+FJZ+vzxcXRNrrCayrGGBE8UAjzn4CcePSx8eg4hrgi+fCqOLeZ1UoTpe8cDwZgwdnD07Rva8MaknaXY1t3GoV6LCJZ8wo7b7Es5fE2hTAo4vgqV0YjnjE/8FR+YXbs4eprsjuALFXX0t8SxyO9IoqskIAEJSKAnAaNJQAIS6CSgAN+JZRCe70gtPhBdFII7QhSX0RU/tr4jsBZ3l3mGeNYCYpyj1o3fNP1lCUCQ4/xrrCtTCKPtWf+LJ3e2WsfopWBywybmi+NGeIsxaAVXLgpEQK4ryor3K2qPxv6auLkFPcZYcW78PrExGRBjruIyOXZf1BH5ggHjrfb7kziYSIoxVrCuv3ww9pzxh23adTDjlM8W1n4vj6M+B89RiJvGr95hEmenYjKBLft1IGyKQHno46vm8qE42jF1+/h9X3QfRX/cMhHr+EzSPCt+mDFUEpCABCQwLALWRgIS2FcCCvDD7VnOCNer66yY8hJdrzY/M9Wvhaw4jylWcv++8WXVlvOsjfcxJ1uzHxXfrtU66sGLfYKXVq9OyvYWc7ZfXyP+8xQTGb+XSAiwMcaKi8ueGNvQhYqzp46spLPjINaJov73jKsVdOM1UWytp90Tj1iYBHh0zHnnmunPX008BOUYE/XbsRXBN9axQqjn84RjR/7AGbbsxohzpmJsMVbrSFzKx5np2o+jHNxQX/vdP455/c+k1G0TjwmfGGPFvQFPjq3u+0MZX/QNfZvmdyp+I3iu6nsJ2H3BlyXm9SfP+C8m17tH14qJpnYHRR2uXQISkIAEdpmAdZeABAZLQAF+sF0zrhgCelmh5AX9ymPf0/6wVbg923payNG/XVuVOc/O2fl2lbSkZHWYlXCEuFsVz8bkwrl5AmOT5JiTs9UIBrVgQdnPS0wmDuoz0/EaKzj8Qmxs32Vbb6wT9aDY3hk9NMXuBc6Ac1ndm1M5zmcjdMc6UTDg8jfaNfHssCCgcr6c/q+DbxAHAhVn1xG64jyi6OvXxedm0bV6VRyMsxhHFOftmRSoPWkD8dnqjhBdh2Gn3EvFgrDOGIt1rNgx8Iyx7egfBEsEdsJLCL9Jz47jbtFd4+ss8UcY5Qb8WCfqCbGxVTzGRO3r+OIrC/UkD5NpHCXh2Zg0vrGwO4GjGbU3k4LcF3HdeHb1J0I+k0U8i/RLoo1Vn4mmcUT/SEACEpDAYRKw1RKQwPoI1C9l6yvFnJclwGpru7W55IUghYBS3LPMpyewXYVnBZvVby6hYissL/essPJCz/ZjBPzvTbqiPhwLwmOMseKFH4Ft7DjBnxclLcJajCOKc9kIkVy2Rr2oHxMWCC6PSUwE/RgThQD38LjqOsa5VnWj5E558zQXtnE++ymJzyf6YhxRCO9saW5Xo49EqhyfiJ3JAASpWCeKPuV+A1a6WV2FGXcp0Mf09fknMU+zcAnZHWOFc4xjiokUjiTUAYwJtmOThlVYykBjp1zGZTuxwlEBxnKdT7FTL7bCw6D48buEgP7ZeNDn5M8YYCwg7MM9QRNFmRwjoB8mnqcsuzy+TjXhmMEz8NeNLxMz9AlHFdDt0RImS+6aNLCKMVFMkjG5wk4d+hDWjBny5ygKwv0kciz0U5+JpkRVSUACEpCABJYiYCIJSGAGAV6UZwQbtGUCvJAjSLfVQFBBQMNsw7rcCN8IxKzcteHc2s3lVGzn5vzxuRKhHhekQbj8mfgjOMQYK7aB9z13PU4w5Q9tQMBjmy5ltdFYJaRe1I9Ly+q6lbgPiWVa+gQNWiGk/nRqyKQELGLtpVip5ygEQnibgJVr8oQZwi593MYhHbffs8uiDStuhDry4Fb84ldMymAXAeFo7PiV8GLeK5Z5EytMFFAXtsEn+kTR1/Q5+TMGGAuTwFMW6sbuA56VU15HDJju2/higo2JiSMNjYNJLSZP0O0xiQSPYHTNWJiwi3FEkZY+hDVjpmtrPWP1KklFf8VQSUACEpCABIZIwDpJYL8J8IK83y3c/da9JE1oV1oR3jg/nKDeitVdtj5/pHeK0YgVY7ZC/+ZoNGJVD6Ev1rFiC/15x7aT/0HI+q1kU1aQY+2lYMCq8l0Su0v4j/dgFcIxwi3CFqvcMFi0shwX4OsAbHFmZbRverbGk47089LwpYPLJxKTJIuUwRZ/BMIHJG2fvmGcnyNxuyas4n1MkSf9Tt2o47EIlQds9218cQEkO2uqZh6xwpKt9Uc840CIv37M60X/U3Rf9dhEZPcFdzfEqpKABCQgAQnsKQGbJYGBE1CAH3gHpXqsnr8pZq1eFgcv4jEWUpyBPmdSsNrJKlr7As9Wb7bYskX2GxPvJtFs144x4pIzztFiL5qVT1buivukJtusL5RMED7YQv2u2BHUYowVdvwIIw7nvd86Dhn2HwRftrHDFqGT8+h83o/z36xqnqT2pL9dMviGaLZNU0ZXv7IVvfQrF8CRLkl6KSYbqDfbrdmtwdhpj2TQN3w1gcmecydXJgi4RA7hOc5eirHGBXbfmdj3jaavyTfWscJOO+4QF+ezmVSgbnH2Uvs0vrjbgnPv10rLYQKbWCeKFXTG2MSjsnwxdu49YBKOCRC2zDNBF++Jan8Lfj4hHF+IoZKABCQgAQlIYBoB/SWwbgIK8OsmfPL82S7L5XWcNy+am8SXzZkXfbbf8uL/Tcmk5ImJEHiZ+HHeGIE91olCEGMbPvGKRpgjv0mkWBDsEB5KHEzKS1AvRTmcF+dTZ6zIc8M2eaCx40cYcYjbK9NEog7kUfQl4lcfCYhzpupqV8lrnsl9AXy+DbYIne9LSQhRMVammNBhRZYyuvqVs/dd/bpIBRAan5MEjB225dftpm/Yts1xC7bln6R97PTgTDt9Tb6lHOy045GpQzs+49VLMWYYO4yhrvzxI4w4xO2VaSKddHwtkx7GTKbABDaFEyY7UxDCU7WpimeX+wyYCGif2Vm/BVMzNEACEpCABCQggRMRMLEE5hJQgJ+LyAgSkIAEJCDi/aRMAAAQAElEQVQBCUhAAhKQgASGTsD6HQIBBfhD6GXbKAEJSEACEpCABCQgAQlIYBYBw3aCgAL8TnSTlZSABCQgAQlIQAISkIAEJDBcAtZsMwQU4DfD2VIkIAEJSEACEpCABCQgAQlIoJuAvj0JKMD3BGU0CUhAAhKQgAQkIAEJSEACEhgigcOpkwL84fS1LZWABCQgAQlIQAISkIAEJCCBlsAOuRXgd6izrKoEJCABCUhAAhKQgAQkIAEJDIvAJmujAL9J2pYlAQlIQAISkIAEJCABCUhAAhI4ncBCNgX4hXAZWQISkIAEJCABCUhAAhKQgAQksB0CxwX47dTDUiUgAQlIQAISkIAEJCABCUhAAhKYQWDlAvyMsgySgAQkIAEJSEACEpCABCQgAQlIYEkCQxPgl2yGySQgAQlIQAISkIAEJCABCUhAAvtNYM8E+P3uLFsnAQlIQAISkIAEJCABCUhAAodLQAG+7nvtEpCABCQgAQlIQAISkIAEJCCBgRJQgF9hx5iVBCQgAQlIQAISkIAEJCABCUhgXQQU4NdFdvF8TSEBCUhAAhKQgAQkIAEJSEACEphKQAF+KppdC7C+EpCABCQgAQlIQAISkIAEJLDPBBTg97l3F2mbcSUgAQlIQAISkIAEJCABCUhg0AQU4AfdPbtTOWsqAQlIQAISkIAEJCABCUhAAusloAC/Xr7m3o+AsSQgAQlIQAISkIAEJCABCUhgDgEF+DmADN4FAtZRAhKQgAQkIAEJSEACEpDA/hNQgN//PraF8wgYLgEJSEACEpCABCQgAQlIYAcIKMDvQCdZxWETsHYSkIAEJCABCUhAAhKQgAQ2QUABfhOULUMC0wkYIgEJSEACEpCABCQgAQlIoBcBBfhemIwkgaESsF4SkIAEJCABCUhAAhKQwKEQUIA/lJ62nRLoIqCfBCQgAQlIQAISkIAEJLAzBBTgd6arrKgEhkfAGklAAhKQgAQkIAEJSEACmyOgAL851pYkAQkcJaBLAhKQgAQkIAEJSEACEliAgAL8ArCMKgEJDImAdZGABCQgAQlIQAISkMBhEVCAP6z+trUSkEAhoCkBCUhAAhKQgAQkIIEdI6AAv2MdZnUlIIFhELAWEpCABCQgAQlIQAIS2DQBBfhNE7c8CUhAAqORDCQgAQlIQAISkIAEJLAwAQX4hZGZQAISkMC2CVi+BCQgAQlIQAISkMAhElCAP8Ret80SkMBhE7D1EpCABCQgAQlIQAI7SUABfie7zUpLQAIS2B4BS5aABCQgAQlIQAIS2A4BBfjtcLdUCUhAAodKwHZLQAISkIAEJCABCSxJQAF+SXAmk4AEJCCBbRCwTAlIQAISkIAEJHC4BBTgD7fvbbkEJCCBwyNgiyUgAQlIQAISkMAOE1CA3+HOs+oSkIAEJLBZApYmAQlIQAISkIAEtklAAX6b9C1bAhKQgAQOiYBtlYAEJCABCUhAAicioAB/InwmloAEJCABCWyKgOVIQAISkIAEJHDoBBTgD30E2H4JSEACEjgMArZSAhKQgAQkIIGdJ6AAv/NdaAMkIAEJSEAC6ydgCRKQgAQkIAEJbJ+AAvz2+8AaSEACEpCABPadgO2TgAQkIAEJSGAFBBTgVwDRLCQgAQlIQAISWCcB85aABCQgAQlIAAIK8FBQS0ACEpCABCSwvwRsmQQkIAEJSGBPCCjA70lH2gwJSEACEpCABNZDwFwlIAEJSEACQyGgAD+UnrAeEpCABCQgAQnsIwHbJAEJSEACElgZAQX4laE0IwlIQAISkIAEJLBqAuYnAQlIQAISOJ2AAvzpLLRJQAISkIAEJCCB/SJgayQgAQlIYK8IKMDvVXfaGAlIQAISkIAEJLA6AuYkAQlIQALDIqAAP6z+sDYSkIAEJCABCUhgXwjYDglIQAISWDEBBfgVAzU7CUhAAhKQgAQkIIFVEDAPCUhAAhJoCSjAt0R0S0ACEpCABCQgAQnsPgFbIAEJSGAPCSjA72Gn2iQJSEACEpCABCQggZMRMLUEJCCBIRJQgB9ir1gnCUhAAhKQgAQkIIFdJmDdJSABCayFgAL8WrCaqQQkIAEJSEACEpCABJYlYDoJSEAC3QQU4Lu56CsBCUhAAhKQgAQkIIHdJGCtJSCBvSWgAL+3XWvDJCABCUhAAhKQgAQksDgBU0hAAsMloAA/3L6xZhKQgAQkIAEJSEACEtg1AtZXAhJYIwEF+DXCNWsJSEACEpCABCQgAQlIYBECxpWABGYRUICfRccwCUhAAhKQgAQkIAEJSGB3CFhTCew5AQX4Pe9gmycBCUhAAhKQgAQkIAEJ9CNgLAkMnYAC/NB7yPpJQAISkIAEJCABCUhAArtAwDpKYO0EFODXjtgCJCABCUhAAhKQgAQkIAEJzCNguATmE1CAn8/IGBKQgAQkIAEJSEACEpCABIZNwNodBAEF+IPoZhspAQlIQAISkIAEJCABCUhgOgFDdoOAAvxu9JO1lIAEJCABCUhAAhKQgAQkMFQC1mtDBBTgNwS6RzFnTJzXRv9fpZ8a+yrUXZJJne/n4z5ftGr7BNq+qftp1fZVjadNUvupFFZz4BnhWYn3zqqzpeYfi67bRTvjdUy1cX12RyOZHBsmekhAAhKQgAR2nYD170tAAb4vKeNJQAISkIAEJCABCUhAAhKQwPAIHFCNFOAPqLNtqgQkIAEJSEACEpCABCQgAQkcJbBLLgX4Xeot6yoBCUhAAhKQgAQkIAEJSEACQyKw0boowG8Ut4VJ4BiBB8fnS3rqH0+8L0TX6qpx9E1/48RVSUACEpCABCQgAQlIQAKDIbBYRRTgF+NlbAlIQAISkIAEJCABCUhAAhKQwFYIHBPgt1ILC5WABCQgAQlIQAISkIAEJCABCUhgJoFVC/AzCzNQAhKQgAQkIAEJSEACEpCABCQggeUIDEyAX64RppKABCQgAQlIQAISkIAEJCABCew7gf0S4Pe9t7bbvrOk+JtF/2n056L/r9Ifi/0p0ReO/rLovupsiUjaktdr4z5jNJeyXSzmm6NL2D/H/vvRF4o+Q/Q09ZUJuEL046LfH/1f0SUPTNz4PzL+Pxk9K68EdyraSFtpc11/8ofNO5PqAdE/EE1bYgxKwRjW1BdNG+gLKvlD+fOS6C9GE0Z7Xhb7T0XT7hidirALJOQ3omk/6UhfNPn9VcJgdrmYxI9xIkUe10oOjEn6tZT1t/GjnHljJdFmKvruuxPjl6NfGf3J6FJGMfEjjGeDZyRRNqrot19Jie+OhnGpV3leLhP/ZcZ4ko022X76knHBM07dSzsYR/jxrFIf6nVSvYnfCJifKxXld+ZDMeu+Yaye9DcoWaokIAEJSEACEjhEAgrwVa9r7STw7fF9cvSnon8nmhfpr4lZq++MgxvO3xgT4em6MXmBjbGw+oqkeGj066IRCGOM1dfn789EU8YlY7bqzPEg3WdjvjT6ltHniEYwiDFRuPG/XXwQ/D4Q81LRfYQD4lAH2kg9aDNtT/KJgs154rp7NHn/WUyE4hiDVvwW3CY1/IvoK0XjjjGiPZeP5Q+jbxrdqq+Kx22jGR9MuNwxdtpPulgnivwQhmH28vgS/yTj5PzJ433Rz4lmTNKvsY7Vt+Yv5fxJzPdEXzx6EUU/M4H09iRi0uFhMS8dfdboVuFHGM8GbXpUIjAWY6xVwfc3U8LfRfMlA4RFGMc5VuV5+eO4GIfwirWX2mT7KYvnj75kXPB8UfdSUdqJH8/qs+L5DdHLKvpl3b8R1I3xxrhjUoXfme+LZ903jNVlf4OSlUoCEpCABCQggUMmUL9UHDKHVbR9H/PgxfodadjPRfdVCDTPSGQEGl6+Y+2tGI8IgKx4Tkv0lgT8eXStfjQOXpjvFJOX4xi91fcm5quifykaYSJGp2JC4q4JYTWQNsbaSyE4IRTDcFb+vTJbYyRWslktpA+6imHS4hVNAJM7r48fgiTCUay9FfEZJ49OikX77JpJg3BO38U6U/1gQl8dzeREH/7UBSGPCSTGVZIupCjnTUnxXdHrUt+RjNlBwcRJrHMVnOB1jbkxR6NNtp+y7pE68fxRx1hnqmsn9LnRywjx9OW6fyMYX0w2MN4Yd6lqL0XbYXCfxIZJDJUEJCABCUhAAhLoJvD/dXvru3kCgysRIYnVu2/sqBlbrp8W/ydE8+L53zFbhcDKy/bXtgEz3Ky4s3JdorC6SDlo7Pg/PX8+E10UgtKz40CoiXFEfTwuwqgnmrp+Pn5d6r7xPG/0NHW1BNw/ulXUqy6DCYb/bSLxnD0mfj8RPUQFO4RW6kn9/jV/aNOTYrJ6G2P0wtFo9Nej0//Rr2xT//HTvSa2f4rtD6Jhjsb+L3F3qVvFk+35MXopxgiTQ7WgU+pLWa9JLl38mZyYJ8AigE2bQGLcsJuCMtCMyY+krC71w/G8V/SXRq9aseOBZ6DmTnsZd6VePJ9tufCij9kF0YYV9ybbX8q6Xym8Mvk9YczQHkzYl2B237DLAQ7Fb565qd8IJusem8qU5yjWsWLs0w7ag+Z3iDaOA6s/94593hhNFJUEJCABCUhAAodMoH3ROGQWu9321db+x5IdQlI7Pp4Zf7YnIwSwRZlt6pyx5WX6eglj+3qMieIs+q/H1VeQQcjgxR6B5A5Jx/Z0ykGz2stKFau2CRor8kVQ+v6x6/Q/vx0rEw+8uLMiRj3R1PVMCeP8OmdQY52or47tJtGUH+OI4mwzL9c1jzckxvdEf1t0XQbbuVld/tX414r8aRN1rv2HYKfNsKcuD88f+pg2ca6blUT6gckLziUneKxunb9sHY8xUWyzh8k3xYcJD5ijsbNqSl6s2Cd4oiibOIyhiecMC0csCsO/STzqQN7Ul3zYNdLFn75DuEK4TrJOxQQOq6B1IGVwNpsJCyYPKAPNmGRrNP5sYa/TYGcCjPZiX6WGV9nZghB4l2TOnQaMu1Ivnk/ayV0ECZ4o+oaJtYlHY9lk+y+SslvhnfbcPP60jzFDezBhTB/QFwkeIcT33QXDWNnEbwTn6u+Wyn1ddFEfjYXfUn4/aAftQfM7RBtpK21OtLGib5lAor1jD/9IQAISkIAEJCCBlgAvta2f7uEQuFGqgtB0Uo0QnaymqyoEQYrV6PpFFIGa7brXT7y/j24VFzQh3CM0vLUJ5IWVF+7Ge6bzngllWzb5xjpWMOCFmAuuxh75g4CEoBTrRCFo/mJcn47uUuTDFmfOOLd1RQiq213S8xLOGePiRvhnOy/no4tfbbJiCMN6NwHhCCHtZAP+Q9GsqCMQ/ntTIQSnf6j8vjn2VhDkLDrb8KcxSZIRq/lM6jwPR6U5M89lbJXXXCsXg100sdiuTJ/GOlGF/8/Gh7EbY6yY1EFAQqgbe1R/EJ6YwGGipXgz1pkQYCdKPRZLOCaTVghupMVdNOOIdhX3qk12HSAEPyQZt/0Vr9F78wehEU6xTtQlYkPgj3FEbbL9/MZwqbVUIAAAEABJREFU8d6XVzWgPdTtifGrhdo4R7CnD+jvtj2Ez9Kb+o04eyrBb0qMsaI9Px0bkyjt+Iz3iDbS1hvGUYezS4eV/HirJCABCUhAAhKQwHECCvDHmRy6D2dFETRrDg+Mgy3g9YtmvCaqWD4RCxeTIfjEOlaMMS5y4qV97DHnD2etOWc+ryyyYSUdQQk7GsGaM9V90rLN+xEkqjRCJCtjldfYeu78RcCJMVZsV/7HsW36H+rAFnTqVGKxUswqZ3EPyeRm7MenQggWMWYqJjO4hKtEQlhhwqJPWoRNuP9PSRyTFUdWKWPtpSjvBonZtVU83mMFf44BMHbHHqf+MOGDUHfKOTEov51oIu2HJzGmWyiLLdLthBA7QKanWj6E8tgBwTiclQt8mAir47BroH5mStgm29/1G8MEIRNrpT5dJu1B4P1CV+AUv039RrDrgee7VONdsdRHTuLsVOxaqe+W4HemHYedCfWUgAQkIAEJSOAwCSBcHWbLbfU0Agjg9coYAmhfoZg8EXgQfLAXzSrmjJvYS7SxyW3TrPiOHXP+sNqL0MnLMudMn5/48wTrRJko2lYLA9x+zeryJMIpS9lefso5QsjvWsUt4cXkE2NcuMdkAeen2doPnxI+JJMbs+HRp060hzFBm7CzOto3Lflzdpy7A7Cjmdz5Fiw9NefZ5wmvZIWgyyQKk0K40QivrPRirzUr9ewiQRAnPsLiH9UR5tgZf6x619HqSY7a/6R22s6n/frkQx8xaVLiThvjm2z/VVKZ+jeGOr4ofn0UbeerGH3iEmdTvxHt7wG/Ee3vBvVpNX3DsRLGD79jjFd+A9t4uiUgAQlIQAISkMCYgAL8GIN/ThHg5f6Cp+zFWFQoJh2CT73lmm3J9aVbxJmm+XRXvTo7LR7+rFzdajQasaLH6hc3Wo/W8K/dtnv1lMEKMKtlsU5VCJAcg+BMOOenfyExEVZiDE59MDViZTvGXIWgwa4K2kTbrpMUffssUU+kqCOXI/bNhFVQJhjq+AjwrcDF0QyOX7DtnPsWWFHlyEadbih2LkGrL3KcVS92xTDJUuIwZrt+9zfVfrbvsype6oO5SHt4ptih03e8beo3gt87hHHag+b37vax9BHimfDk94vfMe6d6DuZkexVEpCABCQgAQkcGoGuF7lDYzDk9nLTNS/cJ9V8/qxPO7msrF415GWZW737pK3jsLqKIF77Xah2zLDzybUZwasP6pEjn9JjVbZE5blhFZA28sLdtWpf4u6KyQo8/T30+vIpMFbH+9aTNr2yicydBmwZb7x3xvm2E9R00d0OJyiqMykTPif9jWFCjS9MdBawJU8mwHiG6uK5EPF98eC8PxNC/I7HqZKABCQgAQlIQALLE0AQWT61KfeNADc7s0JW2sW2zlpwLf7zzP9IBC5vijFRnAeu854EVBZW1Siz8lq5lduiuSiKm8M5f8rugHmFsIqLwN7GY8WM2/pZfWPrPrecc8M0ZbRxh+5mpXaddWQlkksOudiPSSEmi5Ypj1Xxf1swIQI/Y6skY5x/S3GcwEQg48Z+dmO8PPlgxli76nPXwNorkQKWaT8TJ9x5kORj9bn8rXcIxDlXkYat8XMjLhmB53fR3wh2RHCspC2SL2fwW0N9GbfsHuCziTWDNo1uCUhAAhKQgAQkMJWAAvxRNNzAzYrdIpo0R3PZXRerc7yUlxbwosyW5eJexOR27kXiE5eL1OptqPgto8+QRKz0sVWam/O5yItzpbSH/NnGzqoYwleizlWMh4cl1qxzx5THN83Zrk0ZnH1ndR6BJUmnqcH4L9NfbeUZO7QX4Ycb4LkhndVvtmfTt6yePyCJ6hXYOBdS3GS/UIJEpj8oP9axYny0W+jHAVP+MPHE1wPYXs+4eVbiMSnAuXEmuH43bi5+3MTvKXc2sMMlRW5MrbL9TJzwO1Mqz4Qdd0UUdx+TrwzAvU/caXEYAzyzq/qNoBzGBZN42Ls05+L53CETh/yucm8E4+k7uiLrJwEJSEACEpCABLoIbOKFs6tc/Q6PAJ9Z4hvs62o5L8d82gwhkdVWVsRZ6X16CuSGaz4RR5w4l1KssF0jKZmw6bMCyhlYVuc/lTRvjqZ8BNxYV6i2nxUr66wovjFVgTvtZYKEC+HuHL9LR3O3QoyVKD4ptmhGjAUExb7p6CcuXWTXBZM+rJyyRfoFyYDVVM78L7uDIFkMXu1r+3n+1/kbwe/CbdK714vuMyHGRBbjieMAbLXns3NMLCS5SgISkIAEJCABCXQTUIDv5qLv6gmwysbW+lXnzAsvN+ezKonAxTbtvmWQhtX1vvFZyWVVGYGU7373XQ3msjd2AHDJHgJv3/LWHu8EBSDk8XUBBA9WFLmYrO/vCdxZvT5B8Qsl5cZzxkmfRFxg97xE/MtohD2EvljnKlZU+whtczPacoR9bD99v6nfCCaYmLz6xvTjVaN57mPMVXza8IWJxaRf3zGX6CoJSEACEpCABA6NQN8X7kPjYntXT4Btr6xQrTJnhGFWsJ6RTM8cPU0hLHKOne+C/2Ii/Ug0Qh0v2AjlcS6kaMtTkoKXbj5LRj5sn8U/3lPV/RLC7e0xdlohvMOR4wKc8Z3VmL9PIJ9mY+cCuxDYPs3uhGXP3COMJcuFFBMus8ZHyYw7Dd4UB18ZiDFVsZrPLoOHJsaVohHWKAMBLM6dVfvY/m39RvBbx23yfNWDMX/ZjIrHRTORGWOqYtKI4zqLHPGYmpkBEpCABCQgAQnsHwEF+KN9ijCIcLKIJs3RXHbXhTBbr0hz9hUBdZkWfVuTiO3Vdd5N8FJOtrT/UkdKzl3zIvwDCePlGaGPLfycP/2t+LG6ygt2rCdWbK3nRZ0z3xwRoN03T65vje5ShO36rfWccWfct78fXFyIYH+uNBwWPEfcM8DZcXYu8A3vahdGYi2u2Ha8aCrGABM2JR0r5QjhxY3JpWLcldCeR+aCNep+yURCUKfNfPKLXRWcX35p/D8dvetqU+1n9wXn+AsvmDJGiruPiXDbd5V6CL8RjHl+k26dxvHs02aOYfCJOyYX431E8VvC5OARTx0SkIAEJCABCUgAAryMYqolAAEuhqoFGwQVPn9E2CKal2vOENdpWAGft0Jdx59nR+C4YyIhJMYYK85f87k6VrueGh8+N8XLc6wbUUxQIKA8MaWdPxph8A0xa8WL+Xlrjx2zIzzdIXWub+9nMgSBhHYxQcI9BJwdT7SVKyZIGF+jUf+sOVZBvUsKVv/rcY7/FfPnotG1YsWUryewe+C1CUBQp49j3Tu1qfa39xEwjujTRYAyOUS/zEszxN8I6sw4ek4sl49m5wY7iGKdKCZNuRRx4qFFAhKQgAQkIAEJFAIK8IWEJgT4HBqf6cJe9EWKZQGTVSaEpjoJt7LX7pPaWeU9X5MJAj0XxjXeU50IAQgQUyMkgEmMG8VEKOfW6A/H/j3RfRSCIjfRs4pbxz937dgxO5e3cXN3XW1W458bj77CLees+ZRbkiysGFeMr74JEdzb+jLB8K9VBsS5VuXGynjlzgJ2peCepxEq+46LeXltOnyT7WfihOeobiOfXqzd8+xwbicIu9Js6jeCHR4cu3hMKsEuFI6N9P3dZDcIx2rekbS1Ok/t0C4BCUhAAhKQgAQKAQX4QkITArxctwIwK6usJBPeV187EflcVIyxYsvstC3l4whL/EH4RvAoSflU2duKo4fJyj2XsM2Lysv5fRPpptFs3+bMN2fo4+yleJl/b6+YuxGJ7c5sAS61RWh/XRyYMXqpcha+V+QmEuOKLfyN91QnOx6u0ITyzfa6vgjfjKc6GpePsVJa+9X21k76RcZFm36b7k22n1043J1Qt5fV/0V+Y/jqwbyJN/KnTzbxG8ERndunwF+IRvBmjHKpY5y9FOPsL3rFNJIEJCABCUhAAgdPQAH+4IfAMQDcoFx/M/v7EuOW0Qi8MeYq4vMyW0dkG/mqhVjO59dlcFlVfc65Duuys0J2i66Axo8tv+3kww0Sh/JizFVs422PIbC1f27CgUb4ytQLgSXGWDEu+rIgAePj7lhOoO+ZtHzDO8ZMRb1+OTHYkhxjrFj95fOCY8epP7SnFQhb96monQbl3DshdTlxzlKDCtt0+1+S1nNrf4yxYkz0/Y0pcccJ5/zZ1G8Ex0X+pKnLNeM+S3QfRT2ZbKjj9v3CRZ1GuwQkIAEJSEACB0BAAf4AOnnBJrIFlMuV6mQITFwWh7BW+7d2tkYzAXC2KoBLmjgX3XcrcpV0ppVvJ9cRWEXkRvB5dSQNN0M/P5ZW4Cdt+0xw+R7bwxN9othhwHZ94k88OyyEs/2+fjnnmAKMO6LvhBfHARBY6sqySwMhtvbrsiN8cVN7PT5KvD7pS1y20T8wDnZHxOhUCKV3SgiXGcaYKL4ewKTMxCMWxiY7JWKdKC6taydeJoGVhTo8Km7GRIwjitVfxsARz5U4VpvJptvPJZLcUVG3gkmdG8djFi+Oszw+cbrGT7yPqU39RlDwi/OnnvjkDowHxa/PuL5y4l0suih+c15fHJoSkIAEJCABCUigJtAKK3WY9sMkwMs8q4n1Chkk+LQR38dGSMdda4QlbnvmHCefCKvDODvOTd213yrsrKRy6V6d1/3j4MIxhKpYjym26f52fPlUWL0NPF5jRTq2v44d1R+2/HImuvIace6bW8unrbLx2TLOxCJo1un43Nxf1R47ZucywnY3BULyI9MO2hzjmIIRY4p0CN/HIsTj+6MXUdwtwO3/fF2gTUd5T4pny56dII+Nf6vY1v3GxpNz1i+I37Sz1ghm3K7P1udbJV6X4nK2RS/c68pn5X5NhptuP8cXHp461DtR+L/oyfHjmWrHEUI9n7hjlZuJlUTrpTb5G8EuHT6XWFeMHT48711jlHj83tw1Fi6xo42xjtXL8neR40CJrpKABCQgAQlI4FAI8NJ0KG21nf0JIIjzuTNWz+tUXNT0N/FAiGMFjdUwPo+E0I9w3wrFr0rcO0dzS3mMlSrqwAt/nSnjmVUvPu3GGWbqh2bVlzPyrMjxKaeShgukWBEvbkwEM8xac0aVC81aHrdJJG6+52K7wgMTN3X4+YTXCoEFwQUBpvbfJTvtenRHhWkrdyi8O2FM2sAd4YVJFhj9WvwLW8bDx+KuFZNAtXuanckg7lQg/NL5w6WLCGqlTCZaKI+dDwmeKMYtl4VR/4lnZXl67O0qPEIjq8W0gbbQJsqhjXzdAAGfOxGSdKzo97pvaVMtmI0jDfTPIu1fRfvpf46itBOFPFOMoz8LJ3jDnWeU3yTuM4h3b7XJ3wjGNGOcsVdXkN9MxmjXGGInC79X/G6VNPC4Xxz8psZQSUACEpCABCQggaME6heHoyG6Dp0AAvlVAgEhN8YRxZZwBCRWmBCiimBWR+LFm3Og0wSmOu4ydgQldgWwWtWmpz5clEb90D+dCHyuKcZEcVkfF05xHnfiGcs0IYGJClZ9W4YLBoMAABAASURBVCE+SUYIcYUHJm78a42QST0QXGr/XbTTt10r2fyecPM3F/7Bna31XHpXt/EjcXDBFyutsU4UK/N9hF22FrPLou4HLhcsZbY7QCgA9nyya9bRBYRvhEcEMdLUmjbQFtpEObSRtpY4pOHeh5+JB0JZjLFi5ZU7EMaOgf/ZYPsnJN4SG0cPEFpjnSjYclEhvOHe3nfAM98+t5PElWXTvxFM9lw35bftiddo3hgiDsI/v5lwwa2WgAQkIAEJSEACxwjwonTMUw8JnCLAaieCFd8sPuU110BAQ/DnRXZdwnupBPnz+S/OIBe/eSar8AhafPObFTpWbOs0fH+ZS6VqP+wIA5yfvkAcCIQxeikETerHhML7eqUYfiQEVlazfyVVxR5jrmIiiDQIvzBnFRemJSFCPUJOcU8zScPRBCZDyHNavOLPboG+7LkX4bJJyBiO0UsxJthuz4QEY4uV/pKQLfTnLY4dMLfRfibGGBPsZuiD6GGj0YjjOuyK6RN/k78R1If2/FgsHNeI0VvxG0u6V/dOYUQJSEACEpCABA6SgAL8QXb7Qo3+RGKzCvadMbkUjK2tnJmNc6wQUFm9Q4BBuGU1lNUxBK1xhDX/oS4IhtSPz729K+XVQmVbP4StZyfOF6NRnKutV8y44I4XacK6NMIn56JpJ2esKY861HG56I3jAzeMJxdvUb8+wmai74yC8UNTWy4Uu0PMdlzEa4RAy5ECVr85XsFERtkazNnx+qZtdnX0Pd/M2OLSMO40YEySF/1MmWgE8AfEwpi4bcxF2PNJvHMmzVWj2YVCX8Y6UWzvpm85YkKbbpIQnpEYI4TK9oZ7tomzI4TwXdDbaD/8WHlmsvBxgcS4iTFRdX9yJKeMoUmEORaeT55BxsN9E5dnlvEb61gxdurfsJP+RjAxyKV0lMf45Nlg3IwLO/UHN/48O9y7wW8sHE4Fa0hAAhKQgAQkIIFuAgrw3Vy24cvW20ukYLYRF82tzPE6seLCtZInJhdrLXpJEiuL/y81QUhnhZp80Jzz5QIythDzQloE40SdqzhzjOBGPuhl6lUKoX73iYNzy9wuT37oefV7T9KwvZ646K+Ie97qGQLkBxOPc/GUV/MgD7b8XibhnCtmBTDWlSj6DEaUUTQXuS2aeddYWyYfykVo5QK7dlxQP/qWC+74qkEtMJGOm+ARlIlXNLwIqzX1KuGYjOUSjmDOmDx3POhnwtHcds+XExgTCVpYUVfKZXcHfUmeRTMhQ99yFp6215kzLtiGX+JiIpiRXx2vHffEo7w6TrG3cel/xkEJn2e26WeVVfKivtRnXe0v5dQm7LjkkDsqGDfUs+iu/uS3sYT3ZcJ4OOlvBGX2+Y2gbZTH+OTZYNyQtmjc+PPs8CwQXy0BCUhAAhKQgATmElCAn4vICBKQgAQkIIFVEDAPCUhAAhKQgAQkcDICCvAn42dqCUhAAhKQwGYIWIoEJCABCUhAAgdPQAH+4IeAACQgAQlI4BAI2EYJSEACEpCABHafgAL87vehLZCABCQgAQmsm4D5S0ACEpCABCQwAAIK8APoBKsgAQlIQAIS2G8Ctk4CEpCABCQggVUQUIBfBUXzkIAEJCABCUhgfQTMWQISkIAEJCCBMQEF+DEG/0hAAhKQgAQksK8EbJcEJCABCUhgXwgowO9LT9oOCUhAAhKQgATWQcA8JSABCUhAAoMhoAA/mK6wIhKQgAQkIAEJ7B8BWyQBCUhAAhJYHQEF+NWxNCcJSEACEpCABCSwWgLmJgEJSEACEqgIKMBXMLRKQAISkIAEJCCBfSJgWyQgAQlIYL8IKMDvV3/aGglIQAISkIAEJLAqAuYjAQlIQAIDI6AAP7AOsToSkIAEJCABCUhgPwjYCglIQAISWDUBBfhVEzU/CUhAAhKQgAQkIIGTEzAHCUhAAhI4RkAB/hgSPSQgAQlIQAISkIAEdp2A9ZeABCSwjwQU4PexV22TBCQgAQlIQAISkMBJCJhWAhKQwCAJKMAPsluslAQkIAEJSEACEpDA7hKw5hKQgATWQ0ABfj1czVUCEpCABCQgAQlIQALLETCVBCQggSkEFOCngNFbAhKQgAQkIAEJSEACu0jAOktAAvtLQAF+f/vWlklAAhKQgAQkIAEJSGBRAsaXgAQGTEABfsCdY9UkIAEJSEACEpCABCSwWwSsrQQksE4CCvDrpGveEpCABCQgAQlIQAISkEB/AsaUgARmElCAn4nHQAlIQAISkIAEJCABCUhgVwhYTwnsOwEF+H3vYdsnAQlIQAISkIAEJCABCfQhYBwJDJ6AAvzgu8gKSkACEpCABCQgAQlIQALDJ2ANJbB+Agrw62dsCRKQgAQkIAEJSEACEpCABGYTMFQCPQgowPeAZBQJSEACEpCABCQgAQlIQAJDJmDdDoOAAvxh9LOtlIAEJCABCUhAAhKQgAQkMI2A/jtCQAF+RzrKakpAAhKQgAQkIAEJSEACEhgmAWu1KQIK8JsibTkSkIAEJCABCUhAAhKQgAQkcJyAPr0JKMD3RmVECUhAAhKQgAQkIAEJSEACEhgagUOqjwL8IfW2bZWABCQgAQlIQAISkIAEJCCBmsBO2RXgd6q7rKwEJCABCUhAAhKQgAQkIAEJDIfAZmuiAL9Z3pYmAQlIQAISkIAEJCABCUhAAhI4jcCCfxXgFwRmdAlIQAISkIAEJCABCUhAAhKQwDYItAL8NupgmRKQgAQkIAEJSEACEpCABCQgAQnMIbBiAX5OaQZLQAISkIAEJCABCUhAAhKQgAQksBSBYQnwSzXBRBKQgAQkIAEJSEACEpCABCQggf0nsFcC/P53ly2UgAQkIAEJSEACEpCABCQggUMloAB/es9rk4AEJCABCUhAAhKQgAQkIAEJDJaAAvzKusaMJCABCUhAAhKQgAQkIAEJSEAC6yOgAL8+tovlbGwJSEACEpCABCQgAQlIQAISkMAMAgrwM+DsUpB1lYAEJCABCUhAAhKQgAQkIIH9JqAAv9/927d1xpOABCQgAQlIQAISkIAEJCCBgRNQgB94B+1G9aylBCQgAQlIQAISkIAEJCABCaybgAL8ugmb/3wCxpCABCQgAQlIQAISkIAEJCCBuQQU4OciMsLQCVg/CUhAAhKQgAQkIAEJSEACh0BAAf4Qetk2ziJgmAQkIAEJSEACEpCABCQggZ0goAC/E91kJYdLwJpJQAISkIAEJCABCUhAAhLYDAEF+M1wthQJdBPQVwISkIAEJCABCUhAAhKQQE8CCvA9QRlNAkMkYJ0kIAEJSEACEpCABCQggcMhoAB/OH1tSyXQEtAtAQlIQAISkIAEJCABCewQAQX4HeosqyqBYRGwNhKQgAQkIAEJSEACEpDAJgkowG+StmVJQAKnE9AmAQlIQAISkIAEJCABCSxEQAF+IVxGloAEhkLAekhAAhKQgAQkIAEJSODQCCjAH1qP214JSAACaglIQAISkIAEJCABCewcAQX4nesyKywBCWyfgDWQgAQkIAEJSEACEpDA5gkowG+euSVKQAKHTsD2S0ACEpCABCQgAQlIYAkCCvBLQDOJBCQggW0SsGwJSEACEpCABCQggcMkoAB/mP1uqyUggcMlYMslIAEJSEACEpCABHaUgAL8jnac1ZaABCSwHQKWKgEJSEACEpCABCSwLQIK8Nsib7kSkIAEDpGAbZaABCQgAQlIQAISWJqAAvzS6EwoAQlIQAKbJmB5EpCABCQgAQlI4JAJKMAfcu/bdglIQAKHRcDWSkACEpCABCQggZ0moAC/091n5SUgAQlIYHMELEkCEpCABCQgAQlsl4AC/Hb5W7oEJCABCRwKAdspAQlIQAISkIAETkhAAf6EAE0uAQlIQAIS2AQBy5CABCQgAQlIQAIK8I4BCUhAAhKQwP4TsIUSkIAEJCABCewBAQX4PejEgTXhbKnPx6L/r9I/Ffuuq6521W3sY/9kILw/+nHRMPmamPuozpdGfT66ZkJ743Uidcakfm10nS9u/OOtkoAE1kfAnCUgAQlIQAISGAIBBfgh9IJ1OBQCZ01DzxF9y+g/jP5s9G9GnzlaJQEJSGB/CdgyCUhAAhKQgARWQkABfiUYzUQCSxHg+bttUr4n+kejVRKQgAQk0EFALwlIQAISkIAETiOAAHGazb8SkMC2CHxHCn529HdFqyQgAQlIYLUEzE0CEpCABCSwNwQU4PemK23IFgg8LWV+SU/Ns/aNiXvhaLbPxziivj+uh0Z/WbRKAhKQgAQGQ8CKSEACEpCABIZDAKFiOLWxJhLYXwJcvPbpNO9N0VeL/tno/42u1TXjuES0SgISkIAE9oWA7ZCABCQgAQmskIAC/AphmpUEehJAmGfL/N2a+DyP14sfq/oxVBKQgAQkcOgEbL8EJCABCUigJoDAULu1S0ACmyGAEP/UFMVn5WJM1E/EdpZolQQkIAEJSOCkBEwvAQlIQAJ7RkABfs861ObsFIF/TG3/OLpW3x2Hl9kFgkoCEpCABLZNwPIlIAEJSGBoBBTgt9sjX5vi/zSa1diiHxD3oupLk+C50SUPzN+Me5ZimzbC4i8n0iujPxlNulrjR9jNErbJVWFuZf+VlPnO6P+KLnX6Yuwfin5k9LmizxDdV/1UIpZ8MO8SN+qr8odPuf1tTPzRH479/tHUI8ZaFeXWBXx5HNQpxlxF+38ysR4b/bFo6l705+JmbN0+5jdH91VnTMTXRpd8yPdscaN+KH9eEk0/EE4ZL4sbtrt0+R79ugvji37j2XthGP9dNMxr/c/xo495hmlTnCoJSEACAyJgVSQgAQlIYOUEFOBXjnShDD+T2AhAMSbqcrF9ffQi6jsTmdvNY4wVQu8zx7bjfxDcLxbvt0f/VfTDoi8dfdboVuFH2O8k4FPRj4o+c/S6FALiK5L5x6MfHH2e6FowZLx+X/xuF/3u6PdEXyqaNsVYWH17Urw+msmOb41Z1PfGco9o+oab42PdmGIyZl7/I7hfJzX6aDQC3K1iMgZiTNTXxIZw/4iY/xDNmXvaG+vCCu63Saq/iL5SNO4YI8q4fCzcqn/TmENXuzK+Sj3pN569nw7YMokS60QxTuhjnmGemecnZNk+TlKVBCQggWERsDYSkIAEJHCcQHkRPx6iz6YIsHL+r1VhPxr7D0cvoi6byN8SXdQ7YnlvdKsQhvlU2esSQDkxFlIIcdyivuot3gjgN0pNWHGnLbH2Uj+YWK+KRtimbbH2Vgg/T0nsH4+epp6TACYuYmxMfSElsdoao1MhNCPUPSuhrdAer6nq2glhXDDhEetC6lqJza6Hab8X7CJg4iXRBql2ZXxRT54xJkoWeQ4K9KvHQh/PGtOJopKABCRwEARspAQkIIG9JDDthXwvGzvQRn0k9fqz6KJYgWV1tbjnmV+ZCFeNrtUL4mB1P8ZEIRzcMS6228Y4oj4fF3V4Qkz002JSrxjHFJML94ov9Yz1O0xiAAAQAElEQVRxYkW97pxcuNCtSwj/y4Q9KZp6vSVm++m1eI3ulz+sonelT1CnQlBid0EJfGsslPEHMf87mkkVJldiXZui7UxC1AV8No5/ie5SHLmgfj/XEUidmcygDfQfW9/baOwmYFfBNdqAGW62ZjPpU34r4MJqPn3ygVPp2OL916fsQzNgvCvji37pmiihb98VsDCnfzER8rueBfqYFXmOQiSJSgISkIAEliNgKglIQALDJFBeyodZu8Oo1b+nmQjcMSYKwZIX8YnHDMvZE3aB6KIQsDinXNzFPG8s94mu1d/EwZZ9BEPyuGXc6BvHZKs6/mxlj/OIumZcreAZr6UU56cf1JGScin/RxLGOWDqxXZhBBPOryPUJGiibh0bW+tj9FKsZBMRBtz8fv44KONqMQm7SMz2hvh4rVRxB0G70opQzN0DbUFMmPx6PBkbMSaKHQL0B+fmLxNf2kD/kTfCdzu2mOR4YuL9WHQfhQBMGuI+PH84avAzMekTxgC7ALgvgLPZ8R6c2pXxRV/Rv/VvMrsxbhiijEd2zMCc/sU8d/x5Fn4xZvsscESG8ZsglQQkIAEJbIWAhUpAAhJYE4H6ZXFNRZhtDwJsP2Ybcol6zlh4YY8xVyHQfUMVi5X0dvUcIewmifPV0UX9fSxsp+YWdC4li/OYYjX4bvElbYyJ+rrYOJ8e40Tqm5L6gdH1OERouUr87hpN+TGOKCY8HhIfhG6E71gnijTsEJh4zLFQFlvL/7yJh0DEyv//NP6rdNInXDD3bU2mXCDH5XCN9+iS8UB4izFR7BpAEOfsc1cffiIxEe65pK9eraX/7pswhP4YvRTHDZg4gX+dgD7grHbt12XnnDxC/kn0vyXji0f3Vbs0vjjnzqRZaRv3WFwhjqdHMx5jHFP0xW/Fl3jEj3WsGFsXHdv8IwEJSEACO0nASktAAhKYRqAWnKbF0X/9BBCC3lAVwwt4uy2+Cp5YEcAQdicesfxuNC/2MSaKG+QRACcesSA4c9t6rDMVAhfbthEW64irOAfPBEIrcHMhW9cOgrps7JyXv34steDCroVbxA9+MeYqhMq3zY21+gj0268mWwT4GBPFajrn7icepyysvnNJXP28MgFz3YQjpMeYqui/xySU/o4xUVxG13eVFsaPT8ppgmSCBql2ZXxxDOaKDUG2yr+x8Zvm5CLGFzWB7MDo+xw0SXVKQAISkMCOE7D6EpDAHhOoBYI9bubgm8ZKb3trPCvrCKSzKs9t6WwrL3FYxeeSueIuJquv5I8gThzOR/9RCexhcia7vRTvHD3SzYqC0ML24DrOy+N4XnRfhYCDoFPHZws827xrv2n2FycA9jHWrtjuzHGAe6Yk+N87Zqt+Ix4t53iNvj9/OOoQY6IQyPtMwJAAIf7RsdRHAnj2rxe/PkIeN/7XaZNs8GqXxhd98NIQ5W4BvizA8/b7cdNvMeYqxnC7i4SdHWy9n5vYCBKQgAQkIIGjBHRJQAJDJsBL/JDrd0h1Y+t7LSSxjX7ebdJXDiC2Q8cYK1bxWc0fO6o//xw755QRbvnMFKtzCArx3ppCyOZcfl2Brt0DdXhrR8BB0EGAKWGcyYZdcU8z2aXwwWmBPf25OZ869NFs/+biMS7c4/N8bRFcQMd2aPJqw+BUH5Ngy/oiEzDk94/5w1b7GBPFMQR2Z0w8pljgxN0KU4IH6b1L44uxyAQLdwswKUdfMzk1SLBWSgISkIAEJDCTgIESkMBaCSjArxXvQpkjYHEevSRiVY7t8ZjFrzZZ0W233bLKXguzdfyh2VnBrz99xyTD25eoJJMeCJglKbzOVxwzzH9K2Lzt54myEcUdCHx5oP1yQCm8Pf4Ap1mfmivpWvM18agnCJjI6XMUghX4Ol2yWVhxJIS+OYk+U0rlE4gx5irH11xERpCABCQgAQkMj4A1koAEZhNQgJ/NZ9OhbKGtBXC20XMRV1c9EFC4Ob2EIciyil/cJzURtFjFvEEyYms7ZqwrU6yU15mxqoxQXfv1sbMy/L4m4g817i4nN73/R1fABv1oL9vYOY/OBEZX0WwFP1sTwCWFy9SdXRdMFJXsuNSQPi7uaeZQJjqm1a/L/xDGF7snuGWfXSjs7OjioJ8EJCABCUjgkAjYVgnsPQEF+KNdzC3brDQuoklzNJflXWyxri9VQ0jnlvGuHHlxRwArYaze18JZ8Z9nspLPGWu21/9KIj8rmjPanJvnvDzb2jl/veqxUm/9T5EjhNllhFImPD5PBgtq0mzyUrb/n707gbs3+Of6f/fwL5IWlSytWrSJ0k9RikohRbY2RclSEpEtW0o/hLLLrhKSSItSSYQWRFooyZJKWSISEf0/z/v3nfv3+c73LNc59znnPufc7/sxc89cc83MNfOaueaaz2xn8LRUXp0xyEAwt2pi1QnyIzsOsJv3MiuXcX8X01JtB9LtEobfVb8GwP2c9bXULwM4Vkl439+6gP/F0v+htDrj0EMHMVp6P37qr25FhUAIhEAIhEAIhEAIXCuBQwtl18rpVPmyhLr/brdZ8FXL6P0+up+OGukixJq9H9ebTHESHj+pPPm5MnuzLUH3XL+9bin3PHtZXi9KEXgMTBw70X+pHoDnEv0C5df5A36r3c/gWTVACCvnJepoftSFo0V+pREfu3799OL2Z0sbkDPo8o1lJ6j7NQHnLvi5ubTdBSUqBEIgBEIgBEIgBB4bgXQCz6/E/YSaZeEjZauW0RO6+sy8WXuz9yPMOpMA6ZR3v3H++8rTPLNbTiuV9FzSLKyZyX1m81dm/ioc12fiEpfHr8/Nae4cq379uEr+h5f+T6XfofS67TN16yllJYmfFXzKMRchEAIhEAIhEAIhEALXRyAC/PmVqf3NfS/7L6gk9p+Kq8sbs/I/iuWJ/twyzd6XsVb90rrjJ+Zer8xNyk9Yef4Hlid7s/2U3YuW/bNLX4qyPN6qhEtJ70Omc9HAzEMm8AyffYz6ZXDN9oq32ZJfz/6q8uMXC6yW8XNxL1jXH1o6KgRCIARCIARCIARC4MoJRIB/uoAtIV+yHLr7EebpWO53Zcmsfec9FkK3Z3IjTNuTzk6bHf9rLBu0JfcfVvctzS3jTtl3bjm3U84J6uqDn7B6pfJhP7zfpv6Osh9DSXeP10+r2e/b3ZbYhZH27teMZL++ZLuBCEJbzwOhrV8vtdsXPm8tEP/S8Pv6e4hwl1S/7F93CN1zJlDago8pNwNpDht0HoLyMxj3h8v9M0r7NQJndpQ1KgRCIARCIARCIARC4NoJENiuPY+XmD8z5f2gMgK2Dry8+Ik0mp02W27Wnn2d9nNzv2a6STCwl9eBal9Q9wjqpxQEpLk/z+DCPoKpwQmrFCoLd+qr72yXb7EVAKueE1solm5/6OH8bJwBmuHm/AMC4Lg+U3OvZGF2KfWL4O7XCHpG/bSgWfk/WI4G0iyRP4czEyo5USEQAiEQAiEQAiEQAg9FIAL8Q5Hf/NxvrttfVHoogvYQ2sfvaY97Dp8zUzeuZ9Os3RtOjl9W1+9eelO4un2n/P72z767Ooxl/kkzz3jZPaJ2gn4/dI/Q5nfL94jqbIMYpOmJ+8V18eKld1WvMgVQz/pA0XT7oi+fX7+el41zrl/zlhjCuhn2dT8t+LwcPf+/1Tkv9/zL2EIgBEIgBEIgBEIgBK6VQAT48yxZy5r9XBRhdKTQ6eWWz7/ycCjzv5X283FlrFUEFwMA3cM/qwsz7mUsUsLvI1xvitzM71dMHt6iri0RLmORMjjhMD7mCOAAMCe8j+trMHHqwtxLVKbeqPQuygoHe6Z7mC+ti13qQXm/GHWw+lU5Pmb9EvfPr2d09ZV1scvhgg67e4UKExUCIRACIRACIRACIXDlBCLAn28B68T/+5Y8grtl8Pa/DmdL3wms43qV6efLXni6MV9Pt5+6tD/3vcrF/ukyDqYsDZ/3+r9qxf7bSi9VmPzeyfPfrmvCWxlXo/zutyXVPUNvVxd+TqyMrcoM7VuWr+7f4NCnlxuzjKtT51K/toElwP/oyZND6by3k/PKS2Xr4Lt5G8lKz3EMgRAIgRAIgRAIgRC4bAIR4M+3/PwGdJ9dt2yaEKbDP1L9aWUxW1/GWmWZvCW53YM99fZDd7dVdoKFn7VaNdsrHYSHVeGWun1+efSTdmXcqU8s2+uX3qYMZHxKeeqn8Tu47BPK7dqEUmWMyw9X3oZ6ybL4ZQCrI8q6Vikjy7HfbfLxeXX9xaWvWV1C/TLQML+fBqaerHjZWDyE/HcqH+9RelbuKfvZPdchEAIhEAIhEAIhEAIXTCAC/HkXHgH9B54kkTD92k/sjH9X/+a90eX0jHKC+Syo2c9u77zD0J4JUA5m3c2E/+uyv1XpVcqBc/scpNbj+ta6IFh2wdSzP7PcDRz4XeyyPqVweOtysfzbsvCy3qn3K9u/LH2N6h9Vpj62dFcGdez3/13lSGAr4ylFyDfIgWV/1w10EPr+11O+r+/iUuqXwZRO3woZJ8z/+nJcJYQr619V9/5p6XW/guFciBe5KQ9RIRACIRACIRACIRAC10Ogd+qvJ1fXkxOnqVtKvypHfjOagLLq3uz2l8thnuUzg2322yFmllITDs1eEwjNChLwf06FG+rrytJntgkRq4SL8raT+lvl+4+XnpVlwf+zHP9NaemSPgMWhM6PLDeCfhl36uPK9sGlexrr8mqUWfh3rdwo9zLulEGOT60rKy0Igjg5P+Eby81WAsJ9We+UwZI3rysDIGVcvbqE+mWljYMle2EYnFLWziiw0kK50s6vUNZfUp5fsfRQ31SWMdhX1hvvJ82+t07AEAiBEAiBEAiBEAiB8yIQAf68ymNODQGWID27E1J16pnzvVXXhG8C8Q+uuOnn6Rxu5gC5N6v7v6R0rxfC2G/9O8qd8FzGrXrp+u8n3Mq4l5KHD6wYLPP2rLI+pcwyS5f0/Yq609NWl7fqA+r/uvB162qU+vAGlRsDLmU8pQxo/IZywelNyly1tP67y92J51Y4lPVRqEuoX4R0q0q+fUWJOLjydctdudK/suzKuow79UFle7XS/eA7PxdoBUY5P5jKg0MgBEIgBEIgBEIgBA5MYJUwdOBHJLp7EvicCm/Jcxl3yuzpPGN3d3ON5bPK/TeW9vvYZSxSf6F8WW7/YWU6LM/PjpX1VllCf6iTrwlZH1WxWhVghrGsixQGZiHfpXyvEv7L+eoUIf6NK1d+N/zbylyqPro8WlHhN8XL+qjUJdSvL68S+dWl1ekyFikz9wa47IP3ixS21YyAtppYgj+uL9BMkkMgBEIgBEIgBEIgBGYCEeBnIud3bfb8n0zJ+ty6JsiVsZP6wvL9C0u/TmmzsLMA+J3lbtmuJdY/uey/v/SY1TNLaB92Od2p31O2eTawnPZWtgzY2+tntd63Yvmq0l0wZ+fmHj9mIwk+5e1RqR+q3DofwSDKa5TdknkDLGW9U3NZ/qG6s2qGt5wfiVFiJgAAEABJREFUjTr3+vW1VRIOsCPIrypT51nYRvKO5c8e999UpjyVcWPbyzw4Y7XGT3LzUepkOgRCIARCIARCIASukEAE+PMvVB1zh9fZbz70e98j2YRg+4LfsOLw+9EjTqZlt69e7vacE9jLeqfMYlqGz9/Qlt6L785TWey1t3x7+GF6Xt1apDyHIPPu5duMvFPmxUGzc3OPH37L2yIlDeIY2pLjviVgWySr8vWm2wId+T72fl7u99VzZuabyrK8r1WYYDM4MbFbG2DFjX9Rbg44FHboXeOoKJ5Rq9Imrdyf8bzGQZ1Rd9QhdUmdGmlk5+YeP/yuieYZZ/kb8TB3TdeI0OCMAbtVZfoi5emVSv/Z0n01TF3eqo+o/549tC0n83tcXqKWEIifEAiBEAiBEAiBEDhHAhHgz7FUkqYQCIEQCIFLJpC0h0AIhEAIhEAIhMBRCESAPwrWRBoCIRACIRAC+xJIuBAIgRAIgRAIgRBYTSAC/GoucQ2BEAiBEAiByySQVIdACIRACIRACFwtgQjwV1u0yVgIhEAIhEAI7E4gIUIgBEIgBEIgBM6XQAT48y2bpCwEQiAEQiAELo1A0hsCIRACIRACIXBEAhHgjwg3UYdACIRACIRACOxCIH5DIARCIARCIAQ2EYgAv4lO7oVACIRACIRACFwOgaQ0BEIgBEIgBK6cQAT4Ky/gZC8EQiAEQiAEQmAZgfgKgRAIgRAIgXMnEAH+3Eso6QuBEAiBEAiBELgEAkljCIRACIRACBydQAT4oyPOA0IgBEIgBEIgBEJgG4HcD4EQCIEQCIHtBCLAb2cUHyEQAiEQAiEQAiFw3gSSuhAIgRAIgUdBIAL8oyjmZDIEQiAEQiAEQiAE1hPInRAIgRAIgcsgEAH+MsopqQyBEAiBEAiBEAiBcyWQdIVACIRACJyIQAT4E4HOY0IgBEIgBEIgBEIgBFYRiFsIhEAIhMBSAhHgl5KKvxAIgRAIgRAIgRAIgfMjkBSFQAiEwCMiEAH+ERV2shoCIRACIRACIRACIfA0gVyFQAiEwCURiAB/SaWVtIZACIRACIRACIRACJwTgaQlBEIgBE5KIAL8SXHnYSEQAiEQAiEQAiEQAiEwCMQMgRAIgd0IRIDfjVd8h0AIhEAIhEAIhEAIhMB5EEgqQiAEHh2BCPCPrsiT4RAIgRAIgRAIgRAIgRC4uQmDEAiByyMQAf7yyiwpDoEQCIEQCIEQCIEQCIGHJpDnh0AIPACBCPAPAD2PDIEQCIEQCIEQCIEQCIHHTSC5D4EQ2IdABPh9qCVMCIRACIRACIRACIRACITAwxHIk0PgkRKIAP9ICz7ZDoEQCIEQCIEQCIEQCIHHSiD5DoFLJRAB/lJLLukOgRAIgRAIgRAIgRAIgRB4CAJ5Zgg8GIEI8A+GPg8OgRAIgRAIgRAIgRAIgRB4fASS4xDYn0AE+P3ZJWQIhEAIhEAIhEAIhEAIhEAInJZAnvaoCUSAf9TFn8yHQAiEQAiEQAiEQAiEQAg8JgLJ62UTiAB/2eWX1IdACIRACIRACIRACIRACITAqQjkOQ9MIAL8AxdAHh8CIRACIRACIRACIRACIRACj4NAcnlfAhHg70sw4UMgBEIgBEIgBEIgBEIgBEIgBI5PIE+4iQCfShACIRACIRACIRACIRACIRACIXD1BK4hgxHgr6EUk4cQCIEQCIEQCIEQCIEQCIEQCIFjEjiLuCPAn0UxJBEhEAIhEAIhEAIhEAIhEAIhEALXS+AwOYsAfxiOiSUEQiAEQiAEQiAEQiAEQiAEQiAEjkPgSawR4J+AiBECIRACIRACIRACIRACIRACIRAC50xgXwH+nPOUtIVACIRACIRACIRACIRACIRACITA1RF4IAH+6jgmQyEQAiEQAiEQAiEQAiEQAiEQAiFwVAKXKcAfFUkiD4EQCIEQCIEQCIEQCIEQCIEQCIHzI/AoBfjzK4akKARCIARCIARCIARCIARCIARCIAQ2E4gAv5nPqrtxC4EQCIEQCIEQCIEQCIEQCIEQCIGTE4gAf3LkeWAIhEAIhEAIhEAIhEAIhEAIhEAI7E4gAvzuzB42RJ4eAiEQAiEQAiEQAiEQAiEQAiHwKAlEgH9kxZ7shkAIhEAIhEAIhEAIhEAIhEAIXCaBCPCXWW4Pleo8NwRCIARCIARCIARCIARCIARC4IEIXKIA//+KVfTNzQUySJpTd1MHUgdSB1IHUgdSB1IHUgdSB1IHHrQOFP7LVZcowF8u7aT8fgQSOgRCIARCIARCIARCIARCIAQeMYEI8I+48B9b1pPfEAiBEAiBEAiBEAiBEAiBELhkAhHgL7n0kvZTEsizQiAEQiAEQiAEQiAEQiAEQuBBCVyiAP8jilj0zU0YXBSDlNfNTRjc3ITBzU0Y3NyEwc1NGNzchMHNTRjc3ITBzU0Y3NyEwc3NSRncXPLfJQrwl8w7aQ+B/QgkVAiEQAiEQAiEQAiEQAiEwKMnEAH+0VeBAHgMBJLHEAiBEAiBEAiBEAiBEAiByycQAf7yyzA5CIFjE0j8IRACIRACIRACIRACIRACZ0AgAvwZFEKSEALXTSC5C4EQCIEQCIEQCIEQCIEQOASBCPCHoJg4QiAEjkcgMYdACIRACIRACIRACIRACNwSiAB/iyH/QiAErpVA8hUCIRACIRACIRACIRAC10IgAvy1lGTyEQIhcAwCiTMEQiAEQiAEQiAEQiAEzoZABPizKYokJARC4PoIJEchEAIhEAIhEAIhEAIhcDgCEeAPxzIxhUAIhMBhCSS2EAiBEAiBEAiBEAiBEGgEIsA3GLGGQAiEwDURSF5CIARCIARCIARCIASui0AE+Osqz+QmBEIgBA5FIPGEQAiEQAiEQAiEQAicGYEI8GdWIElOCIRACFwHgeQiBEIgBEIgBEIgBELg0AQiwB+aaOILgRAIgRC4P4HEEAIhEAIhEAIhEAIh8AyBCPDPIIlDCIRACITApRNI+kMgBEIgBEIgBELgGglEgL/GUk2eQiAEQiAE7kMgYUMgBEIgBEIgBELgLAlEgD/LYkmiQiAEQiAELpdAUh4CIRACIRACIRACxyEQAf44XBNrCIRACIRACOxHIKFCIARCIARCIARCYA2BCPBrwMQ5BEIgBEIgBC6RQNIcAiEQAiEQAiFwvQQiwF9v2SZnIRACIRACIbArgfgPgRAIgRAIgRA4YwIR4M+4cJK0EAiBEAiBELgsAkltCIRACIRACITAMQlEgD8m3cQdAiEQAiEQAiGwnEB8hkAIhEAIhEAIbCQQAX4jntwMgRAIgRAIgRC4FAJJZwiEQAiEQAhcO4EI8NdewslfCIRACIRACITAEgLxEwIhEAIhEAJnTyAC/NkXURIYAiEQAiEQAiFw/gSSwhAIgRAIgRA4PoEI8MdnnCeEQAiEQAiEQAiEwGYCuRsCIRACIRACCwhEgF8AKV5CIARCIARCIARC4JwJJG0hEAIhEAKPg0AE+MdRzsllCIRACIRACIRACKwjEPcQCIEQCIELIRAB/kIKKskMgRAIgRAIgRAIgfMkkFSFQAiEQAicikAE+FORznNCIARCIARCIARCIASeJRCXEAiBEAiBxQQiwC9GFY8hEAIhEAIhEAIhEALnRiDpCYEQCIHHRCAC/GMq7eQ1BEIgBEIgBEIgBEKgE4g9BEIgBC6KQAT4iyquJDYEQiAEQiAEQiAEQuB8CCQlIRACIXBaAhHgT8s7TwuBEAiBEAiBEAiBEAiB5xHI/xAIgRDYkUAE+B2BxXsIhEAIhEAIhEAIhEAInAOBpCEEQuDxEYgA//jKPDkOgRAIgRAIgRAIgRAIgRAIgRC4QAIR4C+w0JLkEAiBEAiBEAiBEAiBEHhYAnl6CITAQxCIAP8Q1PPMEAiBEAiBEAiBEAiBEHjMBJL3EAiBvQhEgN8LWwKFQAiEQAiEQAiEQAiEQAg8FIE8NwQeK4EI8I+15JPvEAiBEAiBEAiBEAiBEHicBJLrELhYAhHgL7bokvAQCIEQCIEQCIEQCIEQCIHTE8gTQ+DhCESAfzj2eXIIhEAIhEAIhEAIhEAIhMBjI5D8hsA9CESAvwe8BA2BEAiBEAiBEAiBEAiBEAiBUxLIsx43gQjwj7v8k/sQCIEQCIEQCIEQCIEQCIHHQyA5vXACEeAvvACT/BAIgRAIgRAIgRAIgRAIgRA4DYE85aEJRIB/6BLI80MgBEIgBEIgBEIgBEIgBELgMRBIHu9NIAL8vREmghAIgRAIgRAIgRAIgRAIgRAIgWMTSPw3NxHgUwtCIARCIARCIARCIARCIARCIASuncBV5C8C/FUUYzIRAiEQAiEQAiEQAiEQAiEQAiFwPALnEXME+PMoh6QiBEIgBEIgBEIgBEIgBEIgBELgWgkcKF8R4A8EMtGEQAiEQAiEQAiEQAiEQAiEQAiEwDEIjDgjwA8S12v+yMrac0r/ydL/rPS3lv5/k+bmHj+/vO69QOlrUS9UGfmc0j3P31nXL1v60Op3VoT9OT9c169Z+hTqJesh31S6P/+31vUlqlevRGPX8/IR5fYjSh9S/fiKTL3vz/nccvvRpaN2I/Ai5f0LSneWl1r/KhtRD0DAt+d767mHrkOr6qa6yr0ed9HKO9Z5XUu+Tl0ov6IeqF+A5b8p+08p3ZW68vfLwf0fKvMNSkeFQAiEwIMR2FOAf7D05sHLCbx0ef240jpEX1bme5X+laVfrPSsuLnHz5fXze8p/WdK/6TSl6AMOPz2Suj7lJ7V95fDJ5fu6ifUxWuXPqT6/yqy1y3d1ZfWxT8tHbUbAfUVux7qt9TFS5U+pPpFFdkvK93VX6iL7ysdFQLXTOCnVeY+pPTLl44KgUMTuKT6ZSD3fQuAfkEZN+9f/0xqlHGn/lfZ9C9+oEz95vcr82eWjgqBEAiBByGgITr9g/PEYxL4cRX5h5f++tJvXtoMfBk7KTOQ71whvqX025YmIJdxdsqMrIEHQvKnV+p+RulV6ovK0ex0GXfq9crmw13GQZRnv9oUk9nc/zm55XI7Acz++uRNZ+nXTG73vTQo8KNaJP+l7P+8dFQIXCsB3wcDtb4Pb1GZNPBYRlQIHITApdUvfYi3rpz/htLUF9a/zy69SulnjMmAn1ce3rv0Pv2rChYVAiEQAvcjcJEC/P2yfNWhX7FyZ/nX25S5SX1b3fzmJ5q9rCuVj9OH1p2PLE2oL+Os1B+p1FgCLd9lXav+a93526W7MvNqBra73cf+myvwS5Qe6rvK8tdKR+1HwLYHDHtoKxwOJXC8eEX8+qW70nH7xu4QewhcEQHLgq2wslVK235FWUtWzoDAJdYvS+ff4wk727aeW3az7WU8o/5vuXxw6W8vTb1p/Zu/IeUUFQIhEALHJ/AYBfjjU32YJ1gSbv/bT1/x+P9Ybn+w9E8trcx9aM0Y0+yEop9b93y8vrvMWb1VORDkz63Tt3RQwb61v1J58AEu4+LDL3sAABAASURBVFaZeX2NW9v9/0mH2dwe0z+si39XOmo/Athh2EObgV9Vv7ufpXYDOD+/eVY31BF1pTnHGgJXQ8BKqhe8mtwkI+dG4NLql33tlsW/8BOQn1mmPlQZa9VX152PLk2ZvTcLb7uA6+gQCIEQOBkBwtzJHnYdDzrLXBhF/suVsvEhKuutIrj/prIRVD6mTDPRqwQUh7LwayTaLPIfL79Go8u4U3+gbK9V+lLVv66E/4vSXRn0eNHusKfdTD7hsgc3+04o7G6xLyeAHYY9hAGoX9Ud9rTreP2OCsss41apG+rI7UX+7UzArJUtJJgO/bd2jiUBQiAEdiHgHRvvG9M76F3cJY7H6ve3VcZ/Y2nK3naz6z/oYoPWf/qLdd/2wjJufkH9M8GBfVmjQiAEQuA0BCLAn4bz859yeJuD5pzQPQ5gGU/4rLIQ7P9BmQT0MhYpB3g5xMWhcF2IV1cI+J63KKIz82RftUGOnqxfWhe/uPR9lZOA++CJ2eN/dN9IE/4GQyw7CmcXWDHS3Xa1/6wKMDpuZb1V6oY6cnuRfyEQAiEQAldLwMrDd225019yeGpzWmv9urrzsaWHsrrRIP64jhkCIRACRydAKDv6Q67wAfNPdjkgjdvRs7riAQ6qm/eAW3r8ZuX3f5TeV/mgmYnv4T1nFnz6/XO349KZEAQNVNwn3WbwzeT3OAya/PfuEPteBDDEsgf+dXXhAKEy9lZm8c3mjwjUCXVjXMcMgRAIgRC4XgL2ro/B+zGrbtXX0hxbHTbOaPnJFciBkJmFLxBRIRACpyEQAf40nI/1FD8V5yC3Hr/ThQn1q2YTu79tdh81P6n1byePb1jXBN8yLk79h0rx3y/dlQEJB5p1t13sv7w802XcKkvxPu3Wln+HIIAlpiOun1iWcWJwWXdWL1QhfnfprtQJdaO7xR4CIRACIXB9BMy+94N+/WSpE+Z3yamVYX5lZoR547JkFr4gRIVACJyGQAT403A+1lPM/PaZRM/5wPp3qJO0/RbqOLDl5uamYr65mWcvbx23/LPs3h56J8bbn2dwgLa0n+DkgDwfvyUj2PafCUtb6t8f/SZ1wX1oB9I4qKacb5URdgLh7cWTf84HcKDZk8udDOm1j445Alr2/S/HxQqTX0u4/1jd+7zSGI/0DpObe5hhV96OrhxA5Cf5lLcVJSMtTGWm7N6uUrHrYMe7VBhxDG27QTnd+LmhP1OW7yztnrrwr8qOS8+zfelz58qBgQ4OLO87K4c1qsMjoGerU+rGcFtlKreXqRvSrM5Kr7B059PTXt63qnV8BHRoJF46ilYJeBZtQEMdm1kJs6uWXvVMfevPkD/5XPpues+8b9I3tLSvSo/VSr2OCSf88OudVA/9rN+IS3pW1Y8RhqkOK1uHEfa8KB8/JSk9mPK7jx6svAvi7GnbhVV/9rHL3+Di99YDpdUZKA4urctbZduPU+ndGxqj25sb/mHobBWctVUjLBN3den3VPhD/kxnRffg6qdXCvy8qnfPOyi/tLo5yv+XlB/1sIxFCm9xDK0+CKh9Mzjf3wFLt/903ZSOMm7VHH5+l249rfinbJSRslJm4/lMZcpdu6DOrwh+53SM+uUb49l+FUSdlaaupdc7qP3rLO4StcXy6+v+mH0v680+26d8L3pfwiz8G4ksOgRCIAROQSAC/CkoH+cZ4wPcYzcqPP9+dr+/j93SYvE6BM9s9c+uSHS+y9iqCGl+k97Prnz8zc0NAfHHtFDqH4HqbcvNTP8/L5MgX8bRlGfIz3gAwYxAyBxuS82XKo/ClnGn/FydcwTuHJ5YxP9ry/4Vpb+h9AeVNpP8YmXOipt7H183sMMQy7o8uNLZtI3Ayg2dIgfy9E6+ByozZfchdfHfSv/V0vc5edfZA37uUGd4nN2gLuj84vKXKn4z5WXcEJQsV2QfWlp+zrjY0TToNZ4p6L+vf19ZepNSJ9UbfqVZnZXeEabzOVR5vWpF/jWl/2Zpv5Zgq0ZZbxUB6uXLhpXnGbTT4S+nxUp9+rDyrbOunqlv/RnyJ5/j3fzC8mvgqYyjKasr1C3vp3ro/RoPk55RPxwgZbDOOzXuSxsh/UvKwQGFPS/K51XKHUuDAL+w7LsorLyDWGOl/olzxCFtnZW6os6M+/uYxy7/fdKkjhEqcfh7FQHO2qqy3inc1aVPLheCljqGX11erFKWVun8p8qBATzvnnewLm9VL3/1S9tGSOz189bjwn/a1n9cfrHr74A2793L3YAegbGsOyv1VjuubJSRslJmPSJlyl1dV9bq/inKcHD2jfFsPxtqsK+njV16vYPaP2Viux9m7m3T6vDva54sgzfo0ZwWWx182vtC3geDD4sjiMcQCIEQ2JeAD8++YRPuYQnozBr97qnwIbNvuLvd106I0OF1UItR+e9fGKH98joyfanatqDCmHEV5pnOz7bAC+/jg1P3TgjvHaV+b5PdyfM/s3kwW/I57XpYdfYIWYQgwutwX2ri8U/Kc39WXd5b6czpKH16xTQL7eW0VplpIPTqpK71tOaGASBC2qaZEx3LXs/+TsWlU1fGrSKAE8RvL3b4Z9DLIXg9iLyrE91t2A1uWHWgTqqbw32bqbzU/X3KWr0X/vPrITrsZWxV71g+1Gn5K+tW9crlw69OEMaWfgPUdWX+6hX2GIoATmhRt7bF7336pPJkH2sZN8+pfw6gkq+yblROjcZWm7bR45Obyl1ZKpMnTlsNYdQZYZTn1gDNA//CSeOxyr89brHVr5M48ZxQuVSYU7fUMQMaS3kvTtAJPCoLA0Vm3A1eL32kOmbgm7Ctri4Nxx/h1NY1ddr1Kv0Z5UiwLmMnZYBMGWrTlM3SwOqjd/9YZYizZ3hnduE80q9Nl75NzIZfgwTasnH9VWXZd8Wi1QFW3FUUt0q5O6Pl9iL/QiAEQuCYBHZpxI+ZjsS9O4FfXUH6XnRLuv5uuZ2Dcvq9GYtVQhrBwQzrx1VC/0ZpyzvLuFPqpBH/dyoXH/YynlI6+cLSRsD7TR9i7kMTpnHhp2uz5JZADjeCcf+oD/dNJvZmCLofB65JQ3eTh7cvB8v9ynhKybvO7UgvLvg85enJhSV/71l2zy3j3oqwh3+fjRiR+ikdHVDpkqY+yzD8mAEyEzSEqOG+zXxueRiH0PmVAx0gz2G6NvvKXt7ulFmWeZZEp00e7jwtsOi89e0S/7vC6NCW8YxSbsrMbJU62T3g08vNHkpp737UffnwLnT3bXb78y1b78/EXzngpFw8f47nNcvBIFsZG5X0GBBRfrPHbc8xcEJ46AznOPa5lhZCizo+wpsZM9CzLs/42ELjvf3UCiSOMm6VlRKfWDaavaxPKcLoe5XLtncJq2O1Y/X4lerQ5f8d9RSDdDji1Ns9y5ItU3Zv6G8u/7PSPmp3zcrO97Rh2hHhlZcVHbMfgo3wSwSsOexDXXv/fYNsr1klhFsxpn7J96r3X7rfp/4Z8FgVvm6tVATZztkWB8/A2HvvvZhXJK2MaHKUBu/LLGBqtwjOIy/aGe3AFPzGwKtVeHObe4j65Rsyt3meL78E7JE2prRKs/tde//NyPetOP3+sNtyYOvIuLZixyqvcb2L6f0xqdHD6BNsa1e6/9hDIARCYC8COkF7BUygByWgc/FyUwrM/lqaPTmf/FJnz54ynf3+cD915yNrqemb1o23LG3/uA6B/ZRzx/H96r6PbRlPqU+oK2FpwkRd3imdRO5Dm/XuM7nDoxkVwtW4Zm758PLylDZj/WrNxcfcbC6zOd+8Ql38idJdyas8y/sr1Y2RXlzw4W6pZt16Sr1BXekMl3EvpYOhM9c7iiI0q+MZlhmaaZUuaTI7SiCdt2foFCqPXQQ6s/6epWNqhtEsvucwzex5/jwjbhBGR7qz9UwCubiWaistflTzbMn1V7frbtWpVAe723fXhX2j8tDLzXJOaX+3ut87l94B6V66vLOC31iGOdplvHWc8VcOOCkX9WOuU8IajNm0hFM6pEe6+B963XPMBv7Z4emJKeyfKrs6UsZBFMF9rCYa74a2AouRZ9cE0P5A74pVLWNAyBJ59dQ7Yg8tzW7Jsy0iPawBD/e6W7cfux3rz+p2eT5k+RtQNOOKo5UafSWLrT72VLs3tLaxp4dARIAcjMc9A20GkX9sOWjHhZd29U95WhFRt+6U8rOyRh28czxji2/P/P5LrnbZ+/eydaF+ybf3Hyf71wmddetOGVSzDeXOYYtF28KL98AAktUcnoGxe7aCYM/PLlpZSW8Po+y1W/oS7nmOdkZ7o90xWNj9Gyx7re5Q9vvWL++rb9Go8xXljYHV31sW+bWKaaSNKa1Y/+G6P7O2RQ2furVSCde/2Tx9sX/30MpCekcUVgF5B8Z1zBAIgRA4CoHeaB7lAYn0KAR8iAiQPXIf0vuePN/j28dOMDRL3Dt7BJrfWZHpxBitL+tTygFAZq51VghU46a6eazfnddxNQs/nsXUOdGZYF+if3N5MpNXxq0yCzMftmag5ffX3Re+qX9PlP27hFV5lvcnzk8ZBEU/4Sdsv0F4Iox0t33sZmF01npYAjWh2FLsVen6z+WZcG1JrDKty1slTbsKdIQpS6XV2dtInvwzm7dOoLZEss+mEsTtDX8SdKuhU0Uo7x7N+qoL3Y1dPZg7lQ6pImR+SnmYO47ldCPtOvzSZJaMG01ItJ9bXXC9VBsMwGjVoJw0m90jMPT4PIsw0d263a9T8NPdNj1HnsxCzs+xfcEe7R7PIewYew9XvRveiXeoh+gwl3GnBldCpl/IUE/vbj6x2JdsZrt3tNVbQs0TL08Z59CObSqXfcv/qUwuvDBgNS9rNgNsAMu2nj6oNqL0DmM7D/6oewYRRpkN/5tMgzKecR/9PfWAXeqrU8rft8L4BpVxq9QdA4DvWlfqYhlPKWXyAeXiO0b4LuudEsagxp3DFotneffnQRDtjpl/A5pbonjmtrav5+cjy4dVKN7xsj6jtDva+/5N5olgPc4ncX1fbeDcQNyIxwoRg2smAeR3uHcT648qB/74L+utUq+0H7cXK/5p1209HLcMZvVvynDfxbRaoX/H9MuOtdVgl3TFbwiEwJUT6A36lWf1qrK3SoD3Idl3Kdih4Oig+ej3+AiillbqgHX32e5j6rfrCbjjntmHufM47t3XtLzeqoURz08tixOsy9iqzD7qzHWPlpPPAyhO8CUsd386hk4T7m6r7HhZNkmwvmkezAy2y52thBOc+7uP+e+qmFYJP+V8p6RJx08e7hzLYjBj08xHeXlKmYnrnZ6nbq65MCtvhUO/TZA0S9zd1tkNTjjdfNxX9pbBj+tuzp1KAjlBZkm5WVJpkKPHZyDGrFZ322Q3uGTp/qqBlBFOWZhNnwVaM4PDTzcNYJgh7W4GMCw73fYcnWUz3SOsjrKZOnVpuN3XlB+DfNqxdXGpAwaY5vuEGoN96zr8/FuKO2/DWCdUPXQ7dozyx2CS1BDnAAAQAElEQVRXbabZqo4ejlBpVnlu67ofdmWh7Z9XSV3Cz20ZYJ3rhkE43wx526StYJDHLlhaffAWFch7U8ZWZdBi3h62NdAGD2ay59VKDiH0zm0IdqOMtfXdnxVl+5wXs+o5BgLmGX0DcUtnxa24m7dAaWfXcSZYOwdgpMX3zq+gjOt9TN8G5wSNsJ5tEGdcxwyBEAiBoxDonfijPOACI7V0zgdrk3Z4iZHWkT12bpvCuCfuEeY+JgHSDOR94jhGWDNgZrZG3Dp7lljL+3DbZBKQPnbycOgR/xE9AdJM37hmmqXTqWDfpHWG+ki/j7hZqTmMmWo/NUMQJzASTuw/nv2tu9a5MJvV73chtLtvsvd7VkdYvt/ddNKw727r7MrSdoguOGpHsNN5WRduuJs9IuSO611MnTWzUyOMGXF6XK8zpYvwyhx+7P1VB8b1MAkthPVxzZRfdZl9iZbOPjhgcGhmvikenVizTJv8uGdFC+GVfeh19cPMPMF0+MNRvghaw22daWDQz7r1+zqpBqi6233sq1awrIrPLyXM7gaEVu297v5spZnPl1DW3c+wP3Q7dozyH3nbxTSAqpxHGO++WVv1brhtMtUtq3O0j8MfYXYe/Bz3zsHU/vvm9LQQdj+zO2yxE0CVYfdmCfxSwdcAjnayh7+PXbs3D7ZZOr8kTgc4WjHl++U75ntuRcOSsNv8SJdzewzwe4bvnZ8mVM+2hXUfo7ld1tYasHB/1vO34mvLQ6+bdbmzkoZ5Ft/gj7ztHFkChEAIhMBSAjreS/3G3/kQMOu49AO8LtVm8c1I+Vjuqs38zfGKb95fptOztLM34iPc+SiO60OO+I84mfJsRpfpmrYs9KVZtmgDMf0gHHsFu0A7gvupHvsMdd7s/TQ7oKMy7j+EiWefhbDyYcugwjPJXDUTqqO/RKATdpXg/MxDVjgYzOhLOnWSXmeFv9kJ976SQ/1a11G0nLMvsyToEvZ7PZnjn6/NXKkT3d3z5050vz/sykOneVxvMuVj7jyu82/vfL+HI57dbZOdgE0A9jwHXdliQEDbFGaXe+LHbVsYnXz5Hv7YHUQ1rjeZhJBN99176HbsWOUvb7tqq4e8YyOcWeE+MDXcN5naxfldsFeZoLwp3EPdI2RrI/vzDRAtGVAbYbQV2hd1c7gZ5DcDPK7XmZ5DsFx3fx93y+Tnum9gZUl6zFJrE32/fMesdPm2fRKxIoy8GkQ0uOo8FN8lgx8rvN7bST32HegR+Q4pq+62j31uR5W1dmSfuBImBEIgBBYRiAC/CNPZeSJUmFE6p4TZNzjP/tl7umsafVQJeSOcpb8O1BnXhzR1RnVKR5w6EPPBbuPeMA2eWLo9rplm33tnjdu5ap3ynja/S2/1SHdbYncIYO/86BytXt7/dGxm+ved9dDh05nuMRKM1ZHuNtttjTAzM9yVudOMx3U3zVL3wRkClU5s97PE7hndn85yX53S73U7Prt0kFftx+3xsZuRsmqEfWjLT/Ec19tMA0868vhYPm+G0QDVtnBL73sXl/iV5r48Wf53HSTc9JyHbseOUf6b8rvunjpj1Ua/74wPAyjdbZtduzivdLLNQzu6Laz7BugIX/fRDtrrW0DEu077hvWzTdRxbeQ6/+vcDVx0QVz65xngVWG9+/u0N6viGm7aaauCxjXTN9VAoUFse8nPdUBFWg+h1ef+DRDnodoNdUR8Q0eAHyRihkAIHI1ABPijoT1qxAQgy1qP+pAdIzdzYXnkCKbT4KA0S+J30U75fbERSZk6PtsEtPK2l9IZnfc1Wt5pi8K6CHXC6HFfR40wO67va8ovlpZxW7rJvG+cI7xO2kuOiyemWdV9BoMIdH2ghdAr3U+iXWs46X6n500xOTirzybpcNvfPnm7u5Rny/vvHMrigKR1s72zoGuli9nmXeowv/YJ16PulMEhcd05rLH8n3K39aKMgynPtXWiR6je9uuHthPE90mDdlB7uE/YVWHU4Ydsx45R/qvyuc1NGzi3FfN2jW1xjPvCEeTHNb44j+tzMglfPT0G8AjV3W2JXZ3se6OFmdsWbrO2FeQ+7eMc37g2iDIvN9f/++3lwTJ2A2MEeocnGmx8gXI/V2Wll1VwVjk4zHNJOg3izKvrHJq5JOw2P8rMpMrwZ3DKQOC4jhkCIRACByegAT94pBceoZFqQtQmrfPht6lHVtm5bQrjnrhHmPuYlq7quPY4jC4bZe5up7T7aPUlwvJryZ3De3bRhK15f7/le8fKi9lzna0Rv1kny/nGdTdHnpjDXceoC7LDfZtpiR2hCqN3Ls9mQuyRJ7wRUM002zd9yHdU+cx1xLPq8TsrHb4+E7o0Ass5e2d+abjhzwoNS9rHtbIw6MIcbt00a2wGfriZLZmX9I57zLmuETYc5LVLHebXygDxDU2I9o6M63Wm8sBo3f193HXG6R5W+fXrh7SrDwbTHjIN49nKyHsyrtUr76gy3UXv244do/xHXnYx/USkNqqH2WeljvDq2j5thbCn1vMqGcL7PgK1Or3PeyyM7/uh8222+a0rUgOoZaxU9m4/t+5YEq7MCMi+QepCOZ9UGXi1oougLt227RG4HbgpDw76s/T+IdK2DYS2trch2/znfgiEQAjsTOCQwsHOD0+AvQkQ3gkyPQKzJWZNutsmuzjsWddB3aSNXC9dfrjpeed6zwx0X76rAzcvkR9pN0hDWBzXOqUOqRvXm0yMzcB8UnnC3kFAllj6DW6rDsyEzLM/5fWilPwdO8FWdjjkiTmepUyUzbjuprJUpsPt75dFR7CMJeoq/FjBQjAdmTFbZNZoXD+06T0iMDx0OvL80xBYulrnNKk53VMIpPOgyOmefnPjF02sVvLN2fZcgjEB2SowAxh+fUQfY1u4+9z3M29+etCAuPZAH4eg7tlvUhEbjN23z6pvNE8MVJQHUdpTjA4SWSIJgRAIgSUE9m0Ml8QdP8cj4GPh52r6E5buQe5hYr+50VHwc1qdxevVxaoTqp08rxNWt2+VpfNzOdzemP6Z1XWgn6WkZnPnWfDJ+92llQH7Li2+i+SElkPv3VyXdHtxHXo27isTZTOuh6kMleW4JvSbyTE7NtyOayb2EAiBmYD371xWXMxpO+a1mWPf7mM+Y1vc2ujXL08Gi/9cmb4xZWxU+olmwZ1p4yf2Nnre46bVSR9e4axkfIcyly4/t1LBT6BWkK3KAKbnbPW4hwcMDcrvETRBQiAEQmA/Ahrm/UIm1EMTIDwSSEY6zGq88rg4A9PH2Kyomef7ajPUx8ySGXhLV8czzFLMs8mWxPl98OGHaSbYAAD7Ov1L64Z9212QLKdnlA6tdHxg3fG76pZu63T05eJ166zVqQYb7F//3ImEslFG3VkZKsvh5gT1rxwXC00nrt+3/gpv0GY+2G5rEg7kQd3qZaOtWNpJPlASLjaaS2rHLgXyY11xYXm8wYtzKKdvrkT8sdLO5rA33JkdBkVt4Srnlco3yUB0b1NXetzB0eC2LU1vsyUMdl9Vfj6qtNVqtgy+YNk/tPQSNbeBS8Is9aMt9a1e6j/+QiAEQuDeBCLA3xvhg0XgFG0CSU+AA8/MOna3U9nnjokPmg/bqZ5/n+dYqtcFZUvtXmOK0H51+wGHM4F/PgBv3BumsviwurA0sIw7ZV/lB9SVE+F1iryHOlJ+xs5+eIcK2bNYXg6qlJGOUI9UR6hfL7Vblj4vBxX/0vD39TefXWAGfub8u+ohyrKMW+WcAcszby/W/DOr02/hQ/jubpdiH+k0yERoGtdMS0qZ0U8TmOvwJbVjT+fkflfeg3lW0YDsPrFi2Oubfcwz533iPUYYs6k9Xgeq2o/d3ZbYhdG2d7+Y9utzsJsE8P37mEqM81+k268E+D6tOvNAu/8Hyq9ByTLupSzTdwjdc6ZYtFfSYyBbnTMw61tjMPwPl9/PKC1t0l7WRUqccxu4KOACT9Jn3/sCr/ESAiEQAochQHA4TEyJ5dQECCIEkv5cv8XtJ2G626nsPqj2dY/n2TtvafO4PmdTR8CBPb1Tae+0judIt5+XI2SPa4fX6fiM61Xma5UjwbKMO6Vjgsu7lMsXlCaoe35Zj64s37Tnvz/ILPU+AqotG52HslcHetzHtDtF3czNeAZBux9WZ993P0jOPsUlh0g6wGnEybTvUqeV/VI1QcxMck+/n4Pr1yvszzg5v8He+X9Wd8yE6fCX9aqUOqwuj0xdUjs20nwIU52Z27dX3DPil6twXeAzgOl093I+O6V97O2xQUFty64JNXg7v2Nz27JrnKfwb5DBVi/fJ7Pj+hPzoIbv2iEG5wnuDnvs+XJGiedaEWAg2xJ5Az7dzz52Kwv6932fOJaGkd5TPWtpmuIvBELgyghEgL/sAjUSbV/dyIVOkhFtAuJwO5VpRtqyvP48M9bS1N222Y3++2jbq2dW3EyA/Xrbwt33vhUNfYmz0X6n8orX7JGD0thpHTyDJ0zXq7RR+TecbvgZn3cvN7MBZWxVhAe/17vV4w4eLNPv3uWRsNvdlthfZfKk7NWByflolzpIZuH7A2xTwJ2bZZ5+Yo6d/qL6t6QDbZ9nL1d175dU2F2VJaGEIAMN9t27Vo92jecQ/gmk82qdX10Rm20rY5EymOXdNCNJcP9DFcrgRhlr1GU6q8Pqck/9JbVjPd33sRvsm8/3ePmKUD0oY7HyPvaBNQG9E7bBsJ+b/vpKkMHxMm6VNli9v73Y4Z8VW9qOEUSbom0Z16c0/SyclV2+pwaofLuUy7Y0SLND7N5+8vgSdU3ILuNeyje1r5Dy3TfD7pdClkSsb2FwaIlfK8/m99rg9ZKw2/xYJWBb0vBnub6BznEdMwRCIAQOTiAC/MGRnjRCAomDaPpDdRw+oRzMAJRxMmUm2b78/kCH5az7Sbbub9h9kJ18q4Ng1sO+Zsv19pkhHnEuNXUo/T748K+DY6bBtQ99n0m3V9BBau6t0zp+80CKmUuc1oWZ3YXfp/M4x9Ovv6IuegcJ6zcqt12UWSn7EHsYTHbJWw+7r119IwyM8IRSneZRj5jjnoMKlwycGMjpwq443qwisdyzjEXK7xQ7NVm9NYjAri7pEC+K4AiePm+Kk1C1iwBuNrF3ltUhdWmK9nCXDxSTOqxe9cdfUjvW031fOw69zv7yitC2nzIWK0K/ut8D/OO6MEBQxtkpAu5cr/18oCXcSxPr2+GwUuYIYwXM14yLE5v6BM6R8T11krwBuF0GbbWJVjAdMtnYaBt7nM4nMXDf3TbZrQJ4hU0e2j0CvMG55nSjj9Gv97UT4HvYb6gLg6ZlRIVACITAcQhEgD8O11PFqnNlKWtfSuzZlns7bIZw5npfbcbQ6bM6+9vikJa/UZ4sVSvjVuksGPlfKvyY9TZTeRv4yT+dPR/EJ5dHNSxp78sFzbyZcXr1emofYXeAGoG/nNcqe+J6GB7na27rNGbvVTcPvXzbT6hZplhR36m3K9tSKevzkgAAEABJREFUYY5A+5aTf2VvVodZt06mzHL0uq++O8hRh6oLGjpu88qDdYkUp1mnfv8N6uJ1Si9VOu/zcuPPqsAPKbTIPw6VjFulXjnESj27ddjwT2fbQFqfLbOaZF5ivSGKk9/a94Hq8KW3Y/vmfQ6njA3MDXfv/rvWhQGqMrYqdctS7N7uaV+3nR2yNeIjevCOfvIU/6vW9W8rvVRpg37v5NmBpwYHJueTXP6bekrfsmBguLePdXujIuj2MjTD3FcpbAy85qY2Rf+i33Yone9md1tnVxf1FQwsrvPT3b3XtgZ0N98J6ehu+9gNGvdw2lkDBt0t9hAIgRA4KIEI8PvhtNTLR9BHhGbntl9s9wtFkLSc1dK/HhMh3kyi2cP5Q9n9rbKbOdRh/6a6aeReR6ysW9UXl4+/U7orsxeWjW+Lw35qvwFLsBjhDQYYoNCpGm6bTOm+zwfZbC7hfDzDgIJ9er92OJSpAzov3S7nZ5TZ3rlO6DTZO/6M58lBeflZnVUz4/Knzk1BFl9aev6J5RvbMm6VgRbLK9XjW4c1/zzXEsd3m+6b3VX2k/PRL3XKPqWe0g8nsozekvfeqZK3pcKmOD+u4uxbU7STH19uBnLK2KgMdr3H5EPHccn++ynYQS8NgslDj9RAg+WxyrW7d7t7BjB+f3PE6GPrWh0v4+rUF9/c3DxkO3YqoAZktDXrnufbYuVKv29gykqlbSu8tPfvVwHnNsxZI9rZunW26vMrZd7ZMu6UNtNKjDuHNRbfDG0StsOLb4ZVcd6b4XZK0+y/wen+TN8XZ+Z0t1V25fyO0w0ryfqAwHT77hKDdfXLN33+Phr4WLLijJD/TvWUuZ0tpxv3tFnsszbD391sLej9jX5vqd02JGXe/duK91Bl3dMRewiEwBUT0DG94uw9mqyZVdXJnvd4+d1THQfLQj+kaNjvrGNV1meUD5kDa8yk+skpnX37XWePZmWeOzs+udahN2usw/LE6db4E/WfEDUvmSvnGx9bvy1rpoeAy21oaZ87HuMec36OQYslnRJhV2nCrdm3cY+wTHBxOvxw85NwXzcuNphG4Geh1n72v15hLMkv4xmlbMz0WLL4Vs/cfZ6D2RADFc+72u+/pbEEsB5a3bBH08ntOkH9HjshX8dUx6+3G8pAR8p+b/5OrW0j6R0zAy4OQFKvpEVHSt1jul6idd7ff/Lo/TAzry57r6bbNzqqVpuor/yO+wZKhDGzP9weyjQYJm/9+QboPrIcVs2qqmfeZ0JXL3MzqA6YqmBXqe7fjj2NZVs79rTv4105oKy/p9o3gzjq7rqnEtYd2Nnv+04QUrTb4z3r97XzBvWs8OjuvlPeK+1sdz83u3fVIKV3d6RN22xVm/Zv3ftvtZrvmC1GIxzTQMZ8ngD3U2m8vft9oFMbpVzfuBIhb2U8o3yntGd9+xgmDmIV5xxg1/qljvQ4zPI712ddvfJdMkBq+5p2q4cddgO367Y7mNDoAw/Kyfd0hN3HNMDRVwHgog7sE1fChEAIhMBiAr1TtjhQPJ4lAR0EM8U+bnMCddAsk7aUzkfc/lWj8rRlfYQby+J0yu1tXlUvfJwth7Sc8GvnB7RrwtSb17UPfRl3yk/CmHmx9M4gAQGSKS2WQc975X0ECT6eexfJZJlPDNYp+ZLyowMmbzooqwST8rJWEW6lc3gg0FodMK4trzR7MK43mTq/8yyD0XpClGV28o+DDj7hWbwE/M7CYIHyGc/RiVnVaR73l5g6GZbC4t7965h+ajkQYHSupM0BbGav1RMs6vadUsbKWlndOZ7YYpYQ5/FYqwjs9RzX0mbQaVwvNf38n5n47t978d7l4JneJeWGkRk7gpFO5dwZ/qDy3weF6vLBlPfCihyDLj0RVvBYcdDzZMm9gTz57X4JYZauqiPd/drsp2zHnmF3JAd11Lvco7fSSn3WXtLz0m9hrKJS7j2cNkr7Ya+vATLvgfZM+6799C3q/tW531MOVnWVcfbKipk/viKV6j5e87uCk4Gw+f3XhnxwxdPb8Lo8uTKY/Oenp2rvtZ0Gm82qK0Naefou+075XvVg2jxCfXcbdgx2qV++z3PbTKhWr0w6SIf00NKnzfF9twpkPFN90qcZ176P9Ljupm9YP9/AOTVLZvx7HLPdgIHB7eGub6T+j+uYIRACIXAUAjqkR4k4kT4IAR9Po+V+mkXne10i7Ov2oaT7x2eVfwI0IcRv2joR3kd0lb/uZqbCnuFVB984eMYggU4hk9Ddw7J/ef2zomAWfsv5KUXoNQP7lGNdWDkgbz7ORsjLabHSAdWxWBXAh5mAv+reKjfCtw4fhvN9++/kHwdClWXf/X0UxqCLQ/10jEb4ly7LrnmqIM8onVCMdbrnmzqhVjNImwPYCMWzH/XLKcLKer536msdPh3OVc/VQZXXVfc2ueFvu4BtHav8WbGg3DCycqSX3fAvrNUJBkyG20ObBjSkd16tI109T1ayzHmyTcfgiE4z/9eu1e1TtGOH5rguPgOEBNP5vvdde0n32cThT3mbFV01OGyVhjrhPdCead9HuGEaaFXn1L3hdu4mgfsDK5HaAG1BWZ9S294Vnn0v14V3/5Rafmxl0x7Oz1X+DrZThrTy1EeY/dlOYcvNKh787lq/COlWLRg8FL5rz5cO6aGlTzq7H/2SVyuHfvCdwfZ1fRrpc6ZOBblT4r272MPiED0TJCOo/oF8jeuYIRACIXAUAnMH7SgPSaQnJeA3SD+tnkhAtPxb56kud1bCCe9Dar8ZgW2XSCyztZTSkril4XQMzPKbvekf5XXhzSj+0bppdqeMZ5RBBxyeubHFAb8+qj+8ExQ9c1wvMR1e9hvLI55lLFI6SpbbmwU2K9aFLUv+dBoWRbTFE8HWEkoDPn6beYv3u9sfXTYzcFZslPXBldnB+WA+iVIv1s0Wub9Nq4/qvsEMgzfb/I/7yloYYcUx3M/FtFrH4NZH7JAgfv0030OdpL1DUg/q9RTt2EETvCUyK4hWCXEj2M+/ubmxtH5cD1N7rE7bJrJkEFc4df89y+IkenWurBelCL2WnpuFNgO8NPFmlc0S+5ZhsDTcsf2Zabdl4o/Ug5aWYXm98W3wjbDaShzc1uld65fBer8egtm6OGd3A+wGULSvlsT3tpkwbbBpDjOuvc++C+NandZPGNe7mPa/G+AbYdQXhxUyh1vMEAiBEDgKgQjwR8F6FpH60BIEnS7udG4f379aKTOLNncq+LU/zEE9llDyL5zw7lWwvZROn1kZ8RG0Lcu1VL9HpnNgbzF/BgvMWuzSubDU2+y1jpYlcj1uHdFVs8fdzyq7zqaR9H6PQG8P+D4f5y+siByY42NvVk+ey+lOYWJwQBnpTBg4wY4Ho/lzWixFnWcj+N1HjwEfAwOvURFYMm/QoKx3ak7fWHJ95+GBLWa4pXsuGwcS9s7dPskUpyXyBF4/o2ZQxbvS3yFbCax+sTfUeQkGroQRdp9nniKMATkdefVtvJv9XZcnZzH8qUqMZaL8ClOXj055F7VPx2zHTgVVGRPi3rAeqD3u9bicbrSXlhazz1q7bFbaCic8VrVl33Zzc8P9t1dg7fmfLtMzy7hYZZWXvdfe6/etXHxV6c6NnZt7/JjVJZiWt7NT2nuDcVZxjfZe2+V9H4ll56ZNfZVy9G0wqC1sXW5UynrX+mXZuQPsCPKeOX9/xKmuOkxPW+TXYZSJhJhVnweSrSxbt3XOqjjn2AhLv0z9W7XqpJy3KpMDfTDdCpNVq1S2RhQPIRACIbArgQjwuxK7TP+Whdu7Zjm2mVOnw9pHPbRDX3zE7Ic0O8P/IXMqvg+tCAk3lriN5zItuXQokpl6H+rytrPSwbZUUUdDnF0TuneNUEdVmno8fuLmPh9nnTzLV3Wc5bnHjYkTzpURgb2nlxBoGX73r3Msvu7PdgOd7+7P87qfTXbxmcXW+Zrj2ZS+TXG6Z194T9ObcjyCJqxrz/qz7Nkn3B/icTqvBFrbGrwr/R2y59LWBofn6Wjyu/SZ9+Vz3/Dq23g3tQODnzwZsHAORV8Bsi5ftnlYzjrCM9fVv7muWobtULR1cXd3/vgXP62uiq/7WWe/L6tjtGP3TdM+4dVPQrb2uNdjPM0cG7Bbx5C7dlp7vaot07Zxd58//pfq27Itz9Ix9Lo6VN4Wq1V1U13lvjQS7TBB0zJ0M/KdGzs39/jhd2m88jfyytw1XfuG7+29tsv77vk0OzffAnvO+V2aH/72qV/CEKw90zstHUNrl9RVW5JWtUUGJIZfpu0/2jVpmTWB3yqB4W6Q3/d0XO9iGnQwqDfC6DtZ1TauY4ZACITA0Qjo8B4t8kQcAiEQAiEQAiEQAicikMeEwDYCZuwNtA5/tri9+LhYaFqqb7Xi8O5QWsvzx3XMEAiBEDgqgQjwR8WbyEMgBEIgBEIgBC6DQFL5CAiYJbc9cGTViiqHLI7rJaYVFz3MJ1Ug2w7KiAqBEAiB4xOIAH98xnlCCIRACIRACITAtRNI/i6FgMNl/UzeSK+l+2bVx/Um0zJ9h7/aOsGfLTz27u+ydUK46BAIgRDYm0AE+L3RJWAIhEAIhEAIhEAIHIZAYjkZAb8m8/7taWbTn9OuN1mdI/T6zYOza/zySHOKNQRCIASOSyAC/HH5JvYQCIEQCIEQCIEQODaBxL8bgc8u734hpowbs+l+aWPbr7uYfXcQ60sKVNqvnPj1kcy+F4yoEAiB0xGIAH861nlSCIRACIRACIRACJwhgUeXJL9C8J6V6x8oTb1u/XPafRlrldl3v9YzPDy3LH4Fp4yoEAiBEDgdgQjwp2OdJ4VACIRACIRACITA9RG4zBx9cSX7A0pTZuHfuSzr9sKbfX+buj9m3z+j7J9eOioEQiAETk4gAvzJkeeBIRACIRACIRACIRACg8ADmZa+f0g9+8tKU69d/16r9Cr1K8rxLUpTX1//CPs/WGZUCIRACJycQAT4kyPPA0MgBEIgBEIgBEIgBA5E4D7RfEcFNrP+XWWaZf9TZf6U0l2ZlX+Pcnjh0j9cmvCen40rEFEhEAIPQyAC/MNwz1NDIARCIARCIARCIAQenMDNl1YSXrQ0Af5ly3RKfRl36vvK9ltLu/8CZX5m6agQCIEQeDACEeAfDH0eHAIhEAIhEAIhEAIhcNEEkvgQCIEQODGBCPAnBp7HhUAIhEAIhEAIhEAIhAAC0SEQAiGwK4EI8LsSi/8QCIEQCIEQCIEQCIEQeHgCSUEIhMAjJBAB/hEWerIcAiEQAiEQAiEQAiHw2Akk/yEQApdIIAL8JZZa0hwCIRACIRACIRACIRACD0kgzw6BEHgQAhHgHwR7HhoCIRACIRACIRACIRACj5dAch4CIbAfgQjw+3FLqBAIgRAIgRAIgRAIgRAIgYchkKeGwKMlEAH+0RZ9Mh4CIRACIRACIRACIRACj5FA8hwCl0sgAvzlll1SHgIhEAIhEAIhEAIhECSCsbkAABAASURBVAIhcGoCeV4IPCCBCPAPCD+PDoEQCIEQCIEQCIEQCIEQeFwEktsQuA+BCPD3oZewIRACIRACIRACIRACIRACIXA6AnnSIycQAf6RV4BkPwRCIARCIARCIARCIARC4LEQSD4vnUAE+EsvwaQ/BEIgBEIgBEIgBEIgBEIgBE5BIM94cAIR4B+8CJKAEAiBEAiBEAiBEAiBEAiBELh+Asnh/QlEgL8/w8QQAiEQAiEQAiEQAiEQAiEQAiFwXAKJvQhEgC8IUSEQAiEQAiEQAiEQAiEQAiEQAtdM4DryFgH+OsoxuQiBEAiBEAiBEAiBEAiBEAiBEDgWgTOJNwL8mRREkhECIRACIRACIRACIRACIRACIXCdBA6VqwjwhyKZeEIgBEIgBEIgBEIgBEIgBEIgBELg8ATuYowAf4cilhAIgRAIgRAIgRAIgRAIgRAIgRA4XwL7CfDnm5+kLARCIARCIARCIARCIARCIARCIASuksCDCPBXSTKZCoEQCIEQCIEQCIEQCIEQCIEQCIEjErhEAf6IOBJ1CIRACIRACIRACIRACIRACIRACJwngUcowJ9nQSRVIRACIRACIRACIRACIRACIRACIbCJQAT4TXRW3YtbCIRACIRACIRACIRACIRACIRACDwAgQjwJ4aex4VACIRACIRACIRACIRACIRACITAPgQiwO9D7eHC5MkhEAIhEAIhEAIhEAIhEAIhEAKPlEAE+EdV8MlsCIRACIRACIRACIRACIRACITApRKIAH+pJfcQ6c4zQyAEQiAEQiAEQiAEQiAEQiAEHoxABPgHQ//4Hpwch0AIhEAIhEAIhEAIhEAIhEAI7E8gAvz+7BLytATytBAIgRAIgRAIgRAIgRAIgRB41AQiwD/q4n9MmU9eQyAEQiAEQiAEQiAEQiAEQuCyCUSAv+zyS+pPRSDPCYEQCIEQCIEQCIEQCIEQCIEHJhAB/oELII9/HASSyxAIgRAIgRAIgRAIgRAIgRC4L4EI8PclmPAhcHwCeUIIhEAIhEAIhEAIhEAIhEAI3ESATyUIgasnkAyGQAiEQAiEQAiEQAiEQAhcA4EI8NdQislDCByTQOIOgRAIgRAIgRAIgRAIgRA4CwIR4M+iGJKIELheAslZCIRACIRACIRACIRACITAYQhEgD8Mx8QSAiFwHAKJNQRCIARCIARCIARCIARC4AmBCPBPQMQIgRC4RgLJUwiEQAiEQAiEQAiEQAhcD4EI8NdTlslJCITAoQkkvhAIgRAIgRAIgRAIgRA4IwIR4M+oMJKUEAiB6yKQ3IRACIRACIRACIRACITAIQlEgD8kzcQVAiEQAocjkJhCIARCIARCIARCIARC4CkCEeCfwpGLEAiBELgWAslHCIRACIRACIRACITAtRGIAH9tJZr8hEAIhMAhCCSOEAiBEAiBEAiBEAiBsyMQAf7siiQJCoEQCIHLJ5AchEAIhEAIhEAIhEAIHJ5ABPjDM02MIRACIRAC9yOQ0CEQAiEQAiEQAiEQAisIRIBfASVOIRACIRACl0wgaQ+BEAiBEAiBEAiB6yQQAf46yzW5CoEQCIEQ2JdAwoVACIRACIRACITAmRKIAH+mBZNkhUAIhEAIXCaBpDoEQiAEQiAEQiAEjkUgAvyxyCbeEAiBEAiBENidQEKEQAiEQAiEQAiEwFoCEeDXosmNEAiBEAiBELg0AklvCIRACIRACITANROIAH/NpZu8hUAIhEAIhMAuBOI3BEIgBEIgBELgrAlEgD/r4kniQiAEQiAEQuByCCSlIRACIRACIRACxyUQAf64fBN7CIRACIRACITAMgLxFQIhEAIhEAIhsIVABPgtgHI7BEIgBEIgBELgEggkjSEQAiEQAiFw/QQiwF9/GSeHIRACIRACIRAC2wjkfgiEQAiEQAhcAIEI8BdQSEliCIRACIRACITAeRNI6kIgBEIgBELgFAQiwJ+C8sM+40fW459T+k+W/melv7X0/5s0N/f4+eV17wVKX4t6ocrI55Tuef7Oun7Z0odWv7Mi7M/54bp+zdKnUC9ZD/mm0v35v7WuL1G9eiUau56Xjyi3H1H6kOrHV2TqfX/O55bbjy4dtRuBFynvX1C6s7zU+lfZiDpTAi9d6frPpXs9+z91/cqlL11dSvr1Eb63EjvKgJ1bOV2sutb2612qREY5Mf9iXZ+7eoNK4A+Vlt6/Veb8Pf5p5fY1pd3Xl/sVZY8KgUdHIAL89Ra5js7HVfZ8XL+szPcq/StLv1jpWXFzj58vr5vfU/rPlP5JpS9BGXD47ZXQ9yk9q+8vh08u3dVPqIvXLn1I9f9VZK9buqsvrYt/WjpqNwLqK3Y91G+pi5cqfUj1iyqyX1a6q79QF99XOioErpmATvCHVAZfvvQlKe32T50S/KPq+o1LH3qAr6K8JJW0hsDFE/iZlYP3K002+YEyP6D0/D02gPfccqf05d63LAbjy4gKgcdDwEvyeHL7OHL64yqbH17660u/eWkz8GXspIx4vnOF+JbSb1uagFzG2SkdNgMPhORPr9T9jNKr1BeVo9npMu7U65XtkI2+Z79axdmV2dz/2R1iX0QAs78++fRh/zWT230vDQro/I94/ktZ/nnpqBC4VgK+DwZqfR/eojJp4LGMi1C+S97ZVYn9beX4s0pH7Usg4ULgYQnoq753JeHnlaZMvOjbsc/6s8vhC0tTv6H+vXVp/cEyokLgcRCIAH9d5fyKlZ1/U/ptSm9S31Y3v/mJZi/rSqVB/dC685GldZ7KOCv1Ryo1lkDLd1nXqv9ad/526a7MvJqB7W73sf/mCvwSpYf6rrL8tdJR+xGw7QHDHtoKh0MJHC9eEb9+6a50Cr6xO8QeAldE4KdUXqywslVK216XF6V+aaX215UeyhLaYTcrb3Z+XMc8MYE8LgTuScD3+E2fxPHtZX5w6f9bepX6X+VoFt5Wu7LevEf9y1L6ghD1eAhEgL+estZ5sQf1p6/I0n8stz9YWidHmevImTGm2QlFP7fuaxC/u8xZvVU5EOTPrdO3dFBBR++vVB76x8DM62uU2yGUdMwzQ/+wIv53paP2I4Adhj20GfhV9bv7WWo3gPPzm2d1Qx1RV5pzrCFwNQSspHrBC86NNla7LQve0z9XFmYZt+r31P9Drqqq6KJORCCPedwEbOkx+z5m0T+6cHx16U1Kf/czn3h44TJtoXSWQVmjQuD6CRDmrj+X159DI49/ubKpESvjThHcf1NdEVQ+pkwz0b3DU063yoEh/BrFNIv8x8t1jGyW9Vb9gfr/WqUvVf3rSvi/KN2VQY8X7Q572s3kEy57cLPvhMLuFvtyAthh2EMYgPpV3WFPu07C76iwzDJulbqhjtxe5N/OBMyI2EKC6dAOINo5ogQIgRUE5hUz/738/I3S/6n0UAbltMXjOuajIXDvjKb9ujfCvSPwvTBJ9AuexGAr2yeWfVVftZzv1A+WzXZRe+XLevMb65+tNGVEhcD1E4gAf/ll7KA5J3Q7zKPn5rPqgmD/D8okoJexSDkw5P3Lp0PhuhCvrhDwPa9uX5yyr9ogR0+4JZm/uDvsaXfadh88MXv8j/aMK8GeTwBDLJ/vcnPj7AIrRrrbrnZ7ZX3sezh1Qx3pbrGHQAicBwHCuYHokZp/X5avKq2NKONWmZ3PYXa3KPJvJwLx/JAEDLpZITrS8PFl+YbSS5Q98vq6w++7lsWq0jKiQuC6CRDKrjuHx8nd/JNdDkjjdpynbY7VQXXzHnBLj9+sgv2P0vsqjaKZ+B7ec2bBp98/dzsunQlB0EDFfdJtBt9Mfo/DoIkZou4W++4EMMSyh7QHdhxy0913sZvFN5s/wqgT6sa4jhkCIXA+BLTT9saaqRup+pKy2O41H3ZpBs4AXd2OCoHTEMhT9ibgnXaY5k9+EoNzb+aVd09urTSs1PPTeGO23oSMvfQrPccxBK6JQAT4yy5NPxXnILeeC6cLE+rvO5uoQfSTWv+2R172NyytQ1XGxan/UCn++6W7MiBheWZ328Xu92/pEcZyrk8bFzHvTQBLTEdEP7EsTp0tYy/1QhXqd5fuSp1QN7pb7CEQAudBwFkttmeM1Pg2jZl3W18MoI97BubmAdVxL2YInCOBx5wms+9WzQwGfrlnXnU37q0zzcJ/abvpEOfMwjcgsV4ngQjwl12uOio6LD0XH1gXhzpJ+1srLoeJlHGn5tnLuxsbLJbd20PvxHh7zXTAaEv7CU4OyNOQG43dEM3trTHaKryl/reOT/69SZnch3bIST/UxGgtgbC83SnLMi3PvHPYwSK9ZnyYI5iO5b8cFytMfs0Q/bG693mlMR7pHSY39zDDrrwdXTngyk/yKW8d4pEWpjJTdm9Xqdh1sONdKow4hrbdoJxu/JzVnynLd5Z2T134V2XHpefZvnQf6Lp1pxxm5eDAO4cdLA5rVIdHEM9Wp9SN4bbKVG4vUzekWZ2VXmHpzqenvbxvVev4COjQSLx0aqwS8CzagIY6NrMSZlctveqZ+tafIX/yufTd9J5536RvaGlflR6rlXodE0744dc7qR7aCznikp5V9WOEYarDytZhhD0vysdPSUoPpvzuowcr74I4e9p2YdWffezyN7j4vfVAaXUGCmG4Lm+VbT9OpXdvaIxub274h6GzVXDWVo2wTNzVpUMeKDf/wsfXVNrU/zJu5Gn+hZFDPNtheOKRF3mSt6Hlmbv3Rp2Qjl31seOXHuX0SmVx2B9evc7Ki3fKUmUD9cqT//J+dOUbgp1f/VB+0tI13t4x7dsuh5aue5eWfGu0P9qhno4l78KAZWD4NevCWUMEUG10j8s1d+2p76y2qrzvpTDxM7/awx+6ubkZz/ELRJjJ714RrwikTqgbx3rX36ieOWbf5WPJt7iCPKVMVvWVOGbhf/1TPnIRAldIIAL85Rbq6AD0HPhA9Ias39vXbmmxeH2YzFb/7IpI57uMrcqHxCEjfhLEviYfrh/TQql/BKq3LTcz/f+8TIJ8GUdTniE/4wEEMwIhc7gtNV+qPApbxp3SmXSOwJ3DE4v4f23Zv6K0TtMHlWkm+cXKnBU39zDDDkMsZ3+HuNaRsI3Ayg2dJofJ9E6+ZygzZfchdfHfSv/V0k6NLWMv5ewBnQ2dkHF2g7rwSyo2XP5SmTpEZdzodM5L6qTl57i5hzboNZ4puL20X8myQauT6g2/0qzOSu8I0vkcqrxetSInqPzNMv1agq0aZb1VOlUvXzasPM+g3a4DGurTh1UchBH1TH3rz5A/+Rzvpt/cNfBUQY6mrK5Qt7yf6qH3azxMekb9+JZyNFjnnSrrrZI2Qrql1Q4o7HlRPq9SvrDU6f2FZd9FYeUdxBor9U+cIw5p66zUFXVm3N/HPHb575MmdcyKLxz+XkWAs7aqrHcKd3XJbzgTxNQx/O487GghWFn11YMZJP2OJw46/dpc5hOnG2e/2O41rncxlat2TtrlQV60GY7UAAAQAElEQVTkqcchz9zVBSzUjaV5PHb80tnLyeDn25ej9sKzy3qn1Fvvje0JylNeflfd9U0o4+DKO2G1k28Idn4W1GDe/CC8vWPaN4cU2s637/dml2/NnI4l18pd+2s7x9+tAG9Z2gCkNrqsd8o1d+2p76xvCSGzt2F3ntdYPEtdw8RAsvZQGQ7vBFfM/ESwfsmyuEfop81eh9SNY7zrBnLEO56MybZv8fA7mwbU/ndz/H1ll4cyokLgOgn0l/86c3i9udJ4m13pOfShs2+4u93XTojQ4XXIiEby+xdGqANFSLOcaWGQG2HMuApzn4/Ppufhg1P342PXhYV+b5PdyfM/s3kwY/g57XpYfbx95AlBOhTDfamJxz8pz/1ZdXlvpUOnI/XpFdMstJfTWmXU3IdWB2StpzU3DAAR0swirPFyo+Pc69nfKY86fWXcKgI4Qfz2Yod/Br0cgteDyLs60d2GXUfWqgN1Ut0c7ttM5aXu71PW6r3wn18PWTpI8Y7lV52Wv7JuVa9cPvzqBGFs6TdAXVfmr15hj6EIEv+4Ila3ytiovE+fVD7GXsfnlP3LSstXGRvVL6i72GrTyrpVKXdlqUy2en7iQRh1Rhjl+cR5kcG/cNJ4rPJflJDJk18n8asCuwjk6pY6ZkBjKe/psTe+c71cCepmbpnDr1UEvlPjGsN5ZdS4t8k0gCSP3nlp3+S331Ne3o1teTx2/NJE0PUe7VJOwtEExE8ti0NxvWNlPYhSHhh5J0wC7BqpNhtf7/kuYff51uwSv/Zd26D93ZWXd9vkyDvUA/EpY6NSt7xHOG70WDeVo19oMDC/JO4K8pTa6V1/EtL7suu7bpBGe/wkihsDGwaUx/UuJuHfN2CEcVaO8hnXMUPg6gh46a4uU48kQ7+68tn3olsCbAS4nB9cmQEx0r5KSCM4mGH9uEqlj4zlnWW9U+qkUeZ3KpdVHx+dE2Fp+x/L252ydYD70IRpXO48PLGYsbGk7cnlDcGYgDKul5jYm0Hofh24Jg3dTR7MgFja1t3Z5d1HeaQXF3zcm7XR9fcsR88t496KsIe/keo5Mj/PonMhXdK0asWFZW+Wdg8hao5j3fVz68Y4hM6vHJhN8xyma7Ov7OXtTplxsLzxzqEsOnXyUNbFygxQ3y5hxF6HfVUEyk2ZmY1TJ7sffHq52X8n7d2Pui8f3oXuvs1uf75llv2Z+CsHnJSL58/xWL5pkG12n6+lx4CI8pvvbXuOgZPPqECdYV3eW0mLZbzq+IjMYUYGetblGR9baLy3hA5xjLA6c36GiGYf7sPUQX2vutj2LmF1rHasHr9SHbr8zVQbpMMRp97uEYIJw+4NbfZuTpj2Ubtr1nm+pw3TjgivvFZ1wHXShd9VAPMsM8JOl2entfk0+9BmjuVjXDMJ8AaF2JdoApj6pOPf/XuvCZ7qkjx6D70n3Q87YdEqtXVt0rHjlwbP9h6t4vxt5WGUk3yw275Uzs8oq192WT7+TASTg2/E3Kbxoh3zSwKDLRNrzN3v2vttdtmKjO6+yb7Pt2ZTfP2ed0J91853d3bfK/dwprXZ3hP3Zv2nyuEVSm9SnqW8vEezP+0bbrRVjOO+9pGbVX/DbYnpWd7VY7/r2l7vdk+TCSJtUndbardSz+qr4V+bYeXauI4ZAldHwEt+dZl6BBkiXLzclE+zv5ZmT84nv/QB8JNcOvv94Ub1fYQtNbVkz1IznSydDnus5o7j+1XgVZ2ITyh3YWnCRF3eKR8e7kOb9e4zucOj/YCEq3HNJIz7qLAv0Was54OVzObOHyAf5z8xRSiv8izv9iiO9OKCD3dL5KZgN29QDqs+4uW8k5JPndX5I60j7BmWnplplS5p0hHWUZm3Z+iUKo9dBDqz/hJr1swshFl8z2GaOfD8eUbcIIy9cZ2tZxLIxbVUW2nhwz78W3L91eNiMnU61cHubJmkfbHy0MvNTIK0v1t57p1P74B0mxWrW4uUJYWjXcabYIC/csBJuagfc50SucEYyxLZV2npkB7p6vfXPcdS1j/bPZZdWJ1OdaQuD6II7mM10Xg3tBVYjDy7JoD2B3pXrGoZA0KWyKun3hF7bGl2y4dtEelhDXi41926/djtWH9Wt8vzIcvfgKIZZRzNFPaVLLb6/Ol6uHtDaxvL6U4RmAghg/G4YaDNIPKPLQftuPDSrv4pzz4bVl5ulJ+VNeqg6yVaXPOMrUHZVYLnPCjrbJhdVunIi/rS04WN99q31j159B56H72XBLPu32DSa3WHZj92/B5lAG9u070T0upQr1FO8sFuRYB3wHdT+KH1L/g5xDvuffStGXXaMwyc/t6yaEfNkg62TKzVuT9c9wn4ZdwpwqitMHcOWyzi52WXbw3/27Tvp8H0+Z348xVQPdd2eBcwpLXZ3hN1wHtT3u6Ucyh+f11hXsYzyjdWP2Z+lrqnXJUfbvTLVmjPl46y3oh7XX10f9a4n+pd9273lTXfU4mxmqGMXdRTfg2qdwf9M3nqbrGHwNUQ6I3q1WTqEWREo0SA7FnVUXOYR3c7tX3Vh41A8zsrIfZ+mQ0q61PKQTpmrs12EajGTXXzPepi30OCKuhapeOqw9c96HzpbHS3Tfb5YCWzsPYb9jA+yj7OPqTD3f5dwqo8y/tw7yZB0U/4CdvdCU+Eke62j90sk45FD6uTQyi2FHtVuv5zeSZcWyanTOvyVknTrgIdYcpSaXX2NpIn/8xSrBOoLaE02/DE6w1BfJcRdh0GQvkIzzRbpS6wd60ezJ1Oh5QRMj+lPM4dy3K6kXYCvzSZPeZG62CZ0VIXXC/VBgMwWjUoJ83vUxE5tKmMO+VZBhPuHCaLX6fgpztveo48WQkzP4dgZI92j+cQdoy9h6veDe+E5aZzB3hw1fG0V1o9ndNi37uZbYLDuKfe6lCP626eQzu2qVz2Lf+ex6V2A1azEO1MCgNYtvX0QbURp3cY23nwR90ziDDKbPhfZ6rLwoz7ym/dihnP1EYMv0xpN9jFvk1rG3xzhr+PLItVGt6Bsj6jvJfaw/7N4olgOs7vcD30sePXvhnAG89jGuD2Tkir61Vam2ow6zOnm74zq/anT962XhoYN9A2PFoB4nkG+Ve1o/yp3x9VFv74L+utUm+0D7cXC//t863ZFrU6qey7P4M9Bh1W9XH48554XwxC+NZyG1o91x6N624SQudnGTQ3ubGqXD1fOuY2u8e5zu59OdW7bktA78Oqh1YurEvbEnffD2dXDL+23/iWj+tnzbiEwAUT6B+sC87Go0v6KgHesj7LiB4SxqoPG0HUcjIfsE1pMzP0ZuWBgFvGrbKXdP6g3N44wD8zOVYtjKjM2DjBelxvMs1MmM3tfiwnnwdQDD4Qlru/962Lryu9TeFl2dz8sTe6vy3spvuEE5z7u4+55WyrhJ8elzTp2MpDdzeYscvMiJm4WXjv8a2ym5W3wqHfI0iaJe5u6+wGJxwiNO4r+3nEftybO50Ecp2bJeVmGaBBjhEX00CMWTv2JdrgkqX7qwZSRnhlYTZ9FmjNwgw/3dTBNyvU3QxgWJa67Tk602a6R1gdaTOR6tJwu68pPwb5tGPr4lIHDDDN9y0dNdi3TiDg31LdeRuGmWL3Zv3Q7dgxyn/O45Jrwu8sFJpZN9M7t3VzfMpC20+I7Pf8ZNSSlTPqljaphyUsE9S727BLj5Uk45ppULjP8nFbpc3UzmlycJc6ucr/cPNMbWH3Z8XVfJ7KseOXHsJKb9+0WQZWlYP7mzSBWXtjpdPwp+x9v8b1PqaBjHkG2EDbFy+MzMqAecBGO6r9WRjFzT7fmm1xG5zqArc22ArDXg/WxWErA9b9voESdaS7sXsH5m+1949wrsz4WaWl44Prhva9jEVKeZ/yXfdu9nLU7puFX5TYNZ70IQ3YjNtWmBgoGNcHNxNhCDwkgd6Jf8h0nNOzjWxqADdpP33SRw/ZuW0K4564D5FXAqQZyEPEdcg4jPb3D5uPjdFieV/yHALSx04e181oTN52viRAmunrAc3S6XR0t1V2nb0+E6CzZFZq9mum2s/WEcQJjD5S9h/P/tZdWyo6d1h7J21duE3uluJZvt/96IRi393W2ZWlzopOy/CjHcGuf5DHvdnUSSTkzu5LrnXmzMINv2bE6XG9zpQuwitz+LFnVh0Y18PUkSGsj2um/KrL7Eu0dPbBAYNDM/NN8ejkbuqgjbBmWwiv45q5rn6Y5SGY8kPjKF9LOvgGBv2sm3BD64Ddt4M/4mKuWsHCfdYOOprddNJX7b3u/mylmc+XUNbdz7A/dDt2jPIfedvFNICqnEcY775ZafVuuG0y1S1CpPZx+LPEdx78HPe6uaqdMrCx6b0wKNuf5X33LGaPe7a7T1jq7pbO9+t1dst+CQ3ad+28790siBw7fmkjGHqftTvsvm29jeZnk/Zu6MMMP/oYzooY1/uY8u1cHgP4GPme+Tky9WhJfL4Vc7urLV0l7K6KT/h9vzWr4htuZr71UwwKypNBRYOL4/42U7lof4c/g9AGWMf1MPUrzcCPa6afBFzy/nn3rIDp74Pw6/Qp33XvmoGunha/zqO8utuudu+dPlYP17953f0c7ElDCNyLgI73vSJI4AchoMFf2sFYl0Cz+GakfEx31Wb+5njFN39sLMtb8rHpcfng9oZcQz/PaHT/+9rl2Ywuc8RhWehLj4sNpoGYvizefjQf5TmI5VyW1tlvaO+n2QMdmdnfKa/xNDI9nmnUepdBBeF0VnRa2IfW0V8i0Am7SnAe8WwyDWaYhRt+dBBfZ1xsMHHvKznUr3UdScs9zWaN6HS0CPu9nox760wzc+pEv+/5Oi7dbZVdeRAKVt2b3eTD0sPZfdW1fZjdHUc8u9smOwFbJ9/zHORli4FO4qYwu9wTP27bwugwy/fwx94PLxruq0xC1ir37vbQ7dixyr/ncand6iHv2PDv8DgC4rheYmoX53fBMuJtA6X2cvd2Sls6xzM/3yCkZcrdXdvr/e9us90y+bluGHhYMntn1ZI2Q/vuWVaCEKD7M44dv2cRJq1g8Q2z390J5N4N9x5KG2wxqGDw1HknynPp7Psh0nyfb82m5zvY0rYo+/fl6d03eb7HPaup+iCKtkE7uTTKVe/eurCnfNcNDs0DFrPgvS6dm9zVd9+n7scqq96G9XsXbk/yHzuBCPCXWQMIFWaUzin1Og3z7J+9p7umkXDnwzvCaegd1jKuD2nqjOqUjjh9jHUcx/Uq0+CJpdv9ntl3H4/udq52H+qeNiPffeal39tkdwhgF2p1kpcs79fJXjorMD9fh9Bsa3cnGKsj3W222xph5ma4K3OnHY/rbhqx74MzOk066d3PErtndH+Egb46pd/rdnxmAaDfn+32hs9u87UZK6tGurvlqXh2t012A08EFXwsnzdLTKjaFGaXe97FJf6lue+Llf9dBwk3Peeh27FjlP+m/K67p85YtdHvO+PDAEp322bXSZgA1QAAEABJREFULpoN7v4IJtrR7tbtVkbMq2C0N/a4dn+z3TdxPujQez+313M47ZhVM93dN8dAmkFee7G3DTj0sLP92PHPz8v18wh4l/b91jwvhof9P79/u36rvXvzgNaqHJ36XTdIanVBT8uhviXzt8D7L3/9WbEjEH3xBCLAX2YR+ihZ1npOqTdLbnnkSJNOi4PSLDXbRTt9/cVGJGUaPd0moJW3vZTOqGWXPbAll0aIu1u3W7JNDzej3DqX4/q+pvxiqQNrHybzvnGO8Dqh9tuNa6ZZVR1f9l00ga4PtBB6pXtbHE663+d5I14dkj5bZtDI/vZxfzbl2fL+7u4ApXWzvbOga6WL2eZd6jC/9gn3ZxocEld3W2X/P+Vo60UZB1Oea0lyj1C97dcPbSeI75MG7aD2cJ+wq8Koww/Zjh2j/Fflc5ubNnBuK+btGtviGPeFI0yMa3xxHtez6R2c3+mlg6Rz+yBubahBAfZ12iDDvFxb/8hMtmXgBo4I9A4XNBj3AusiWuN+7PjXPHajsxPOzVDKk2/YLFRtDHzEm1ZyWeVmlZTDOvd91H2/Nfs+d1U43yGr1PRv/DKA7+Uqf8NNP8Cg+LhmOqtm12/n1wi4RZ/6XffuawNGskxIbdsCNfxuM+dBPofYRYDfRm2P+wny8AR8oB4+FeeVAiPxGs9NWgPUT8xk57YpjHviPkRuLV3Vce1xPfRIoxmVvkRYfi0pfItK5C6asDXv77c8saI5itIx7AKAUW/L/VY9bOSJOe7rmHVBdrhvM41CE6oweufybKbHMjLCGwHVTLN904d8R5XP/DHzrHr8zkqHts+ELo3ActLemV8abvizQsOS9nGtLAy6MIdbN80am4Efbkb6Ny3FneuajobDfXapw/xaGTCeySREe0fYN2nlgdEmP7veI2zQPZzy69cPaVcfDKY9ZBrGs5WR92Rcq1feUWW6i963HTtG+Y+87GIS7rRRPcw+K3WEV9d2aSscXte/AZgsXaHhZwhtD/HcoQlO2w6zM3P31hWA0FfGSkXYfW7dsfVEngiY2misynmjOnb86x6u/hKIMfBrMB9QHm1T0w4qE4MS8mQgtG6dTBFordgiqONuWx7hy4GayoCQa+n9ErbrEq0d1basu39od22sFTy2Ejqs8cPqAc7s0FdTX9Rh33p9xbq1UflO69N1T/j06yV2gjEBeZNfjB/qXd+UrkPc05Yfsg91iDQljpubMDgAgVTsA0B8gCh8EAgy/dFmS4ykdrdNdnH40PjAb9I/tiLpJ1DX5VUpM9A+rCNTljmvW3Lpw0tYHH51gBxSN643mRibWfqk8oS9A1e+tuxOTjYqb6bnXGZAKll7KfnbK+AOgazscJgVcwRTJspmXHdTWSrT4Wb/4j4doRH+Ek0rWAimI+06dDp24/qhTe+RDu5DpyPPPw0Bs4/r3ld1dR78IshY8eOd36YNbhNUe060vbZ96Mx399nuFz/M/GuT53vzNaGHgGmVlFlRv87hGzz769fHjn88S9oIxvabE2AJxL5xvlV+FtI2sd4ejHDHNs2GOljNgLf3XR+GoI7dm9TDDbZeWp+UoG2A10AI1vJmNYNVXn6NxIQAP5W9R6lWvev6qX2A7pBg1CttxCHjTFxnRyAJQuDSGktpjr650WH4lxMIy62MaE/OudxCQIM//9zK61WYVUsunTzfGftQz+VQQZ9RZnUd6GcpqY/90g+6lQH7Li1+JhEncNhnr/g+ybIXtx/mo0yUzRyXMlSWw92H3UyPjtZwixkCIXBaAt6/dSsunNHhnIVDp0j7QIDcFq827PXLk8FUJ35rg+tyo9KPMovszJdfv9Hnzc0x4zdQ4fmWTROM/dyZtG1J0u1tqyus/rq9OPA/q48+vOK0UvEdyjRLXcZWZTDGsvGtHh/Ag9l2K0VwMyhvdcbSZAjjW7TU/yX7W/WuGzzaNpi2b561K/p0+4ZPuMdA4EryuLRxv5LsXlU2CI/9I2Ckc9sywVMC8LE2y6JTcV9thvqYaTc7YZnmeIZZmHk22QfndYeHJ6aZ4G0fCyfV2pfZBcknwZ8yfHik4wPL9TeXtnTbh64vFy/ns1anGmywf/1zJxLKRhl1Z2WoLIebE2q/clwsNJ24ft/6K7xBm/lgu4VJuLc3dauXjbZiaSf63g+/8AguqR27FNTrVlx4f73Hx8iHWXyrcZbGbSn+HyvPzq7wyyTOtDBouEnI1WYbqO1tTkWxUh06fm3MH64n2dK1bgtY3b5VhGI/efcudWWG2Izoc8pucKGMgyqD17Ysvc2WWC13d5L+R5U/q9GU1wuW/UNLn5uywkGfxIGJBifWpU9dscrAz+gpG4c3mnn2yynb+g3r4rw091Xvuu8Rwf4YefFd8307RtyJMwRuCZzLvwjw51ISu6fDKdoEkh5yyWE93f8h7XODTPjUmB7yGceKy0e2C8o+sq8xPcx+dfsdhzOBfz4Ab9wbphlg++DmmR+njNuLaLZJp897qKPoJ4DskXNokj2TI55DmcpIR6nHp6PUr5faLUuf982Jf2n4+/qbzy5YNcNmhkRZjmc5Z8ASx3G9yjTr093xIXx3t0uz6yzqSPV067T369ifR2Cuw5fUjj0vB4f57z2w1afHZkC2Xy+1Y9jrm33OM2dxmXl34jv70Norwu6umpA64hjmPt9Hg+S+Dx9TkRB27d0miGm/zaSW81NKu/gHyoVAXcZWdaj47XEnVPqW9IdaIUZ49NOYtsNJl3J0roM8GJSwoq+HOZSdoOsQOoMDPU7tEZ4GqqXFwI1vicFuaf2M8owtNmU9O2WFhpUEc8KcLWCF3cvUDfXdLL3BH1stDExYgee9qttblXfPmTjdowHpfr3ELh39G7gqjDR5Xr+nXPr1UvuSd135z9+jpfFv86cubfOT+yHwkAQO9uy5sT9YxIno6AQIIgSS/iAf8bkD1O8f0+6Da1/3eIbOgqXN4/qcTR0FBxL1TqXZGh+jkW77BgnZ49pMh47duF5lvlY5EizLuFM6LriY/fiCciWoe35Zj6501Oz57w/SKdhHQLVlo/NQ9upAj/uYdqeom9kZzyBo98Pq5r209n0vOUTSAVUjTqZ9mTrl7Jeqdc7MJPf0E5b69RK7paL2zjuYSYeUQLMk3CX5UYfV5ZHmS2rHRpoPYaozc/v2intG/HIVjuBYxq0ygOnnGW8v2j9nsvR3Tbv4hnXfcvZdtVlo+9Mr+J3yfbzvKjXCDkFM+2122fd2Xmav3d938Hqf+Aktf7Ry2WcexWMm+xXK3btqj7YyrcuTKYK7wxz7A51BgpsVDQaqDbQY0Ol+ztluUP7tK4G9PjtjwLfH2Q22aDljxbe2vN1LzRM0+g0GOnaJVBj1Y1MY9eKU77p+1qnK3LOshNiU/9wLgQsi8PykRoB/PotLtBmp9vEYafdRMeKt0R5upzLNSJsl6c8zYy1N3W2b3eyGj7rlfGbFzRLovG0Ld9/7VjT0Jc5mA8a+NqPYDkobz9CxNHjCHG6z6aOp89nd/UzRu5eDEegytirCw8/e6ms3D5bp9xDySNjtbkvsrzJ5UvbqwOR8tEsfZrPw/QG2KeDOzTLWfrKyk6ln4Zy/WdvH2stV3TN7Nfvbdm3JqI6RgQadOtfq0bZwx7hPIJ07g/bHmk1c+jyDWd5NP/FIcP9DFdDgRhlXpdRhdbln6pLasZ7u+9gJIGZvexwvXxfqQRmLlfeRcNMDeCdsg+luBCMz5N1Nezy3V/3+Jrs2dj6Mzrdo1WF2fhbOyiffGwM42nbp3hS/e9oJgwQEOtdDv0RZCKll3Kpjx6+NMvhx+7An/8zGax+l8YnTRkN6vdsbPe140zezz/76rpthdwL+kqiUl8GfJX5P5ce3oP+MrOcqf+eysC/R+md9sGVdmHm7l2fPq/nWheWO36uzbNGnftcNAltGP5KFxb4z/iOOYZqQGHamttwqHvboELgqAnsJ8FdF4LIzQyBx0E7PhaXen1AOOkRlnEyZSbYvvz/QUjMzId1tk90Hx3IzHSAzqvZDWo64zwzxpuesuqdD6eTYcU8HzkyKax+FPpNu2eG2Dzbh24da+KHNXOI0rreZwhOatvnb5f5XlOfegcL6jcptF6UTYXanh8Fkl7z1sPva1TfCwAhPKNWZHfWIOe45qFCnflyvMw3kdGFXHG9Wni0HLWOR8rNNTlVWbw0isKtLSzvTix6yoyfLO3sQQtUuArgZ+96ZVofUpR7nNdjVYfWq5+WS2rGe7vvaceh1luBi288u8RL61f0e5h/XBaGhjDtFOBH/nUNZbFHqHf1y2kmZ7TUg0wMRdLUR3c03k8Dre+MkeQNUuwxqajOs8Olxdvux4yf82Io1nqnM/HIMc7htM+X5kAOMvp/avv5cAqmB+e62yW4VgxUEm/yc+p5vsryN52oHDTSN622m74mDBrf5c99gcl9Gb8Wb/fPuLdFWyVkVsMTvKd91A9vzijB1eEk6t/nRb+x+8PO87hZ7CFwFgYcQ4K8C3Jlkwgfa8ri+lFjSLPd2mA7hzPW+2gfd6bo6+9vikBYH4/TlSjpDZjaWCj9mvc1U9mfp7H1Ddzii3ZL2vhzSzJsZJ6PYRonHox2gRuAf16tM+996GH7ma27rNGbvVTf7ktK6vLeyvE/Htkf0dnWxVJjTAXnLyb+yN2vFrFsnU0bye91X3y2R1RnogoZO/NKZPHGaVeuZeIO62KXjZB/kvNz4syqOWWgpp5Mp+cdhPFC9ckiXejbc1pk6rAbS+mya1STzsst14S/JXR2+9HbsULyVsYG5EZ93/13rwgBVGVuVumWpeW/3tK8E8x5YvH76TT0b7gTiJVtehv9VpvppVr3f00bYe93dLC/vS/oJab396H5X2QkNPY8GHWxxG36PHb+VNL4343l4Yj+ut5na/nfb5mnH+8pS/6EHcyhdT2e/N9vlQV/AwOF87yGv5yXsOPd2cVvarFx7i22enty3GsRBuU8ub42l32r8DDyrm7cBt/w71bsuGQTqWYCfB9X421Wrc779PVwfjO/usYfAxRO4QAH+LJhbCuYjr5Gk2bk9ROIIkpazfv30cEK8xksjPn9IJ6/PXJo51GE3emlmwkfqGU8rHL643P5O6a58rCwb3xaH0eU/WwEJFmXcKoMBBiiWCj7SrRG/DbzHP7O5hPMR1ICCfXy/djiUqQNqaWJZNyqzvXOd0Ck0Kr4xYN1UXn52Z9XMuPypc+VtL2Xp+SdWSGzLuFUGWnR01eNbhzX/PNcSyLmzZ3ZX2a8JdjRnwtanVOz9QBzL6M3m9Q6BvOnMl9etSpwfV7761hTt5MeXm4GcMjYqg13vMfmwZ/a+wsgU5c6XBsHkoQc00GD5p3Lt7t3ungGM398cMfrYulbHy7g6pS4/ZDt2KqAED23Nuuf5tli50u8bmLJSadsKL+39+1XAuQ1z1oh2tm7dKTOtvld3DmVZuuWlvK5V6qnnafO6J3HIXYcAABAASURBVEv1e/oJEwZvux/trz3z3W2VXTzvON2w0qoPCBw7fmcKEIp6MqyQUgbdbZWd8K599A2Y7y8JP4cZ177Z8/fP4OqSFWWE/HeqiOZ2tJxu3NMmsT+EVpb9uVbaGRBakib5N5DrvetxCOsb093Y1d8/X5b+LVJOvt8GourWSiU+5T9/p1d6fuJ4qnfd4+RrXrWgr2Ugyv19tb6j7So9vFUf/Tr2ELgaAqsajavJ3MqMXKejWVWdbPt9eg79xInl9JaFfkjdsN953UdZ4+dAHjOpfnJKZ3/Vnjgjtc+tuFYpHXqzxoTcfv9P1IVOwrykrpxvfGwsKTPTQ8DlNrS0zx2rcY85P0cncEmnS9hVWkfP7Nu4R1gmuDgdfrj5SbivGxcbTPuuCALdi/3s9mVakt/dh13ZOB3Yksy3Go6TaUTdQMXkvNOl5XIEsB5I3bBkz8ntOkn9HruOA2FZx7a3G8pAR2vuQApzCm0bSf9IG3BxQJJ65fk6C+oe0/USTeB+/8mj98PMvLrsvZpu3xCErDZRX/kd9w2UCGNmf7g9lGkwTN768w3QfWQ5rJpVVc+8z4SgXuZmUB1AVcGuUp26HTsVRAeb9fdU+2YQR91dlwbCugM7+33fCR1w7fZ4z/p97bxBPSs8urvvlPdKO9vdtfvzTKt2Ujl0f/vYtaXS2sP6RhCmhpv0eDf6QKB3WL7fuDxpl8t4RmnHve99e5X33UGl4hwB2I8Zv8FJ7eB4HlO5+gm2VW2V+95377Zw2n5us7b0f3bb5Vod6P6tUnBuz7p647tjANT2NO1SDzvsBmbnWfBx7xSmwae+kskz/3T9s9Jk3XtkyxlBXN+hb3WoYLdKuHUCufLx07K3Hp/8U9/0LVZxXNdmPwm60TjFuz4SoL/nvRjX3n+DYeN6H1PfCOsR1iCaSaxxHTMEropA75RdVcaOlZkzjteBQ2aKffzmZPpAWHplKZ9Oin1bRpJpy7QIN5b96ZQbuV1VL3T+fKRetSL/2tLrFGHqzeumjkwZd8ootY+fpYUGCQiQTGmxDHreK6+BJ/h47l0kk8WJ6tI+nHW6vqQuCEvypgOmo1JOixXhVjpHAAKt1QHj+pPLYnahjK3KB3GehTDSTIjSCZB/HAxUEJ7Fq+PaWRgs6HnUyVnVad6amObBh9NSWNyb843O3qeWg46zzpe0OYBNB1E9waJu3yllrKyV1Z3jiS1mDnAej7WKwF7WcS1tBp3G9VLTz/+Zie/+vRfvXQ6e6V1Sbhh9frkRjHQ6587+B9W9PihUlw+mvBdW5Bh06YmwgscsT8+TJfcG8uS3+yWEWdqqjnT3a7Ofsh07FTt11Lvcn2ellfqsvaR/b79ZdmGsolLudXmntFHaDwckGiDzHmjPtO/aT9+iO89lUefMfFvVVZd3yiDCfNintnHe5nMXYEeLvPX2QXDt53yYHYGIkOX+0NpDYQ3GmlWXR1p+fbe049rz4Z+pTSDUs3d9zPjl8SP6w57Yvde+674t0iXtyghf7/ufLH+jvfKdncvGt6a87K18f+e2l4Cl3phUwFGaaHy1Kb7fVnmMh0qTPsu4liZ6XJ/a9P74NY7+XN8Fq02Ug3zIDy1/6on3yqDyCKNdJVyOa+YoB/auffs/uBzmb9F4/8SjTD1vXZtdwRepY7/rPRHaiN6PNDBz3wEjTKyIGM9xRot+y7iOGQJXRUDDc1UZOvPMHDt5Pi5GZ/10i4/EuufZ1+1DSptZXeePuw87IcTIsRPhfWS5b9L239szbB/j7M9ySYMEOoVMQvfs58vLwYqCWfgt56eUjokR6qcc68LKAXmzXG/XUV0dUB2PiuYZ5aNDwH/mxhoHwjdhB8PZi71a8o8Docqy7/4+CmPQxaF+Pqwj/EuXZdc8VZBnlM4Gxj7+802dCasZpM0BbITi2Y/65ZRhZT3fO/W1DqGO0qrn6oDL66p7m9zwt13Ato5V/sxaKTeMzCD2shv+hbU6wYDJcHto04CG9M6rdaSr58ks5Zwn23QMjuhU83/tWt0+RTt2Ko4GCFdt5fC+ay9pM2FzepS32b5Vg8Nm/NQJ74H2TPs+hzfQqs6pe/M9z9PWdHfL51fVz+5nF7vtEASdHsYqAs8ebgQlW720F8NtmPg45E0eafn1DR33h2m7gS0p2o7hNsxjx68d/+jxsGZ6h31bRluljHx7mpcb5eMAUIOW3V17YLCju+1iJ6Q7Q8dgwRwOPxzxpPHFufvT73DoYD/4zmD6tj5Lj+PQduUoXX2r3XiG9MuH/NDyJ5/jPtM75GBHq5hcD93r4nAbpvqkXq2qm943Zep5c5stnNn7Vf2wEfdsHvNd789SN3p7YCBPfet+drWrKz2MCSltXneLPQSuhoDG/Woyc/0ZWZTDHypfn1baR9rybx/nutxZCSe8D5D9aAS2XSLxgbKU0pK5peF8cMzym73pH+114c0o/tG6aXanjGeUQQccnrmxxQG/Puo/vBMUPXNcLzHteXMSLJ5L/POjI2i5vQ6V0fvembVM7FAn8xJsLRE14GMfpWcv0TqKRrt9IJf4P7Yfs4OrZuzUi1WzYUvToz6q+wQMgzdLwylrYYQVx9Jwp/JntY7BrVWzduvSwK+f5vuadR6u1P0U7dgp0VlBtEoQGGnQZutMj+thao/VadtElgziCqfuv2dZCCzqXFmfUa9dLn0Ql4Bk1c8hB720oXM74Jlzh99Mu6Xnf6TStDSP5fVG26kNtRpJHNxWafeOFT/Wb1sPVT7sZd2qfNOFIeCbKTcgjv8ISKjf5/s5wjMNxotH/K6XaAPohDntp4GX3vZaTWgwaUk8x/Lju2nViO1kS5+hDhqMN8FiomXm4cDcTVsDRt1Rz5Tbtuf6BuFuYGeb3/n+sd71/hz1TNqYw91g6b774PX1tE8jrvt++0c8MUPgbAlEgD/borl3wjT4BEGH1Nhf9eY3Nzd/tWI1izZ/4Pm1V8jhKJZQ8i+c8O5VsL2UD4HRYfERtC3xsqSvR6bzY28xfwYLls7yjzgs9dYBscdwXi6lI7pq9niEXWfqbM4z7QR6e8D7B2dd+NndT/o4XMUHyqyePHc/mBgc0AH0ITJwgh0/RqrntFiKarTf/fvqMeBjYOA1KjKdZ52Nst6pOX2WZq6aVbkLcGKLzr50z2VjlqR3/vZJljgtkSfw+hk1gyrelf4O2UqgU2bvq/MSCEHCCLvPM08RRieQoKK+jXezv+vyZP/wn6rEWN7IrzB1+eiUd1H7dMx27FRQlTEhkgCiPe71WBq0l30ZKrehCbVm9KxwwmNVW6Zt4+6+9tz+YM8ccXTTSiKHTnY375btC93tvvZ17YN2VBp6/NpDg1XcR3vo3fY+DH/s3LQ5ThXXdhr0FXb4WWfyc6z4laXyMUO96p2WJm27dMubd58Qqlzd877jz06rC1ZOsN9HWyrtzAECpWdLQ49P/VAXHQaorSHMjpV1ZlDngWIrx3bdGtefdwi7NBv8kF5t5FdVpPiXcavUESvwfC98EwzI638pfx5sFSBkstP4GCBlX6eFVc8MquinYSYdwz+7vpR+hv7GPEgw/C0x1Ql16VDv+qpnGtzpA8ImJuRtld9tblYwvEzzdIhvf4su1hA4PwIR4M+vTI6RIsvC7YEzAmzm1CmolsYNbeRXA2g/pNkZ/p9Jxz0cxOdAHR8yS+DGc5mWgFnOaKbeB2ifx+hgW+6sIyXOrgndu8bp4yVNPR4/gWP5265xDf8+7pav6jjLc48bEyecKyMC+wjDJARaht/96xyLz/2hbTfQ4er+PG/c32aKzyy2zv0cz6b0bYvXvvCeJntPt4XZ574PtvasP8uefZ33feKbw+g86eDa1uBd6e+QPZm2NtjnqFPF7xx+3fV9+dw3vPo23k3twOAnTwYsnEPRV4Csy4dtHmY0R3jmuvo311XLsOeDxtY9hz/+xU+rq+Jb57+735fVMdqx+6Zpn/DqJyFbe9zrMZ72Hxuw69xmu3Zae72qLdO2cXefvzlsvzaTKQ2eOzTBA+fu7xD2Ve2DZ0vDqvh7e+jd9j6MNLJz01YSxPhdFccmN2FGeysucR4q/nXvtPi9L9Lt2dLQ04g7/vwNrT/Q/bDP76D3kZt767Q65xA3z5aGET9Tu6MsbDla1dYY8OBvaEvF5XF+1j7vwohjl/ZrhGFKrzbSWQj9XVKe9nT7Xqz6JjhvxADXyJP+ha0j4tymvVfKBTPsRhzs+i3a3VG2ykX5DD+7fn89y7vsnfZuj3iYrrm7z9+2dM/3TQIIO9wNkFqtOK53MV+rPJuwKeNGn8lA0aG+/eKMDoGzI6DDe3aJSoKukkAyFQIhEAIhEAIhEAIhEAIIELQdqshOW5FjmwT7Uv3i5fH1Sw9lb/19JltGPDFD4KwJRIA/6+JJ4p5PILYQCIEQCIEQCIEQCIErIWAryl9rebFlw2qG5rTVKoxVccOjFRvrVtYMPzFD4OIJRIC/+CJMBhYRiKcQCIEQCIEQCIEQCIFzIWC5u5/Is5xemmxDcLCuJfqut2mz9bZlDH/2/c9nJox7MUPgqghEgL+q4kxmjkUg8YZACIRACIRACIRACByUgAML/bLNiNRyeGc1jetN5nPqphn4Mm6VQwNXnY9wezP/QuCaCESAv6bSTF7OlUDSFQIhEAIhEAIhEAIh8DQBs/AfW05O7S/jxq8oOGxv2yy8X+Lx6yhm7YXz84OfzRIdAo+BQAT4x1DKyeOFE0jyQyAEQiAEQiAEQuAqCTjN/0+2nPlFpG2z8E7hf90nYfzM7/uU3a8JlBEVAtdPIAL89ZdxcvjYCST/IRACIRACIRACIXC+BD69kjZ+Vs4s/Pj53HJ+Rtn7/s7lOmbfP6DsX1w6KgQeDYEI8I+mqJPRENiPQEKFQAiEQAiEQAiEwBEJ/GDF/W6lv6U09Rb17xVKr1KvU46vXZr6ovr3QaUtxS8jKgQeB4EI8I+jnJPLEHgoAnluCIRACIRACIRACGwjYB+8fe0/XB5fuPR7lzbbXsad+ille8/S9sh/V5nvWDo/G1cQoh4XgQjwj6u8k9sQuDACSW4IhEAIhEAIhMAjIfCZlc8XKE1A/61lfl/prr61Ll62tPsvWuaXlo4KgUdHIAL8oyvyZDgEHhGBZDUEQiAEQiAEQiAEQiAErohABPgrKsxkJQRC4LAEElsIhEAIhEAIhEAIhEAInBOBCPDnVBpJSwiEwDURSF5CIARCIARCIARCIARC4KAEIsAfFGciC4EQCIFDEUg8IRACIRACIRACIRACIfA0gQjwT/PIVQiEQAhcB4HkIgRCIARCIARCIARC4OoIRIC/uiJNhkIgBELg/gQSQwiEQAiEQAiEQAiEwPkRiAB/fmWSFIVACITApRNI+kMgBEIgBEIgBEIgBI5AIAL8EaAmyhAIgRAIgfsQSNgQCIEQCIEQCIEQCIFVBCLAr6IStxAIgRAIgcslkJSHQAiEQAiEQAiOkE8rAAAQAElEQVSEwJUSiAB/pQWbbIVACIRACOxHIKFCIARCIARCIARC4FwJRIA/15JJukIgBEIgBC6RQNIcAiEQAiEQAiEQAkcjEAH+aGgTcQiEQAiEQAjsSiD+QyAEQiAEQiAEQmA9gQjw69nkTgiEQAiEQAhcFoGkNgRCIARCIARC4KoJRIC/6uJN5kIgBEIgBEJgOYH4DIEQCIEQCIEQOG8CEeDPu3ySuhAIgRAIgRC4FAJJZwiEQAiEQAiEwJEJRIA/MuBEHwIhEAIhEAIhsIRA/IRACIRACIRACGwjEAF+G6HcD4EQCIEQCIEQOH8CSWEIhEAIhEAIPAICEeAfQSEniyEQAiEQAiEQApsJ5G4IhEAIhEAIXAKBCPCXUEpJYwiEQAiEQAiEwDkTSNpCIARCIARC4CQEIsCfBHMeEgIhEAIhEAIhEALrCMQ9BEIgBEIgBJYRiAC/jFN8hUAIhEAIhEAIhMB5EkiqQiAEQiAEHg2BCPCPpqiT0RAIgRAIgRAIgRB4lkBcQiAEQiAELodABPjLKaukNARCIARCIARCIATOjUDSEwIhEAIhcEICEeBPCDuPCoEQCIEQCIEQCIEQ6ARiD4EQCIEQ2IVABPhdaMVvCIRACIRACIRACITA+RBISkIgBELgkRGIAP/ICjzZDYEQCIEQCIEQCIEQeB6B/A+BEAiBSyMQAf7SSizpDYEQCIEQCIEQCIEQOAcCSUMIhEAInJxABPiTI88DQyAEQiAEQiAEQiAEQiAEQiAEQmB3AhHgd2eWECEQAiEQAiEQAiEQAiHwsATy9BAIgUdJIAL8oyz2ZDoEQiAEQiAEQiAEQuAxE0jeQyAELpNABPjLLLekOgRCIARCIARCIARCIAQeikCeGwIh8EAEIsA/EPg8NgRCIARCIARCIARCIAQeJ4HkOgRCYF8CEeD3JZdwIRACIRACIRACIRACIRACpyeQJ4bAIyYQAf4RF36yHgIhEAIhEAIhEAIhEAKPjUDyGwKXTCAC/CWXXtIeAiEQAiEQAiEQAiEQAiFwSgJ5Vgg8KIEI8A+KPw8PgRAIgRAIgRAIgRAIgRB4PASS0xC4H4EI8Pfjl9AhEAIhEAIhEAIhEAIhEAIhcBoCecqjJxAB/tFXgQAIgRAIgRAIgRAIgRAIgRB4DASSx8snEAH+8sswOQiBEAiBEAiBEAiBEAiBEAiBYxNI/GdAIAL8GRRCkhACIRACIRACIRACIRACIRAC100guTsEgQjwh6CYOEIgBEIgBEIgBEIgBEIgBEIgBI5HIDHfEogAf4sh/0IgBEIgBEIgBEIgBEIgBEIgBK6VwLXkKwL8tZRk8hECIRACIRACIRACIRACIRACIXAMAmcTZwT4symKJCQEQiAEQiAEQiAEQiAEQiAEQuD6CBwuRxHgD8cyMYVACIRACIRACIRACIRACIRACITAYQm02CLANxixhkAIhEAIhEAIhEAIhEAIhEAIhMC5EthHgD/XvCRdIRACIRACIRACIRACIRACIRACIXC1BB5AgL9alslYCIRACIRACIRACIRACIRACIRACByNwOUJ8EdDkYhDIARCIARCIARCIARCIARCIARC4HwJPDoB/nyLIikLgRAIgRAIgRAIgRAIgRAIgRAIgfUEIsCvZ7PqTtxCIARCIARCIARCIARCIARCIARC4EEIRIA/KfY8LARCIARCIARCIARCIARCIARCIAT2IxABfj9uDxMqTw2BEAiBEAiBEAiBEAiBEAiBEHi0BCLAP6KiT1ZDIARCIARCIARCIARCIARCIAQul0AE+Mstu1OnPM8LgRAIgRAIgRAIgRAIgRAIgRB4QAIR4B8Q/uN6dHIbAiEQAiEQAiEQAiEQAiEQAiFwHwIR4O9DL2FPRyBPCoEQCIEQCIEQCIEQCIEQCIFHTiAC/COvAI8l+8lnCIRACIRACIRACIRACIRACFw6gQjwl16C29P/I8vLc0r/ydL/rPS3lv5/k+bmHj+/vO69QOlrUS9UGfmc0j3P31nXL1t6qVrq73eWx/6cH67r1yx9CvWS9ZBvKt2f/1vr+hLVq1eiset5+Yhy+xGlD6l+fEWm3vfnfG65/ejSUbsReJHy/gWlO8tLrX+VjagzJeDb5Bv13Erfvyz9P0r3Ove/6pr7nyvzlUr7/pURtScB73Dn6x33ru8Z3dkGkyd563mV97NN8CNOmPf/eyv/o6z0e/R/yulslb7G51XqpPmHyvyNpWf1x8rBffpjy562qyBErScQAX49m0u/89KVgY8rraH7sjLfq/SvLP1ipWfFzT1+vrxufk/pP1P6J5W+BKVT99sroe9TelbfXw6fXLqrn1AXr136kOr/q8het3RXX1oX//Tmpv5H7UJAfcWuh/ktdfFSpQ+pflFF9stKd/UX6uL7SkeFwDUT+GmVuQ8p/fKlL0H5Fvkm+Tb5Rr1bJVraX7TMrn5MXXB/+zL/aelvL/1HSmdQriBEhUAInJyAiYe3qqf+htLUZ9Y/g0VlPKX0PfR9OP6B+vc6paNCYC2BCPBr0VzsjR9XKf/w0l9f+s1L7zOKp7PzzhX2W0q/bWkCchlnpzSMBh501D69UvczSq9SX1SORmnLuFOvVzajomUcRHn2q00xmc39n5Pb7pePLwRmf33K9s+s619T+pDKoMCPahH+l7L/89JRIXCtBHwfDNT6PrxFZdLAYxlnq/q3yDfJ9S6Jld8PqwD/uvQrlo4KgRAIgVMS+BX1sD9Rmvrf9c9A5A+WOavvKIf3L20Gnmz2AWX/WaWjQmAlAZVk5Y04XiQBHZR/Uyl/m9Kb1LfVzW9+otnLulIR/j+07nxk6V07ThXk6MrMiiXQ8r3pYf+1bv7t0l2ZeTUD293uY//NFfglSg/1XWX5a6UfXF1oAmx7wLAn3wqHQwkcL14Rv37prj67Lr6xdFQIXCOBn1KZMnttq5S2vS7PWmlP/1alUId3XXpttTHw5nvGdF1BnlE/p1y+pPQblTbwW0ZUCIRACByVgEmiD6wnvHBpyqrYr2BZo/9uuev7lHHzs+sfwX9d21e3ox4zgQjw11P6loRblvPTV2TpP5bbHyz9U0srcx05M8Y0O6Ho59Y9+wq/u8xZWf5DkD+3hmTpoIIRzb9Smfq/pYcy8/oa4+KepnSYze3R/MO6+HelL109VPqxw7A/3wz8qvrd/Sy1G8D5+c2zuqGOqCvNOdYQuBoCVlK94IXkxoqbf1xpHctOy3qnLDO1ZcpWKHmyHcC3jOlb5jv3nuV73grj++UdnwfuymtUCIRACBycgFWw+i0itqLVWT6b+hjaLDPvPyBA6Tcp/Vqlo0LgGQKEuWcc43BxBCzR+cuV6jHKV9ZbRXD/TWUjqHxMmWaiVzUeDtXg9z3Kj1mPP17mPJNhT84lNySWUP6LyldXBj3mPZT9/lK7mfzRSI8wZt8JheP6kZp7Zxs7DHsEOua/qjvsaTcD9zsqLLOMW6VuqCO3F/m3MwGHh9lCgunQZk93jigBHj0Bs1afUBR+XumuzLIT6G2b+oy6YatNGU8p3zffuT9drgT6zyqzK32ejy6HX1w6ajsB7/B4n5nece/69pCX5UOe5E0eh5b3y8pFUntOBEyKOZhupMnBdF83LjaYVpX+jSf3tVf65c4AeeIUIwSeR0DleJ4t/y+VgBfbqJ7ZiJ4HHReC/T8oRwJ6GYuUEUD7cMxwdCFeXbnkhkRnzyBHh/BL6+IQHTmn1fbBE7PH/6jijrofgX90c3ODZY/F2QVm2brbrnb7yuZTYNUNdWTXuOI/BELgcAS8274/BPUeq3NMfM8+vxwJ6WVsVU6o98sglq12zz+5LrI0tSBEhUAIHIWAQaC3qZjH6fi29/zFul6i7I//4PI4ZuFtEbX1p5yiQuD5BAhlz7+KbSkBL6VD0XQkaHZuS8Mf0p8lOl7wHqelx29WDjowZeylDACYie+BPWcWfPr9c7fj0pnoLBqouE+6zeCbye9xGDT5790h9r0IYIhlD/zr6mKemSun1WqNq1l8s/njtjqhbozrmCEQAg9DwPv9ltOjv6quf3fp/1Z6V6Uz7Dtm2X0P+wZ1Yca1jKgQCIEQOCgBqzLfuMW46/k6fgqzTwIZDLDdtUUZ62MnEAH+smuAn4pzkFvPhdOFCfX3nU00MOFnLf5tj7zsb1ia4FvGxan/UCn++6W7MiDhQLPutovdb5LSI4xR008bFzHvTQBLTEdEP7Es8+xcOS1WL1Q+CQNl3Cl1Qt24c3hiiRECIXA6As4SseS090uc2uwMlv98j2T0051HNJ5hkPtSv2UjHzFDIATOi4DZd7/wYaWPlOm/fEpZ9KnLWKSshNX/Hp6tFM3ZHYNGzFsCPmK3lvy7SAJmfvtMokw48fJQJ2l/a0Vov2AZd2qevby7scFimb899Pb22GumIaMt7Sc4OSDPiKWGb0M0t7csQxKWttTy1vHJPwd+cB/aoX4v8uQew75qAiH70M4HcKDZuN7FlN7fVgGYZdwqo6ZGT28vVvzj1xJuHdXPq/sYj/QOk5t7mGFX3o6uHAZlb6nytqJkpIWpzJTd21Uqdh3seJcKI46hbTcopxs/7+R06e+sC/fUhX9Vdlx6nu1L9zOBdetOOTBQZ//OYQeLfWnq8Aji2eqUujHcVpnK7WXqhjSrs9IrLN35tLSX7+1qHR8hHbqF1+fWhVUCnkXrEKhjM6vytrOSXvVMfevPkD/5XPpues+8b9I3tLSvSpDVSr2OCSf88OudVA8tOxxxSc+q+jHCMNVhZeugsp4X5WMJtvRgyu8+erDyLoizp20XVv3Zxy5/g4vfWw+UVnvDHfZWl7fKth+n0rs3NEa3Nzf8w9DZKjhrq0ZYJu7q0u+p8Payl7FY2dJkBr4H+KS6+NLS91VW2MzxOLdkl0Mx+fVTdt4976D80urmKP9fUglVD8tYpPAWx9DqwwgoHt9473+vb+zchFUWw383f0xdKAN1tadVeWG69HvrGSNtzPldrcesVMre89UFdULYoaWBu3bHO7Uygi2Oh45f+yNvI41Med+SjKduP0T9GO0dptJMj/roHAhpeiqRO1yoW69U/v9caXVevRP/0J7zDXWPoKk94L8u91Lqq2Xi6nV/jlV4vgW+CXtFvCKQ9+oYfZ3xKP07E13jelufcPibTd8s38nh/vvKot6XERUCNzcR4C+3FniRfSB7DuwXnn8/u9/fx67jI16H4Jmt9tMWvVHZFCch7cPLw7eX/vjSGk0NdVlvlfpHoHrbujLT7ze4dSzq8mjKM+RnPOBHlIVAyCzrTuqlyrewZdwpP1dn9PTO4YlF/L+27H5CxEfvg8puJvnFypwVN/cwww5DLGd/h7j2MbONwMoNnT2zXb2T7xnKTNl9SF1YxvpXy3RAVBl7KR11P3eoMzzOblAXdH5x+UsVq5nyMm58zOfD7KTFz0K5v6vWIR7PFPbf17+vLL1JqZPqDb/SrM5K7wjTCpuycwAAEABJREFU+RyqvF715ubma+oBf7O0X0uwVaOst0pH6eXLhpXnGbTbdUBDffqwikPHTz1T3/oz5E8+x7v5heVXx6SMoymrK9Qt76d66P0aD5OeUT+c5muwzjs17kubDo+fCnNAYc+L8nmV8oilQYBfWPZdFFbeQayxUv/EOeKQts5KXVFnxv19zFetQMcs/4p+Z6WOWfGFw9+r0Dhrq8p6p3BXlz65XAhu6hh+dblV/a7y4ddByrhVBtUMEhAYbh3u8c+KNO2Kb5c0+Zb9gopPW1zGRqUsrdL5T+XLAJ53zztYl7eql7/6pW379XWn18+63EnZrqa98T3x/vf6xs5tVX32TN8kgzXKQF3taVVeBAHf20+sFImrjIMp8flOKHvPVxfUif4AaeDuXVKXvFtL68ix4+/pXGp/iPphMNnA9mjvMB3pHfXx3ctBndWmalvrcpHq77lnvH2FUuexL+ud8hzt7puWi/ZAWXqH9SnKaZHiVxj1VTrV6/4cy8Z9C3wT9vnO9UR41in6OvoYfWLNO7yqT9jTtsqOCeF/3HMGyCuPi5gh4AUMhcskoDNrdqWn3r51I5bd7b52nUgdXj9DZ9T8+xdGqAOiI2PvzsIgN8KYcRVGR2RpuF384YNTD6PD04WFfm+T3QyOnzsafswYjt/wHG5MHSgfH0IQ4ZXbLhqPf1IB+rPq8t7Kh1In6tMrplloL6e1ykg5oVcnda2nNTcMAPlQb5oZ0PHr9ezvVFwGDsq4VQRwH8nbix3+GfRyCF4PIu/qRHcbdh98qw7USXVzuG8zlZe6v09Zq/fCO6xr6SDFO1aC1Gn5K+vz1Ib/OgF+dYIwtvQboK4r81ffEO99bukI+tkwdWtbPN4ns4hjSeFzKoA9zvJV1o2K0IatNm2jxyc3lbuyVCZPnLYawqgzwijPrQGaB/6Fk8ZjlX973GKrXydxKjfhd6mwpW6pYwY0tvEm5M3lZ9aPoLk4kVs8flTdV8+8075lBgfLaa1SFgaKpIPAv9bjdEMdM/BNgFJXp9tbL9VrgtmS8vcsJ1b7NkjvO1TsymlJGRHkDWoQ2CrYvRUh0bPxVfZLI1TftS3b6six41+a3uEP74eoH759eGlnRlo2mdpUbas6ssmfewbm+d3lPReOVuc+tSwOVV5S70f/QxhhK+hG5TtnsGcM7m/0PN0cz/K9P2Zfx0qOPvtuC5BBkCk5iy4NXPYJOfXNYEm2/SzCd/2edmlkr5/GZeXwV1dy+4tstuLvlts5KCOFZixWCWkEB50GJwPreFje2dOsTmqk36kcNVhlPKV8XISl/fRXv2nrAPehCdO4dD/sRkQtK2SnfdgIKOxLNfavO3l24Jo0dGd5MIJtuXN3Z5d3nduRXlzwcW/W9kD5bWPPne/tc03Yw18nbg7v4CcdUOmSJrNWsx/7uyx309mc7226fm7dHIfQ+ZUDI8yew3RtpJ29vN0pswiWN945lIUgLg9lXazMlPTtEj6uOpyrIlBuysxskjrZ/eDTy83SXGnvftR9+fAudPdtdvvzLVvvz8RfOeCkXDx/juc1y8EgWxkblfQYEFF+s8f+nFXPMXDi57s6wzmOfa6lxTJMdXyE/66yGOhZl2d8bKHx3uoAiqOC3Cozl2YXafZbx/aPMPpedb3tXcLqWO1YPX6lOnT52/9tkA5HnHq7p4PocCX3hvZTbXPCtI/aXbOm8z1tmHZEeOVlRcfsh5ApvIGW+d641qmel8k6vM4Wm+HnlKb33zfI9ppVwoiBBfVLvle9/9L6PvWPILQqfN1aqdRnP6HXw6jDnkV77hxQe+rbYEXEB7Sb2iRtkDQqG+9Uu31r1X7P37HbGzv+k17v47wFQhoMZkm7dGjHtDNz9AZ2rfJb16YfO/45PduuH7J++MUU219GGr1zyhdf76J3ctwbprZVHdnU5mGvHV71nn5bRSRuz6DZ172bZsy3bT9Qnk5aX9X/UE9HfubvkG0XDqXEv5K0SMmX9K56lm+pZ8jTurrp27K0r2NirQ9EfnWl0OrGMvZSBo/75IX2Qd9ir8gS6LoI6ARdV44eR240Xi83ZdXs75LlgFOwg1/q7PnA6Oz3yI3KaggtNTWK6KRh+8c1rvZPzR3H96vAqz4COjfC0oSJ8nandBK5D23Wu8/kDo9mVHRsxjVTJ2bTx42frnU4+ynGOsNGd5nd3yvUhZ8sKuNOyas8y7s9ZiO9uODD3VLNuwBPLE5O1hl+crm3IZ86W3OH3BI4zzAjY6ZVuqTJrJWPRh8N9nAfYeWxi0BnJFxYe2/NMJnF9xymUXjPn2fEDcLoSHe2nkkgF9dSbaVFX6JrybUP7KrwOrbqYL/33XVh24o89HKzTFXa363u67D+/+zdS68Fz1rX8W3OwJGONHHiwKlBJToyomiCIZwBRMFEJGiOGrwgKuIFEbygoFHwjiLxEhMviUacqZFASICEAYEwIiEnkPAOCCNICNRn/3et8+za3b163dfq9dvp3lVdVV1d9e3qquep22rG6+EbkG6jGq8OK/4Rwnu9jDfBFn/vASfvRfkYy5SoCShLexRIh/RIl/D9nHuOUdHv7IHeTPd+a7MrI804y0G47LOJ+rehrsCi59k1BbQ+0LdiVgsFhrspxcqpb4Sg52Q3/XMUonR48HPf1Hnpemzqmdzk+ZzvX4eiEVEcjWBVYdC0Tutk+fVT3Sgd/TSiRLjtjLu7jjadyL+uOajH3S/typ/3aUZE89od3p+ZNcrgzrFY1KfiKk4vYxzV79J2bc/4/Xumetn393ntQvmSb98/TtavUwia1+7QqWYZys5hj8Xoqm9MMOXZ96+cepbTc6fKMz/fh7KjDqLkSJN6VRq9G+/ABrf8xd9P9cap37OyIA09TqaypV4kq/CTDvWY+ky+KE7C9ZNy8iX9YjAvHf/wuL2X91A+fB/Kgg5J7xdf36LyifdYFrWtytJc5pTVUSboZdBUdnF7hpPdjAjxkbtqnORTYZbKlPTa6K3eR/7w/pVT/uLQ3mlvv7oF1OHejBffyFLcwvTz2rKOZZJVxji1E1LnjA68nh9T83US9OuYT0xAZf/E2X/YrGuYCTw1AwQ16/yq27XtKku9vFXYIyz4LV5CjNGgMU02QjFybbSLQtX9lc1vbhfHbnLTbp09CK5G4WsAwgPhv7ot2T/dPDWczXg9jMKMU6U0ZJ9pvrW33PpdQpU8y3vz/nBQFAlg7q2eBDsNdnU7xm6URONY76VQU4pNxZ5Kl12gCQCmxHqn/V5pOlSho0yZ1qfM9niYRg7mFGpTBmtDppG0Xs59a06KBaW8hjXaoCxUN3blQAeHMujaaZMqSqbdZEfBiL+0E/ilyQgCNycBx4iEsuB6xfkaRGcARlOdctJsdI/C8Br47Z9nUSbeLj8YhHdhqsfSc+TJKOT4HAKUNdo1nnPYMfYdTn0bvgnTgymO9VmdKyXT1EXltPqzW5dsZLsLgNyUW0oB+3jeQz229F6Off9jPtdc67Aap4/bk0IHlmU9tVOtx+cbxnbs/FH2dCL0d9bDM8fOOPHOzUYS/pInZeXb2wPq96/s6AD8xuauLDbj3eGdGP3WjumEqp7u0alR3fbZe3me+v6V569tEWDUjN2Bq7rZOl/1lzTtPJtFvW4kXLvaLneHqdiU6p3DERZ1a+X1XS0Os1zUIc364ZAv7Ult8wWiqE1Nkb50/J699ryH8qHjXB2sLIzloL9na8uVh54vdZ66u19XU/uoI6e6GSBRp3pX1b3atck6Q/9XdWx2corNSpv1w4Gfb6J6qPuNXBvplv7qp701KERuqW1rDTNnd8+1ZB3llgJf0zIOFFW/NXbLfLzjGlanRr2O/UkJ1Ar3SRE8ZLanFHjT0nzst8wQAU2jXNNAETUdamxkahh2I0N+1oeC69pJsBiFR+7nOE2vN2uhx6Vn046u/XrJ1PtLmKthNDxjB4rOBw1IDUcw/Gx1mLHjZdoXxboGMTJYrw+1U05wrt8+5hr7KeWnxi9NBDN5qO46M2wSVt2W7EbiRuV9KTw/o/JmOLD3kzBilLhfL5k6J+oUXe/eNPipe8zGMLrb/QgNFJk1783aWp0c/V6mjphDBGSdS6buj4KMuPrpXRhNHxXaz3vpId6bBDSjGtVVB4aN8PY9x9phI939XoqCkTRlqbudasqPTj712FxcyoAOptHftGJKCUFv9OvXRkLGZRhzStWt67FLvP/O4RDTSN4o1Bv1M1I31nVjvN6Fup8SUP2+ql2Mynpz+nBQPuem6H4IfGYHHaxj2dAJp83Y9ygzGOSxLlUwomi00Xez737+vmkd4Ri6njrVXeMSMuEsP5v6Rvg5fWeWTdhkzrVTHar9Yz/mNEI6vlObmnnWUnzKkLakhjNjbdyP5tLxL6Vxyu/W5UN9p4PPNzKVvu5mqZTO0H7NNBtiqhwa1a3tozZPx/xSGRSfUzq0V2bKuXaqO8g/7OM58vOtmDGwr301SKLuqeVljLtea5+uKev4znVc9DTgsdSe9XD7TN96DUOWGWcrVf/Yn4RAFeKfJMt7s2lqlApi6bQ7ZB0BZ+e2dA8/ce9NwIoAFEgjkCuCXjWI3lq9vP2hhD09xfLe3ZZMFfj3DAHmeuSHYAdfUiDHxs0onV7UfZERVowU9nAaO6NS/bqber/9bB1FnMKoMteodv99JgHWaFYNVxvZ6r7WbnaE6fs1PCEK++o2Z/cuLYcgZPYw6hHspgSDHqabGjVKbr8+xLRe3UhYv8eIuLNfz5nSRXll9jCEWGWgX3eT4EFZ79dM+VWW2dec0lkbXcLxyHwpHqNvhKKlMPzMaCHMsfdzrnwYmaeY9nA4ytcHAa0HKKaOQT/lU5xejDTOCWg13Fo74WycwTJ1r19KGN11CJlqOLrXa0tpxhFd77qG6fZb12OXeP89b4eYOlC9536Pb9+oqnLX3ZZMZYsSoH7s4Qi5Y+cnP3Uqs586ldQV/fpapvpfm1OfRxkdRxir/2j/4ebgHTZjd5hyPCqmO8/BoqNSZ9Xg/O5yqm3wTfsWvKd3gYcL65l1mHdn9SKZol8farqfslTvM3W+Xs/ZrfE1I0v7qJ0kL/zCEPjS8Q+PW7y8h/LhHe+r72RCGzJ28miLdIjwr6cyoT3QbrGTjWobX8NO2dWtZODupzzVGYrdXTlRv/Zrpg6nNXW/sKb025eEfd95bVlHJ72O8p4u3/CUjNH915rkxloX/pZ241zb1bxyPAsBgvez5HVL+dRjvraBnMu3UXwjUhr7Q08jf2O84qtrwvkTetYKe8I7KXe1sprqkRfu1FOeCUrMHpdpoSrHfj1n6oip0+Kt5Ztq7IxyWAdIeLP2UwVPWJmL9xrueFq71p9FkDukU8F9GiaNLns/CfprFDr3Htuo6cyoUy4Jdl/aE7Bg4l5ncihfcz9PZeTdaESPjlBM2a/lpPvNmUaWlInq7/mEl+o2Zfc+CLVTfqObfJjCOLpPXY/T7nVuXJQAABAASURBVHDEcyrslBsFm5DmeTb7MUWXgjaGPfZa/Ljtu5/iIt89HLsdu/v1kklJWPLnd+t67FLvX94OPc0e8o31+ygDBPx+vcZUL47fgmmmFKGl+73nNUrKUhzH+FGy1ZH1XgoTZai6LdnVFeoXZbOH08m/b5d1Yd2rA4B93znOmPI9r2lfdGZR0vbFv9bfNPnx29Jxsya/8qDO1T5qJ82kGdN26fjX5lO4W5cPZWptfSe9ygRz32mGkhlQZCBT3C3D8Kx99x3qT8EdN8kz42jts3yHvsc1z/UdX1PWwa228WY2Krtr0roURseI/QF6GHmaW57Qw8R8AgJR4B/zJVMqNML3lHqV1zj6N67dWZNeyh0lr4dV4dvwpl+f0ySMEkp7nCrGcROX7tdNnSembvdrptH3tQ2Q8Lc8CeX1+T/eLjQQzTjosLaLsNlvoiSvmd5vpL+OyPX715hTjTfFWBlZut/SCCMPPYx3bmfkfl1No9S1c4ZCRcisYdbYPaOGI8zW2SnVr9rxGQXY6j/ap9bjjmGMuIwjnDYewnMMO3dNMSBo42P6vBFGHVRz4Q919y2+vLzsvU2aTbnsAeX/0E7Cfu+Ueet67BLvfyqf+9yUGbM2ajijZBTr6rbPrl40mlfD2YhNPVrdxs4bI/WUpRrmGnZtWB05VMbVkYc+W8fFT5ebdISsmS2k7fOtlVtnrcp+9dTh4fuobtewawfMOqrP0mbriNRJbo30vg6beu9ov3T84/OWru+hfJCRltJY/cYyUv1uYTdAUtviY74v5WqcpTGVl2vLOkb8azrUabWtqn6H2HUCkPn7PXOzG7p/zCchEAX+MV80Bci01ntKPWGL0NXTpNG1eYgp8Yecdvn9jT2SZhJ89iloLdhRB2F0XNdoeqcKci5CQpiz+xPUKLP9+lRTfrE0jdvUTeapcfb7CVFjz61R1WM6gwiZhM0eN6VXuvv1nKkn+Zjn9fhsnFVHewhU1oR1/9GUZ9P7q7sNcTSu1a3bR0XXTBejzYeUYWGt1etxMnUOiYt96fzF5mnpRTPOdnjuKFwot2d7wBkiOlbQVA+qDz9Jwun/leFb1mOXeP/HUFEHjnXFuFxjbbzuo8j38Pji3K+Z9Zt2favTSHl9tg68QzrU+r3K5E/1izdzrFvenN8ZBP5jlfBT69Z3CTnwQifNuMyIfGkk9/+2uOSJ4mXtts7MTzW3Q45Lx782LbcuH+qHc858WpvvqXB+hcZeEd4pGWhkM3WPDtI6Su07ocRPhZ1zW/NNavfH+uvSss74favTKN9z+VjrLo5xY8yxPV8bV8JtiIAKdkPZOUtW9CRTopZOwsfPlaexc1u6h5+4y21HW1XgBNcagV5NoybV7Zp2Iyq1YpZfU+Js3nPISdka1/ebXnepvBg914j0+I06+Xmzfl3NnidmdydYVEW2u+8zTdVVCWP011tgIxXWOlHeVPymiVk3fc5v1PsZy4hntccffBDICJuH3qgxqsL8ofcbfTClvd/nXeh0YXa3aho1NgLf3QgL45Te7sccyxplw0Zeh5RhYc0MEF8/KdG+kX49Z3ofGM35H+NOWHbWe72/en1Lu/KgM+2WaXh9dvvnHflOmvX1UK58o97pIeex9dgl3v9rRg78RzhXR9Xbjpmp435lbV9dMc5y0SFI2Hf/Nc9xlgzl/ZgOR2X6mO/YKPoxz7smo6lnmQXz55uHToRmTB6UvW9rPqZ1KxOWGWjjlLXmvHhcOv7FhxfPW5cPitwx5apk4SCr+s/SOEvk/JqQX1qwzFE76pvWKeOd6khfEzGZp4Y7Jj/y774az2hXh99a1hnTdM7rNd/MOZ+XuO6QwDmVgzvM3maTRHmnyNQM6m00alLdluzisGZdBb102u2y7kC9FOcj+umVrdN3NdDjFPmeL500lMV+rQGzSV2/XjIx1kP7n1og7E0BM8XSb3CbdWCkYk0Pdrv9bg/5u3TizOywZo7Zn+WdeDf9uprepXfa3WyA4ydr+vUzmGawUEx7Xk3Hoyj061ubviMC/a3Tcerzc/86ApTz8XvVeUnprTE8en1Y88JuidHYKcK9npQTHfTV7VHsfjHFbCht2r40U0BsLGqWmQ4Lv25Chlm679LxLz37Gn5rysc10uHd2OfHXgy+SZ0yZCSyjp8VtcywtifXSNO9PWOUdaY6DM6VZu9AvXCu+BLPRghEgX/MF6nB83M1NfVr1yDXe2J/eaE4+DmtyuIPtYupXT7tPK+Rbd6vh2lj43t49Rj+GdW1oZ+ppEZzx57hIfju0syAY6cW7yK5omUcRbvUo63FtelZj9878W76dTe9Q++yX1P6bcCoQexuMUPgTgg8TTJ8f+OMC6P7FIUKwS749frR7fKn7X70fCylXxvwh1sAnS//tJnasGYsHuRQo/f2zPETY0uBLx3/0rMv7Xfr8mGQAX9LP+z2/ntahr2bZuw9fL9mD+4NuJEAymHNiin7ZutVt3PZ1RnKxrniSzwbIbD249xIdjeVDcojhaRnyqjG7+4Xd2CuXVag0dh3GqG+ZJb0Lpu62p9hFGGqh/XLeoA300iwDoC3y0nj85urddtVkWxOHw4CrXT8k+bz6XZqDPRy1+nizfmuj2t1Nli//v8GEt6NXvDq7B16l93NDuo/0S9WmnZc31c+1/jrtBk3tluZhJODKVv13agrbjE9+eSM3CCCx6nHbgDnyEdOzbigAIybxf2OFr86sBlnOcRlNpllU/YWMQvAt3uWyFdEYhRN58WKoA8fxBTnb2i5sPeHjcvsCaLTdUnJ0+bp6K51doti8rh0/JMPvbDjLcuH7+BrW/4sCZxbQti8Xw+7q/vJv7/Rriw5NPPTzvKjUtu8N3vU9lQmL6lkkx0skfWcnCGwIxAFfofi4Sx20aaQ1IQTSow6Vrdr2UfBhLD0KEqC5QhVUbYG/4sHcNZuWa/XnSn84wZ43a+b3sW/bBe/uZ31sK7SWjK7pBJafIcEHT/hYj28TX+s+av3nMPuHRESalzHNgympY/TQcVf476knRBeR3eMwI+cv7IlwLtsxuthn4F9+xWM01fx0YC+RvCg/3QyUZpq8gld9Tr2TwiMZfiR6rFPcnDk/+E234GlPtWZwluv19oxrOXtl9uNI2cCsF9GaF67Q+enddM7hxMtfkFBHfvlLR57jKjD/ZpCu9wdtU7haENVo2vsh5zuUbfXezCt189gN8igff13LbOUPVz8CoH2T6dNc353aFf+VHOhUDZj73Hp+McEbLV8WONuoIQsUvNshiHF/rc1R8spvRf1gH1BvEOdMr7d5r3qsP9BDahzR7zVbZ/dFP99bbL65ZqyztTz9uVjrT/m4+DE2nsTbsMExo91w1ndXNYoIhSSmjGVsJ9sqW7XsmuMrevuz1Mpm9rcr+/ZJATYUEcl3NNp7TTBs19b90XJ7td6qgkm/XrK/JLmSLFsxu4gyOCi9/oHmytF3fOb9eKHhtaa//ogo9T7GsMavtst2ag8vHtloPtf2rSLet2MjqJdN6uz7rtuJGfd95pNJEcBwyZ4hMpL5+eS8VPEjCTXZ1Bm6vUau/0brJ3/0Rb437STQN6MTR3KsLLcM/VI9VhP8zlMZWas35amtC8987c3T0JoM14PHZh2kn69KP90iFYFidBqyRGzBDvK6vlf1e6sHXrt8sWGXMx+qh9rfaxTUN3S/deaOm/Hb2ysW9bGtaVwOjEsJdP+WVpGXqnvXF61m8d2/l86/i2WD9/XX27gzcxqxuuBo315fme7UtfbrE6d0C5POnz3OpR7JDq5dAj06zUmuUzZWQp7C1kHs6U0ndPvms86Z7oT1xkJRIE/I8wbRPU/2zPr2hhCyt9vbhTEZlz1MJphWlt9qBFraapu++x6503RMh3LqLheXuvp9t13qr8ZDXWKcx39MXpko7T+DAKezhNmdxtNjeJXDI5+ZudvNbfagLXL2YPy4Pd0ZwMc4WGafr3NCBdlt7qtsX/BEMi7VwYG54td6mwxCl8fYJkC7txMw6w74/5Qc1wjQFuHWd+rsmf0od1+0PEXWmgCj44G6+5dK0fN+eoHhXScrWN9o9GwtYkhNPk2jUhS3P9cu1HnRjM2dSjDynLN1CPVYzXdp9gJwEbfahzHTGn3PdaONfH5JiyDYX87Xw3u49KYr24+51gapqPSpmktut3heZai7Rya5WfaqXO8Ga+HOli5f7044J8ZW+qOfos6Rd3Sr7dk+lk4M8e01zrAtI3e+748YmITu68fAv6mdl0VtEvH3x63+thi+VBObWhcIRiN1756R9V9zu59aRvm/Lu7jmTyXb/WaWD6fb9eY/oelZF9Ya8t64yb45LDx1mK+9I85a8OMlOh+o3Pqn6xPwmBKPCP/aIpJDaKqbkgOPyH5mAEoBlXO4wkj8KQzWz2raeqCaTsE7JUzkY9rGs2ne6YEeIa7xo7gfK/lIAEECMBnAh/dSTdtDEbqfGbO1W6KvDqb+QSp+q2ZHe/xmopzKF+1pn6CZh+H9Z/pF+sNI1K6Z2vwTE5JG/13mPtyhshvN9PKSWM9HLE7H42KlzTcaIjpyq74viTLRLT9pqx6vCzO3+8hVRudSKwK0trhaF269mPcaSRUnWIAm400UhqT5gypCz1662YyrByVfPzSPVYTfepdhxqmf1dLULLfpqx+qD0K/v1BlPldRBUN3adckb76nIPI+bf2Tx9U82YOZadtYX/ogUx2teM3aFOqMo6DwroWK79fOAhgri2Y5w5QHGxOZhnbO0kc1D4tNd2ktfBd0insDrXDKk5LpeOf+65U+5bLB9GwOu34Zu3VwRzisGUm3e+poPaDC7ff43DUre135dvS/h6/5zdd6yd6v6XlnVGpVqHxiGd5D2do2kGYOXjW1EOx3C5fjICUeAf+4WrYAk8dSqxHJnubTMYFZbrY08Vst1hCfv74pAWG5vUTWo05nrm1yo/Rr2NVNZnqex/tjpc0G5Ke53OZ+TNyOMXtWfqKW7G62GUiML/ejHz71PNvd7TLl/Ga25zJ2Z/u3mqvJtxtkMj46fUaoR/qV2sVeYotF8zhPfujbowm9fVDsJALfvKu9E6AklVNIyqjr3xc4kUp1Gh6m/N7JdWhz12wvs43fh72z1TSktzvsoh/zj0hylXNplSzrrbnElo0pFGmephzCYZp1h3v0c2leFHr8fOxd871jHX4/Ptf2O7WKtMK1umStd6T/1qqnyLZvLQMfofBx/fktlmdcnOEGT2UhpsDKpNrIFM47Yk5NWt/PONWh9fnF6+sF1Y89uMVYc6yMyBGtiGp1sVuk2vNjW651fHc61/u/ucqbO+lhGbbtaOlUvHP5euKfctlg9KJnml59d37rvp1/tMssM37Qv05q9+HWWFQ74v35YO1bfoFo1ryzpmbtVBAvXVr19M4TpP9W2NZ/w+1sWSUJsjEAX+uFdqCpBGSkXnZOd2XGyn3UWRNJ3V1K4aE4HFSKIDkvxDAAAQAElEQVTRQ4p49dtnN3JIYPfbvHrW11bmfjf0/wyRG70wbXxfHCo7Iy0Uix6FzgAdFBrN7rZkSjdlYynMkp/RXMp5D6NDwfSu39cdmkkANbWsWRcPFflYJgg11o4v3tg8va9/1cypkXH5U+aa91GHUS4CMrY9Ah0tpj8qx91tyvRcG9qMjbXRXe9+6p5LuhEG/mt7QB2xM43elHcj8c3r9ZC3tcqmOG1sVZemqCf/fYtJR04zFg+dXd88hKAsrFl/P9x21kudYPJQI9XRYPqq91rdq52fDozPFEeMvqddK+PN2NyhLN+yHrsWUB0y6pq552lbjFJXf8q0mUpGtav7aFff/8PmONZh9hpRzzavyUP99I+aD+G7GbtD3akzwc9cKZM7jwWLab02BNUG1WDqPnWYzrrq3u0/0Cy+2WbsDnXmnOKwC9Qs2gx1Erbt8vXQZpgV57t5ddjYP7MLdH7XbGm/7MlT3absytFfHTzMVKsdApeOf3j83sutlQ97UljuVTNuhp1vuLpN2Snv2lcyxOg/d7/R/bETT3nZ1756lu+oflvjM+u1usR363vv7tIpvZeQdZTTKvOZhXKOJZCWOZL7eh7Un5T4fh3zSQkQTJ8065vKNmGHkK0HsGZMr50Kz7TQf948VARzlSrF2YYyekf9RAZh3xSgdtu7w6jMt71z+dwFgd6oMYHlc64vL3+nXag0TSdu1ncHYYxQRjgjpFVPaR8Fg+o/PkenxRqhocZR7Sp8o2/dTaVJcbFzcXfzk3Cf7RcLph1QKQI1iMr8fzcHU/Kb8eHwboz0mFL4Zz74fuJgtEJHxSdXx/03NZYCVu9WNqzRND2t9sb3MBo+gqmGttYb3gGFdRQA+n2XNi0jqT8Np8PFTxYpV55NaFb2mK7XnIR3SkQN6/swMq8s+66qHztFyGwT5VVYbk7Cg3vmlAVhrnXqDJO3+jwddN/VHPTyN+PdoZz5nild9Z0TvihG7wJv6OLa9di10Nn4qH6n6jedOMruXBoo6zbsrP7aCfuFqLf7d1b91fM69czwqO7aKd+Vera6j3Ydx35RRd1S/SzHMuPGbBIdA5S/6s+uDjVt374T4tEmcK/n32wXSx1qvlUKvm+3BX09xGtWm/pv7vs3W007ZonR601v/3RkjPsJvHkxHv70PtUttSNVHajc2DgQu6lMagfVl3V5GuY2ehVnv4f9kvH356w1t1Y+dG5rR2v+1QuWnUyVdeG0F9oG95EduI2npQ+jm2v1q72a6vetvOg01YaO9RF5RJ1jds5cnOKdOq8p65CzqyyibqzLzqbSt8ZNp2kNp/4jX1a32J+QQBXKnjD7m8oyAcFIsUpuzJgK0TRpU9E0stYF6S10mtZHudGjRyjX8zpVLgh/pkN+YYv8p9s5d6jA/nTz1BA3Y3d8utn0HJoap5OAAsmUFkIZ4awF2R0EIYqP5+4cB8u4I6xG4EdaGA2svBEgNDTNafWhwpfOfgOF1uyAfm165doZAYTf2iMrDiM0lCjTmeUfBx0VlGfxUvArC50F3o97nRozDQP7sSeByFRY3GscGuv/1hw0sARwaSMIa+CVEyya9+7wjr1r72rneGWLUUKc+2P1rFuL2a+lTadTv15r+vk/I/E1vO/i7zYHz/QteW8YGZGhGFGGR2H1O1r42inULm92+C7MyKmCk8SYwWPGQc0TIUFHnvwK009KmGUuykh326J5zXrsWvyUUd9yfZ6ZVsqz+tI5Tv12jxFs773ep45Sf9ggUQeZ70B9pn5Xf2qLanhljlJOqa7uc3bfrTZDuRzDEGj/R3MUp/RJt1P51r5pC+074Xttwd4d2jAzvWqd+i7A2wUFn6L/drkzlH28xm9FOnSEjd+/OuSftbv3Pa8FOfK4j9t0Vv/bISnaE3UzZcOoujLiVF60+9pB7WG9TZ1Kqa9u7JeO3zMOObdUPpTnfz2Ree0CuZBs4r14d75xsovv8u+1e3p5J6eN3zZZpQWZPHzfZAcyRA8gLm2o9HT5Q1lxTTat6/T7PfvMa8o6nkXmrGkyI09HaXU7xG4vJR2i/R71CBm1X8d8YgJTDdwT43j4rBPO9Gb/sZYTwnczJg/ruo0SOI2sTgZ6c1QxU0JUnnaEXyO4G6mwZthmG2/R7Aw/D6OTgFDIpHTvPN8sP9ZMMwpG5bc5vzs0LHqA3zm2CzMH5M0GcFOjNC3I7EEAHSvhHphgekjlSfkm8GHY4+imddryjwOlyrTv+j26R6eLTf0Ih/0+u5Eemqd+bzU1ihhrkKs7u4bUyJW0EYQpxdzrqXzZmd+7ru63sFMkCIRTzyZAyuuU35Ib/pYLEPanwhl18N4wMnOkvrse3r1mJ2jYu9utTYKT9I6zdaSr5slMljFPlunoHBkFNfdu8VS2r1GPXYudDkKKx/g837v60mmzwtHf+zbaPtU5bJaGMuE7UJ+p38f7dbQqc8re6Ld07Xl+TcL3PRfO86Xbqd6fC0fhsKeJ9fB+h34uXHcnKAurDlAXdPdu7vtWhNNezt3P/y7OMyUCL0vl1LdjlMqXTc6UEafyQgYZw1muYUnPFO9Lxz+mZd+19GypfJADvnsi09oAsklv63zjZJca1PdtA1md3tXdN7I02GBfGB2IVYl3v/LS5Q9lxTfOvZ//vVl0MDdj1aH9v5asQ3atcq9fUJiScVclvAWyDMhMlWZ9PSyLNUPz9SL/npuAj/O5CWwv94QTFZxK1vRvlesxuXSf+zW0f61FQGFrxurDNFs9hzYfWnuThtsIidEbPyO37z4jLn6/1EjMVFidDjhM+S254WckZwxDkPTM0X3pWiP1B1sAPJux6iDImG6vQTSyVJUtU+j9NuuqiPYE0rCZ4qjDxzq4PcF33hp6I3B6xXeON7QYHRw35pMc5WJqNIffmlN5VPYJEzpv1twjjHftHveKg9s9nUYodW5NjbrMpVNYytRWd9Key/c16rG5Z1/C3QyiKSWrP0udPTVipD5Wpk1xXdOJKz5l/1uaxZR2Za5ZDz4894vbXZ59zEwaaZUG9ZWOWYpXi27VIayp20aJjSCvuqkFkk6zBLRlGDSnzR41Y0baTb3+uuaIezNWHdoebZARWXHM3cTvkvHPPXfOfUvlQzn9iy2jvm/2Zt17kAndQ8FX5g2oYNJvpNQvyV/CknX6/f2+OVO6DGqYGaAzci7clPu1ZB0DSj9UEkCBV38Up4OsZOE6A/QYGfSgBybw4xCIAv847+rQlGrsVI42/rA7t8bRtEOjaCrCGp+wevZs+GEKpfDucz+/GvYQO+FLj634KNp6TU3JqnFovK0tFk5ngVGLQxp/U600AAQt07xr3ATRqdHjGmbKTtgcR9op9NaAa3Sm7llys2mLitxonlE9ea7hMVExe0c6HXScYCeMdVVjWkxF1UvN/9Szd/joGCAomzKv06DGO6ZPA2pEq4a5pd0It3SP78aGhIco3lN5EKcp8hRe69l0qvhW6jdkBMHsF2s37ZdACXKPe6fivAc3whdBW3nr32b91uVJT/+3tsTaEFBY97TLpzt8i+qnS9Zj14LqHVOCvqI9UH1cy3FzelFfmrbJPp7qZaOORrrxmKrL1G3c+avP/0GLxDObcfShjvI9mRXiHagnLUvRsTmm37N+sj3JtHU7VputJA2nlF1Cuamwvutvb3GLvz6XnRs/YYw2G4lrQZ/u8K509uHe2xN1o/qkw2Dn9p9fXl6+oDlqe3Sau7ddLh7CXDL+xYfPeG6lfCjHvm+zMqfaBNknG2hrvVtthz0h1Av8tBfaRnanusTMG/alEz/fKoXfTAB1SA+vrIjXRofSpf1VBrr/Iab7lDPlTfrlQ35qHKfKOlhYBtnjNANhDYMevprkV4M/3e0UGbTHEXNDBKLAb+hlLmTFtHBrmEzHNhJhF08VSz/9xqSpk6YzGZ0RfiG6g73EZ0MUyo3exP5cpimXNigxUk/4OjjydgMB21RFFbM460npbkEOOlTC0lTj+bUtBlM6m3HUoXE0fZXgLM81bkzswOodUdjrAyiBpuHX8IRj8dVwlhtoMGs4z6thluziM4pNuB/jWUrfUpz8rGmrafoTHC9wUtbVZ/VZ1uxT7s/xOI0/QcIIgG+lfkPW+lnaYPM8SpGwa595Kp9T71fe+repHuj85EmHhX0oKEr78mOZx+9vgfr9zLnyN5ZVUyRtitZu33sIJ7z4ncqq+Pbe2AKcyuoS9dipaTrmfuWTkq0+ruUYTyPHhNiGa/ZQT6uvp+oydRt3/sLNRnKkh3egnrTZp46lMf3KsBGvv9LiN2quXmvWkw/1sL1fTBMXf30uOzd+wgi79oG+Edz76RvyLa25/5h3L17xe05/JlM6+I0nd/79dJ/7x3DjNe69PVE3qk96HOzctDX2rBF2vH/ftXv+/8vLizjEJc5T4pcneetxMOX9ZeWfd+7dKwOf3+5RJsThZOfGTxhhW5BVhzSIo5/SKK2rbm6Bjrl/rk2QBvUt5t6td9AesTt8mwYqhOsneXIXYMGiTrJB8B9tYdQh/X7vVTtkOZp0Ne8X+cehh5GmtW2A+6Vb+uXDvT0e5imyjrid4rZPALtTXaWzg/2QU/2mU6PfYyDH4FK/jvnkBAi8T44g2Q+BEAiBEAiBEAiBEHgmAslrCFyAwM+2OP2KUzNeD50afh3n9eKAfzbxNOOo32JGrMGlfh3zyQlEgX/yApDsh0AIhEAIhEAIhEAIHEQggUNgjoAZSH2ZoZF9Mw9NiZ8LP7pbgmKpZHe3x4A9PPp1zBB4iQKfQhACIRACIRACIRACIRACVyOQB22YgHX9dfmmJZmW3q3Nsj0B7PnRw1v735cQdLeYT04gCvyTF4BkPwRCIARCIARCIARC4IEIJKn3TMA+BzZb7Gvz/ZScPaiMxu9Ltw2K/WxfD2v0/V5+8Wdf2uN/RQJR4K8IO48KgRAIgRAIgRAIgRAIgVsSyLMvTuCz7Qk2iG3G62GTaJtIv14s/LO56Je9+duF369oZPT9DUiMzxGIAv85FrGFQAiEQAiEQAiEQAiEQAjME4jPOgI2szOCLrSfwbMWvo+scxtPo+9f1xz9ckEzXvxaSEbfkcj5gUAU+A9I4hACIRACIRACIRACIRACIXB+Ak8To5Hzb2i5/aV2Ov5s+/db2zl3+Hm8L3/zNP3+m5rdz941I0cIvCcQBf49j1yFQAiEQAiEQAiEQAiEQAjcI4HHStMPt+T+43Y6fkP79/XtnNqR3s7z39L86GXW0AtnGn5zyhECHwkoKB9d4xICIRACIRACIRACIRACIRACGyJw5axQxr+jPfP72+n4TPv3B9o5Hl/ZHH5vOx2m3n8vS84QmCMQBX6OTNxDIARCIARCIARCIARCIARC4BMCx/z/+XbTF7XT+vdPNfP72jke390c+Du/ptkzdb5ByDFPIAr8PJv4hEAIhEAIhEAIhEAIhEAIhMAZCCSKEDgPgSjw5+GYWEIg0Vh7ugAACZpJREFUBEIgBEIgBEIgBEIgBELgMgQSawi8EYgC/wYiRgiEQAiEQAiEQAiEQAiEQAhskUDytB0CUeC38y6TkxAIgRAIgRAIgRAIgRAIgRA4N4HEd0cEosDf0ctIUkIgBEIgBEIgBEIgBEIgBEJgWwSSm3MSiAJ/TpqJKwRCIARCIARCIARCIARCIARC4HwEEtM7AlHg3+HIRQiEQAiEQAiEQAiEQAiEQAiEwFYIbC0fUeC39kaTnxAIgRAIgRAIgRAIgRAIgRAIgXMQuLs4osDf3StJgkIgBEIgBEIgBEIgBEIgBEIgBB6fwPlzEAX+/EwTYwiEQAiEQAiEQAiEQAiEQAiEQAicRmDi7ijwE1DiFAIhEAIhEAIhEAIhEAIhEAIhEAL3RuAQBf7e0p70hEAIhEAIhEAIhEAIhEAIhEAIhMDTELiiAv80TJPREAiBEAiBEAiBEAiBEAiBEAiBEDg7gcdR4M+e9UQYAiEQAiEQAiEQAiEQAiEQAiEQAo9D4GkU+Md5JUlpCIRACIRACIRACIRACIRACIRACHwkEAX+I5Mpl7iFQAiEQAiEQAiEQAiEQAiEQAiEwE0JRIG/Cv48JARCIARCIARCIARCIARCIARCIAROIxAF/jR+17k7TwmBEAiBEAiBEAiBEAiBEAiBEHh6AlHgn6AIJIshEAIhEAIhEAIhEAIhEAIhEAKPTyAK/OO/w0vnIPGHQAiEQAiEQAiEQAiEQAiEQAjcAYEo8HfwEradhOQuBEIgBEIgBEIgBEIgBEIgBELgHASiwJ+DYuK4HIHEHAIhEAIhEAIhEAIhEAIhEAIh8EogCvwrhvzbKoHkKwRCIARCIARCIARCIARCIAS2QiAK/FbeZPJxCQKJMwRCIARCIARCIARCIARCIATuhkAU+Lt5FUnI9ggkRyEQAiEQAiEQAiEQAiEQAiFwPgJR4M/HMjGFwHkJJLYQCIEQCIEQCIEQCIEQCIEQKASiwBcYsYbAlggkLyEQAiEQAiEQAiEQAiEQAtsiEAV+W+8zuQmBcxFIPCEQAiEQAiEQAiEQAiEQAndGIAr8nb2QJCcEtkEguQiBEAiBEAiBEAiBEAiBEDg3gSjw5yaa+EIgBE4nkBhCIARCIARCIARCIARCIAQ+EIgC/wFJHEIgBB6dQNIfAiEQAiEQAiEQAiEQAlskEAV+i281eQqBEDiFQO4NgRAIgRAIgRAIgRAIgbskEAX+Ll9LEhUCIfC4BJLyEAiBEAiBEAiBEAiBELgMgSjwl+GaWEMgBELgOAK5KwRCIARCIARCIARCIARmCESBnwET5xAIgRB4RAJJcwiEQAiEQAiEQAiEwHYJPKIC/yvtdeR8eQmDMEgZSBk4dxlIfClTKQMpAykDKQMpAykDWy8DTZ183OMRFfjHpZ2Uh0AIhMCmCSRzIRACIRACIRACIRAClyQQBf6SdBN3CIRACITAegIJGQIhEAIhEAIhEAIhsEggCvwinniGQAiEQAg8CoGkMwRCIARCIARCIAS2TuARFPhf015CzpeXMAiDlIGUgZSBy5WBsA3blIGUgZSBlIGUgecsAy+P9PcICvwj8UxaQyAEQiAEnpJAMh0CIRACIRACIRAClycQBf7yjPOEEAiBEAiBEFgmEN8QCIEQCIEQCIEQWEEgCvwKSAkSAiEQAiEQAvdMIGkLgRAIgRAIgRB4DgJR4J/jPSeXIRACIRACITBHIO4hEAIhEAIhEAIPQiAK/IO8qCQzBEIgBEIgBO6TQFIVAiEQAiEQAiFwLQJR4K9FOs8JgRAIgRAIgRD4SCAuIRACIRACIRACqwlEgV+NKgFDIARCIARCIATujUDSEwIhEAIhEALPRCAK/DO97eQ1BEIgBEIgBEKgEog9BEIgBEIgBB6KQBT4h3pdSWwIhEAIhEAIhMD9EEhKQiAEQiAEQuC6BKLAX5d3nhYCIRACIRACIRACnxDI/xAIgRAIgRA4kEAU+AOBJXgIhEAIhEAIhEAI3AOBpCEEQiAEQuD5CESBf753nhyHQAiEQAiEQAiEQAiEQAiEQAg8IIEo8A/40pLkEAiBEAiBEAiBELgtgTw9BEIgBELgFgSiwN+Cep4ZAiEQAiEQAiEQAs9MIHkPgRAIgRA4ikAU+KOw5aYQCIEQCIEQCIEQCIFbEchzQyAEQuBZCUSBf9Y3n3yHQAiEQAiEQAiEwHMSSK5DIARC4GEJRIF/2FeXhIdACIRACIRACIRACFyfQJ4YAiEQArcjEAX+duzz5BAIgRAIgRAIgRAIgWcjkPyGQAiEwAkEosCfAC+3hkAIhEAIhEAIhEAIhMA1CeRZIRACz00gCvxzv//kPgRCIARCIARCIARC4HkIJKchEAIPTiAK/IO/wCQ/BEIgBEIgBEIgBEIgBK5DIE8JgRC4NYEo8Ld+A3l+CIRACIRACIRACIRACDwDgeQxBELgZAJR4E9GmAhCIARCIARCIARCIARCIAQuTSDxh0AIvLxEgU8pCIEQCIEQCIEQCIEQCIEQ2DqB5C8ENkEgCvwmXmMyEQIhEAIhEAIhEAIhEAIhcDkCiTkE7oNAFPj7eA9JRQiEQAiEQAiEQAiEQAiEwFYJJF8hcCYCUeDPBDLRhEAIhEAIhEAIhEAIhEAIhMAlCCTOEOgEosB3EjFDIARCIARCIARCIARCIARCYHsEkqMNEYgCv6GXmayEQAiEQAiEQAiEQAiEQAiEwHkJJLZ7IhAF/p7eRtISAiEQAiEQAiEQAiEQAiEQAlsikLyclUAU+LPiTGQhEAIhEAIhEAIhEAIhEAIhEALnIpB43hOIAv+eR65CIARCIARCIARCIARCIARCIAS2QWBzuYgCv7lXmgyFQAiEQAiEQAiEQAiEQAiEQAicTuD+YogCf3/vJCkKgRAIgRAIgRAIgRAIgRAIgRB4dAIXSH8U+AtATZQhEAIhEAIhEAIhEAIhEAIhEAIhcAqBqXujwE9RiVsIhEAIhEAIhEAIhEAIhEAIhEAI3BmBAxT4O0t5khMCIRACIRACIRACIRACIRACIRACT0Tgegr8E0FNVkMgBEIgBEIgBEIgBEIgBEIgBELg3AQeRoE/d8YTXwiEQAiEQAiEQAiEQAiEQAiEQAg8EoFnUeAf6Z0krSEQAiEQAiEQAiEQAiEQAiEQAiHwgUAU+A9IphziFgIhEAIhEAIhEAIhEAIhEAIhEAK3JRAF/hr884wQCIEQCIEQCIEQCIEQCIEQCIEQOJFAFPgTAV7j9jwjBEIgBEIgBEIgBEIgBEIgBEIgBH4VAAD//ziGFnQAAAAGSURBVAMAGWePudhNIXIAAAAASUVORK5CYII=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592924" y="1346519"/>
            <a:ext cx="5218510" cy="481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pt-BR" sz="2000" dirty="0" smtClean="0"/>
              <a:t>Quebra o encapsulamento, pois as regras devem ser conhecidas por entidades externas;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A classe fica “inchada”, ou seja, com muitos atributos e funções que muitas vezes não serão utilizados dependendo da característica do objeto.</a:t>
            </a:r>
          </a:p>
          <a:p>
            <a:pPr marL="0" indent="0" algn="just">
              <a:buNone/>
            </a:pPr>
            <a:endParaRPr lang="pt-BR" sz="1800" dirty="0" smtClean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408" y="1346519"/>
            <a:ext cx="3517204" cy="51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3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3: Herança. Apresentação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65029" y="1489563"/>
            <a:ext cx="3850545" cy="4661846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Criar uma classe </a:t>
            </a:r>
            <a:r>
              <a:rPr lang="pt-BR" b="1" i="1" dirty="0" smtClean="0">
                <a:solidFill>
                  <a:srgbClr val="FF0000"/>
                </a:solidFill>
              </a:rPr>
              <a:t>abstrata</a:t>
            </a:r>
            <a:r>
              <a:rPr lang="pt-BR" dirty="0" smtClean="0"/>
              <a:t> “Empregado” com o que for comum às classes </a:t>
            </a:r>
            <a:r>
              <a:rPr lang="pt-BR" b="1" dirty="0" smtClean="0">
                <a:solidFill>
                  <a:srgbClr val="FF0000"/>
                </a:solidFill>
              </a:rPr>
              <a:t>concretas</a:t>
            </a:r>
            <a:r>
              <a:rPr lang="pt-BR" dirty="0" smtClean="0"/>
              <a:t> Assalariado, Comissionado e Horista;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Criar as classes concretas com o que for específico;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Comissionados</a:t>
            </a:r>
            <a:r>
              <a:rPr lang="pt-BR" dirty="0" smtClean="0"/>
              <a:t>, Assalariados e Horistas </a:t>
            </a:r>
            <a:r>
              <a:rPr lang="pt-BR" b="1" dirty="0" smtClean="0">
                <a:solidFill>
                  <a:srgbClr val="FF0000"/>
                </a:solidFill>
              </a:rPr>
              <a:t>SÃO</a:t>
            </a:r>
            <a:r>
              <a:rPr lang="pt-BR" dirty="0" smtClean="0"/>
              <a:t> Empregados, então eles Herdam da classe “Empregado”</a:t>
            </a:r>
          </a:p>
          <a:p>
            <a:pPr algn="just"/>
            <a:endParaRPr lang="pt-BR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43" y="1489563"/>
            <a:ext cx="5212869" cy="46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7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Solução 3: Herança. Observações</a:t>
            </a:r>
            <a:endParaRPr lang="pt-BR"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2013358" y="1489563"/>
            <a:ext cx="4160939" cy="446662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As classes filhas herdarão todos os atributos e métodos da classe mãe;</a:t>
            </a:r>
          </a:p>
          <a:p>
            <a:pPr algn="just"/>
            <a:r>
              <a:rPr lang="pt-BR" dirty="0" smtClean="0"/>
              <a:t>Classes e funções abstratas são representadas em itálico no Diagrama de Classes;</a:t>
            </a:r>
          </a:p>
          <a:p>
            <a:pPr algn="just"/>
            <a:r>
              <a:rPr lang="pt-BR" dirty="0" smtClean="0"/>
              <a:t>Você deve usar herança quando as classes filhas REALMENTE representam membros da classe mãe;</a:t>
            </a:r>
          </a:p>
          <a:p>
            <a:pPr algn="just"/>
            <a:r>
              <a:rPr lang="pt-BR" dirty="0" smtClean="0"/>
              <a:t>A classe mãe é </a:t>
            </a:r>
            <a:r>
              <a:rPr lang="pt-BR" b="1" dirty="0" smtClean="0">
                <a:solidFill>
                  <a:srgbClr val="FF0000"/>
                </a:solidFill>
              </a:rPr>
              <a:t>ABSTRATA</a:t>
            </a:r>
            <a:r>
              <a:rPr lang="pt-BR" dirty="0" smtClean="0"/>
              <a:t>, portanto não pode ser instanciada, você apenas trabalhará com as classes filhas;</a:t>
            </a:r>
          </a:p>
          <a:p>
            <a:pPr algn="just"/>
            <a:r>
              <a:rPr lang="pt-BR" dirty="0" smtClean="0"/>
              <a:t>Métodos também podem ser abstratos, e o comportamento deles mudará de acordo com o que for especificado na classe filha, isso se chama </a:t>
            </a:r>
            <a:r>
              <a:rPr lang="pt-BR" b="1" dirty="0" smtClean="0">
                <a:solidFill>
                  <a:srgbClr val="FF0000"/>
                </a:solidFill>
              </a:rPr>
              <a:t>POLIMORFISMO</a:t>
            </a:r>
            <a:r>
              <a:rPr lang="pt-BR" dirty="0" smtClean="0"/>
              <a:t> (Capacidade de assumir várias formas)</a:t>
            </a:r>
          </a:p>
          <a:p>
            <a:pPr algn="just"/>
            <a:endParaRPr lang="pt-BR" dirty="0" smtClean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43" y="1489563"/>
            <a:ext cx="5212869" cy="46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Solução 3: Herança. Polimorfismo</a:t>
            </a:r>
            <a:endParaRPr lang="pt-BR"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1702966" y="1489563"/>
            <a:ext cx="4538444" cy="4466620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É a capacidade de uma função ter diferentes comportamentos de acordo com a classe concreta que implementa;</a:t>
            </a:r>
          </a:p>
          <a:p>
            <a:pPr algn="just"/>
            <a:r>
              <a:rPr lang="pt-BR" dirty="0" smtClean="0"/>
              <a:t>Por exemplo, o método </a:t>
            </a:r>
            <a:r>
              <a:rPr lang="pt-BR" dirty="0" err="1" smtClean="0"/>
              <a:t>CalcularPagamento</a:t>
            </a:r>
            <a:r>
              <a:rPr lang="pt-BR" dirty="0" smtClean="0"/>
              <a:t>() </a:t>
            </a:r>
            <a:r>
              <a:rPr lang="pt-BR" dirty="0" smtClean="0"/>
              <a:t>se comportará de forma diferente dependendo da classe:</a:t>
            </a:r>
          </a:p>
          <a:p>
            <a:pPr lvl="1" algn="just"/>
            <a:r>
              <a:rPr lang="pt-BR" dirty="0" smtClean="0"/>
              <a:t>Comissionado: Calcula o valor com base num percentual;</a:t>
            </a:r>
          </a:p>
          <a:p>
            <a:pPr lvl="1" algn="just"/>
            <a:r>
              <a:rPr lang="pt-BR" dirty="0" smtClean="0"/>
              <a:t>Assalariado: Calcula com base no salário mensal;</a:t>
            </a:r>
          </a:p>
          <a:p>
            <a:pPr lvl="1" algn="just"/>
            <a:r>
              <a:rPr lang="pt-BR" dirty="0" smtClean="0"/>
              <a:t>Horista: Calcula com base nas horas trabalhadas.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43" y="1489563"/>
            <a:ext cx="5212869" cy="46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2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Personalizada 1">
      <a:dk1>
        <a:sysClr val="windowText" lastClr="000000"/>
      </a:dk1>
      <a:lt1>
        <a:sysClr val="window" lastClr="FFFFFF"/>
      </a:lt1>
      <a:dk2>
        <a:srgbClr val="FF0000"/>
      </a:dk2>
      <a:lt2>
        <a:srgbClr val="FFFFFF"/>
      </a:lt2>
      <a:accent1>
        <a:srgbClr val="FF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8F3DA7C743224485A53C1B58CAF4DF" ma:contentTypeVersion="9" ma:contentTypeDescription="Crie um novo documento." ma:contentTypeScope="" ma:versionID="768895af51490883b819bf09e73dcd8e">
  <xsd:schema xmlns:xsd="http://www.w3.org/2001/XMLSchema" xmlns:xs="http://www.w3.org/2001/XMLSchema" xmlns:p="http://schemas.microsoft.com/office/2006/metadata/properties" xmlns:ns3="62683b45-61c4-4cdf-aa44-14cf457257fc" targetNamespace="http://schemas.microsoft.com/office/2006/metadata/properties" ma:root="true" ma:fieldsID="4e127245a2c3889ebd843725c3d98c8f" ns3:_="">
    <xsd:import namespace="62683b45-61c4-4cdf-aa44-14cf457257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83b45-61c4-4cdf-aa44-14cf457257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683b45-61c4-4cdf-aa44-14cf457257fc" xsi:nil="true"/>
  </documentManagement>
</p:properties>
</file>

<file path=customXml/itemProps1.xml><?xml version="1.0" encoding="utf-8"?>
<ds:datastoreItem xmlns:ds="http://schemas.openxmlformats.org/officeDocument/2006/customXml" ds:itemID="{15540969-D0E6-4A27-BACF-AC046FBB3A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83b45-61c4-4cdf-aa44-14cf45725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0D82A3-6034-440C-908A-04CA86C12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6D689A-9CCD-41F6-B4F6-5172EFF6E88B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62683b45-61c4-4cdf-aa44-14cf457257fc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184</TotalTime>
  <Words>528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Cacho</vt:lpstr>
      <vt:lpstr>Programação Orientada à Objetos (POO)</vt:lpstr>
      <vt:lpstr>POO: Problema a ser Resolvido</vt:lpstr>
      <vt:lpstr>POO: Solução 1. Apresentação</vt:lpstr>
      <vt:lpstr>POO: Solução 1. Problemas</vt:lpstr>
      <vt:lpstr>POO: Solução 2. Apresentação</vt:lpstr>
      <vt:lpstr>POO: Solução 2. Problemas</vt:lpstr>
      <vt:lpstr>Solução 3: Herança. Apresentação</vt:lpstr>
      <vt:lpstr>Solução 3: Herança. Observações</vt:lpstr>
      <vt:lpstr>Solução 3: Herança. Polimorfismo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à Objetos</dc:title>
  <dc:creator>Alexandre Vinicius Dias Simoes Brito</dc:creator>
  <cp:lastModifiedBy>Alexandre Vinicius Dias Simoes Brito</cp:lastModifiedBy>
  <cp:revision>8</cp:revision>
  <dcterms:created xsi:type="dcterms:W3CDTF">2025-09-05T13:56:40Z</dcterms:created>
  <dcterms:modified xsi:type="dcterms:W3CDTF">2025-09-05T20:30:27Z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0x010100E28F3DA7C743224485A53C1B58CAF4DF</vt:lpwstr>
  </property>
</Properties>
</file>

<file path=[Content_Types].xml><?xml version="1.0" encoding="utf-8"?>
<Types xmlns="http://schemas.openxmlformats.org/package/2006/content-types">
  <Default Extension="fntdata" ContentType="application/x-fontdata"/>
  <Default Extension="jpg" ContentType="image/jp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4"/>
  </p:sldMasterIdLst>
  <p:notesMasterIdLst>
    <p:notesMasterId r:id="rId13"/>
  </p:notesMasterIdLst>
  <p:sldIdLst>
    <p:sldId id="256" r:id="rId5"/>
    <p:sldId id="268" r:id="rId6"/>
    <p:sldId id="276" r:id="rId7"/>
    <p:sldId id="265" r:id="rId8"/>
    <p:sldId id="280" r:id="rId9"/>
    <p:sldId id="279" r:id="rId10"/>
    <p:sldId id="281" r:id="rId11"/>
    <p:sldId id="277" r:id="rId12"/>
  </p:sldIdLst>
  <p:sldSz cx="20104100" cy="11309350"/>
  <p:notesSz cx="20104100" cy="11309350"/>
  <p:embeddedFontLst>
    <p:embeddedFont>
      <p:font typeface="Cascadia Code" panose="020B0609020000020004" pitchFamily="49" charset="0"/>
      <p:regular r:id="rId14"/>
      <p:bold r:id="rId15"/>
      <p:italic r:id="rId16"/>
      <p:boldItalic r:id="rId17"/>
    </p:embeddedFont>
    <p:embeddedFont>
      <p:font typeface="Montserrat" panose="00000500000000000000" pitchFamily="2" charset="0"/>
      <p:regular r:id="rId18"/>
      <p:bold r:id="rId19"/>
      <p:italic r:id="rId20"/>
      <p:boldItalic r:id="rId21"/>
    </p:embeddedFont>
    <p:embeddedFont>
      <p:font typeface="Montserrat ExtraBold" panose="00000900000000000000" pitchFamily="2" charset="0"/>
      <p:bold r:id="rId22"/>
      <p:boldItalic r:id="rId23"/>
    </p:embeddedFont>
    <p:embeddedFont>
      <p:font typeface="Montserrat Light" panose="00000400000000000000" pitchFamily="2" charset="0"/>
      <p:regular r:id="rId24"/>
      <p:italic r:id="rId25"/>
    </p:embeddedFont>
  </p:embeddedFontLst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3BDC1A3-1D55-4C8C-89E5-848B04794FEE}" v="73" dt="2025-11-26T17:26:31.151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8" d="100"/>
          <a:sy n="58" d="100"/>
        </p:scale>
        <p:origin x="108" y="30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font" Target="fonts/font8.fntdata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font" Target="fonts/font4.fntdata"/><Relationship Id="rId25" Type="http://schemas.openxmlformats.org/officeDocument/2006/relationships/font" Target="fonts/font12.fntdata"/><Relationship Id="rId2" Type="http://schemas.openxmlformats.org/officeDocument/2006/relationships/customXml" Target="../customXml/item2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font" Target="fonts/font11.fntdata"/><Relationship Id="rId5" Type="http://schemas.openxmlformats.org/officeDocument/2006/relationships/slide" Target="slides/slide1.xml"/><Relationship Id="rId15" Type="http://schemas.openxmlformats.org/officeDocument/2006/relationships/font" Target="fonts/font2.fntdata"/><Relationship Id="rId23" Type="http://schemas.openxmlformats.org/officeDocument/2006/relationships/font" Target="fonts/font10.fntdata"/><Relationship Id="rId28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font" Target="fonts/font6.fntdata"/><Relationship Id="rId31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font" Target="fonts/font1.fntdata"/><Relationship Id="rId22" Type="http://schemas.openxmlformats.org/officeDocument/2006/relationships/font" Target="fonts/font9.fntdata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exandre Vinicius Dias Simoes Brito" userId="5312bc15-8397-45a2-a3d1-7154597ed0b4" providerId="ADAL" clId="{7F4ECB51-8168-4200-8910-FB2BE0D603B1}"/>
    <pc:docChg chg="undo custSel addSld delSld modSld sldOrd">
      <pc:chgData name="Alexandre Vinicius Dias Simoes Brito" userId="5312bc15-8397-45a2-a3d1-7154597ed0b4" providerId="ADAL" clId="{7F4ECB51-8168-4200-8910-FB2BE0D603B1}" dt="2025-11-26T17:29:26.377" v="805" actId="113"/>
      <pc:docMkLst>
        <pc:docMk/>
      </pc:docMkLst>
      <pc:sldChg chg="modSp del mod ord">
        <pc:chgData name="Alexandre Vinicius Dias Simoes Brito" userId="5312bc15-8397-45a2-a3d1-7154597ed0b4" providerId="ADAL" clId="{7F4ECB51-8168-4200-8910-FB2BE0D603B1}" dt="2025-11-26T16:50:30.554" v="302" actId="47"/>
        <pc:sldMkLst>
          <pc:docMk/>
          <pc:sldMk cId="0" sldId="257"/>
        </pc:sldMkLst>
        <pc:spChg chg="mod">
          <ac:chgData name="Alexandre Vinicius Dias Simoes Brito" userId="5312bc15-8397-45a2-a3d1-7154597ed0b4" providerId="ADAL" clId="{7F4ECB51-8168-4200-8910-FB2BE0D603B1}" dt="2025-11-26T16:37:42.755" v="81" actId="20577"/>
          <ac:spMkLst>
            <pc:docMk/>
            <pc:sldMk cId="0" sldId="257"/>
            <ac:spMk id="71" creationId="{00000000-0000-0000-0000-000000000000}"/>
          </ac:spMkLst>
        </pc:spChg>
      </pc:sldChg>
      <pc:sldChg chg="del">
        <pc:chgData name="Alexandre Vinicius Dias Simoes Brito" userId="5312bc15-8397-45a2-a3d1-7154597ed0b4" providerId="ADAL" clId="{7F4ECB51-8168-4200-8910-FB2BE0D603B1}" dt="2025-11-26T16:37:45.472" v="82" actId="47"/>
        <pc:sldMkLst>
          <pc:docMk/>
          <pc:sldMk cId="0" sldId="258"/>
        </pc:sldMkLst>
      </pc:sldChg>
      <pc:sldChg chg="del">
        <pc:chgData name="Alexandre Vinicius Dias Simoes Brito" userId="5312bc15-8397-45a2-a3d1-7154597ed0b4" providerId="ADAL" clId="{7F4ECB51-8168-4200-8910-FB2BE0D603B1}" dt="2025-11-26T17:19:56.415" v="754" actId="47"/>
        <pc:sldMkLst>
          <pc:docMk/>
          <pc:sldMk cId="0" sldId="259"/>
        </pc:sldMkLst>
      </pc:sldChg>
      <pc:sldChg chg="del">
        <pc:chgData name="Alexandre Vinicius Dias Simoes Brito" userId="5312bc15-8397-45a2-a3d1-7154597ed0b4" providerId="ADAL" clId="{7F4ECB51-8168-4200-8910-FB2BE0D603B1}" dt="2025-11-26T17:19:56.447" v="755" actId="47"/>
        <pc:sldMkLst>
          <pc:docMk/>
          <pc:sldMk cId="0" sldId="260"/>
        </pc:sldMkLst>
      </pc:sldChg>
      <pc:sldChg chg="del ord">
        <pc:chgData name="Alexandre Vinicius Dias Simoes Brito" userId="5312bc15-8397-45a2-a3d1-7154597ed0b4" providerId="ADAL" clId="{7F4ECB51-8168-4200-8910-FB2BE0D603B1}" dt="2025-11-26T17:19:56.369" v="753" actId="47"/>
        <pc:sldMkLst>
          <pc:docMk/>
          <pc:sldMk cId="0" sldId="261"/>
        </pc:sldMkLst>
      </pc:sldChg>
      <pc:sldChg chg="del">
        <pc:chgData name="Alexandre Vinicius Dias Simoes Brito" userId="5312bc15-8397-45a2-a3d1-7154597ed0b4" providerId="ADAL" clId="{7F4ECB51-8168-4200-8910-FB2BE0D603B1}" dt="2025-11-26T17:19:56.493" v="756" actId="47"/>
        <pc:sldMkLst>
          <pc:docMk/>
          <pc:sldMk cId="0" sldId="262"/>
        </pc:sldMkLst>
      </pc:sldChg>
      <pc:sldChg chg="del">
        <pc:chgData name="Alexandre Vinicius Dias Simoes Brito" userId="5312bc15-8397-45a2-a3d1-7154597ed0b4" providerId="ADAL" clId="{7F4ECB51-8168-4200-8910-FB2BE0D603B1}" dt="2025-11-26T17:19:56.509" v="757" actId="47"/>
        <pc:sldMkLst>
          <pc:docMk/>
          <pc:sldMk cId="0" sldId="263"/>
        </pc:sldMkLst>
      </pc:sldChg>
      <pc:sldChg chg="del">
        <pc:chgData name="Alexandre Vinicius Dias Simoes Brito" userId="5312bc15-8397-45a2-a3d1-7154597ed0b4" providerId="ADAL" clId="{7F4ECB51-8168-4200-8910-FB2BE0D603B1}" dt="2025-11-26T17:19:56.618" v="758" actId="47"/>
        <pc:sldMkLst>
          <pc:docMk/>
          <pc:sldMk cId="0" sldId="264"/>
        </pc:sldMkLst>
      </pc:sldChg>
      <pc:sldChg chg="addSp delSp modSp mod ord">
        <pc:chgData name="Alexandre Vinicius Dias Simoes Brito" userId="5312bc15-8397-45a2-a3d1-7154597ed0b4" providerId="ADAL" clId="{7F4ECB51-8168-4200-8910-FB2BE0D603B1}" dt="2025-11-26T17:29:26.377" v="805" actId="113"/>
        <pc:sldMkLst>
          <pc:docMk/>
          <pc:sldMk cId="0" sldId="265"/>
        </pc:sldMkLst>
        <pc:spChg chg="mod">
          <ac:chgData name="Alexandre Vinicius Dias Simoes Brito" userId="5312bc15-8397-45a2-a3d1-7154597ed0b4" providerId="ADAL" clId="{7F4ECB51-8168-4200-8910-FB2BE0D603B1}" dt="2025-11-26T17:28:40.385" v="798" actId="1582"/>
          <ac:spMkLst>
            <pc:docMk/>
            <pc:sldMk cId="0" sldId="265"/>
            <ac:spMk id="29" creationId="{00000000-0000-0000-0000-000000000000}"/>
          </ac:spMkLst>
        </pc:spChg>
        <pc:spChg chg="del">
          <ac:chgData name="Alexandre Vinicius Dias Simoes Brito" userId="5312bc15-8397-45a2-a3d1-7154597ed0b4" providerId="ADAL" clId="{7F4ECB51-8168-4200-8910-FB2BE0D603B1}" dt="2025-11-26T17:08:33.410" v="441" actId="478"/>
          <ac:spMkLst>
            <pc:docMk/>
            <pc:sldMk cId="0" sldId="265"/>
            <ac:spMk id="30" creationId="{00000000-0000-0000-0000-000000000000}"/>
          </ac:spMkLst>
        </pc:spChg>
        <pc:spChg chg="mod">
          <ac:chgData name="Alexandre Vinicius Dias Simoes Brito" userId="5312bc15-8397-45a2-a3d1-7154597ed0b4" providerId="ADAL" clId="{7F4ECB51-8168-4200-8910-FB2BE0D603B1}" dt="2025-11-26T17:29:26.377" v="805" actId="113"/>
          <ac:spMkLst>
            <pc:docMk/>
            <pc:sldMk cId="0" sldId="265"/>
            <ac:spMk id="32" creationId="{00000000-0000-0000-0000-000000000000}"/>
          </ac:spMkLst>
        </pc:spChg>
        <pc:spChg chg="del mod">
          <ac:chgData name="Alexandre Vinicius Dias Simoes Brito" userId="5312bc15-8397-45a2-a3d1-7154597ed0b4" providerId="ADAL" clId="{7F4ECB51-8168-4200-8910-FB2BE0D603B1}" dt="2025-11-26T17:05:22.779" v="328" actId="478"/>
          <ac:spMkLst>
            <pc:docMk/>
            <pc:sldMk cId="0" sldId="265"/>
            <ac:spMk id="33" creationId="{00000000-0000-0000-0000-000000000000}"/>
          </ac:spMkLst>
        </pc:spChg>
        <pc:spChg chg="add del mod">
          <ac:chgData name="Alexandre Vinicius Dias Simoes Brito" userId="5312bc15-8397-45a2-a3d1-7154597ed0b4" providerId="ADAL" clId="{7F4ECB51-8168-4200-8910-FB2BE0D603B1}" dt="2025-11-26T17:05:24.775" v="329" actId="478"/>
          <ac:spMkLst>
            <pc:docMk/>
            <pc:sldMk cId="0" sldId="265"/>
            <ac:spMk id="35" creationId="{D040B763-337E-E050-86FC-F2BDDCAC8707}"/>
          </ac:spMkLst>
        </pc:spChg>
        <pc:spChg chg="add mod">
          <ac:chgData name="Alexandre Vinicius Dias Simoes Brito" userId="5312bc15-8397-45a2-a3d1-7154597ed0b4" providerId="ADAL" clId="{7F4ECB51-8168-4200-8910-FB2BE0D603B1}" dt="2025-11-26T17:08:16.585" v="434" actId="1076"/>
          <ac:spMkLst>
            <pc:docMk/>
            <pc:sldMk cId="0" sldId="265"/>
            <ac:spMk id="37" creationId="{6D1A6E77-6927-5DBA-7FA3-1D121550B679}"/>
          </ac:spMkLst>
        </pc:spChg>
        <pc:spChg chg="add mod">
          <ac:chgData name="Alexandre Vinicius Dias Simoes Brito" userId="5312bc15-8397-45a2-a3d1-7154597ed0b4" providerId="ADAL" clId="{7F4ECB51-8168-4200-8910-FB2BE0D603B1}" dt="2025-11-26T17:08:42.398" v="442"/>
          <ac:spMkLst>
            <pc:docMk/>
            <pc:sldMk cId="0" sldId="265"/>
            <ac:spMk id="39" creationId="{D6EE108E-3801-F3EA-E40E-BAD051CA7522}"/>
          </ac:spMkLst>
        </pc:spChg>
        <pc:grpChg chg="add del">
          <ac:chgData name="Alexandre Vinicius Dias Simoes Brito" userId="5312bc15-8397-45a2-a3d1-7154597ed0b4" providerId="ADAL" clId="{7F4ECB51-8168-4200-8910-FB2BE0D603B1}" dt="2025-11-26T17:08:23.315" v="437" actId="478"/>
          <ac:grpSpMkLst>
            <pc:docMk/>
            <pc:sldMk cId="0" sldId="265"/>
            <ac:grpSpMk id="27" creationId="{00000000-0000-0000-0000-000000000000}"/>
          </ac:grpSpMkLst>
        </pc:grpChg>
        <pc:picChg chg="del">
          <ac:chgData name="Alexandre Vinicius Dias Simoes Brito" userId="5312bc15-8397-45a2-a3d1-7154597ed0b4" providerId="ADAL" clId="{7F4ECB51-8168-4200-8910-FB2BE0D603B1}" dt="2025-11-26T17:07:52.835" v="427" actId="478"/>
          <ac:picMkLst>
            <pc:docMk/>
            <pc:sldMk cId="0" sldId="265"/>
            <ac:picMk id="28" creationId="{00000000-0000-0000-0000-000000000000}"/>
          </ac:picMkLst>
        </pc:picChg>
        <pc:picChg chg="add del mod ord">
          <ac:chgData name="Alexandre Vinicius Dias Simoes Brito" userId="5312bc15-8397-45a2-a3d1-7154597ed0b4" providerId="ADAL" clId="{7F4ECB51-8168-4200-8910-FB2BE0D603B1}" dt="2025-11-26T17:08:56.641" v="449" actId="478"/>
          <ac:picMkLst>
            <pc:docMk/>
            <pc:sldMk cId="0" sldId="265"/>
            <ac:picMk id="38" creationId="{A4F12812-1223-F686-EBFE-C34D9965D8CB}"/>
          </ac:picMkLst>
        </pc:picChg>
        <pc:picChg chg="add mod ord">
          <ac:chgData name="Alexandre Vinicius Dias Simoes Brito" userId="5312bc15-8397-45a2-a3d1-7154597ed0b4" providerId="ADAL" clId="{7F4ECB51-8168-4200-8910-FB2BE0D603B1}" dt="2025-11-26T17:26:31.151" v="782"/>
          <ac:picMkLst>
            <pc:docMk/>
            <pc:sldMk cId="0" sldId="265"/>
            <ac:picMk id="40" creationId="{B9C07F23-129D-0C9C-18F7-97B9301D7121}"/>
          </ac:picMkLst>
        </pc:picChg>
      </pc:sldChg>
      <pc:sldChg chg="del">
        <pc:chgData name="Alexandre Vinicius Dias Simoes Brito" userId="5312bc15-8397-45a2-a3d1-7154597ed0b4" providerId="ADAL" clId="{7F4ECB51-8168-4200-8910-FB2BE0D603B1}" dt="2025-11-26T17:19:56.634" v="759" actId="47"/>
        <pc:sldMkLst>
          <pc:docMk/>
          <pc:sldMk cId="0" sldId="266"/>
        </pc:sldMkLst>
      </pc:sldChg>
      <pc:sldChg chg="del">
        <pc:chgData name="Alexandre Vinicius Dias Simoes Brito" userId="5312bc15-8397-45a2-a3d1-7154597ed0b4" providerId="ADAL" clId="{7F4ECB51-8168-4200-8910-FB2BE0D603B1}" dt="2025-11-26T17:19:56.723" v="760" actId="47"/>
        <pc:sldMkLst>
          <pc:docMk/>
          <pc:sldMk cId="0" sldId="267"/>
        </pc:sldMkLst>
      </pc:sldChg>
      <pc:sldChg chg="delSp modSp mod ord">
        <pc:chgData name="Alexandre Vinicius Dias Simoes Brito" userId="5312bc15-8397-45a2-a3d1-7154597ed0b4" providerId="ADAL" clId="{7F4ECB51-8168-4200-8910-FB2BE0D603B1}" dt="2025-11-26T16:47:22.211" v="280" actId="478"/>
        <pc:sldMkLst>
          <pc:docMk/>
          <pc:sldMk cId="0" sldId="268"/>
        </pc:sldMkLst>
        <pc:spChg chg="mod">
          <ac:chgData name="Alexandre Vinicius Dias Simoes Brito" userId="5312bc15-8397-45a2-a3d1-7154597ed0b4" providerId="ADAL" clId="{7F4ECB51-8168-4200-8910-FB2BE0D603B1}" dt="2025-11-26T16:47:13.654" v="279" actId="403"/>
          <ac:spMkLst>
            <pc:docMk/>
            <pc:sldMk cId="0" sldId="268"/>
            <ac:spMk id="72" creationId="{00000000-0000-0000-0000-000000000000}"/>
          </ac:spMkLst>
        </pc:spChg>
        <pc:grpChg chg="del">
          <ac:chgData name="Alexandre Vinicius Dias Simoes Brito" userId="5312bc15-8397-45a2-a3d1-7154597ed0b4" providerId="ADAL" clId="{7F4ECB51-8168-4200-8910-FB2BE0D603B1}" dt="2025-11-26T16:47:22.211" v="280" actId="478"/>
          <ac:grpSpMkLst>
            <pc:docMk/>
            <pc:sldMk cId="0" sldId="268"/>
            <ac:grpSpMk id="69" creationId="{00000000-0000-0000-0000-000000000000}"/>
          </ac:grpSpMkLst>
        </pc:grpChg>
      </pc:sldChg>
      <pc:sldChg chg="del">
        <pc:chgData name="Alexandre Vinicius Dias Simoes Brito" userId="5312bc15-8397-45a2-a3d1-7154597ed0b4" providerId="ADAL" clId="{7F4ECB51-8168-4200-8910-FB2BE0D603B1}" dt="2025-11-26T17:19:58.790" v="761" actId="47"/>
        <pc:sldMkLst>
          <pc:docMk/>
          <pc:sldMk cId="0" sldId="269"/>
        </pc:sldMkLst>
      </pc:sldChg>
      <pc:sldChg chg="del">
        <pc:chgData name="Alexandre Vinicius Dias Simoes Brito" userId="5312bc15-8397-45a2-a3d1-7154597ed0b4" providerId="ADAL" clId="{7F4ECB51-8168-4200-8910-FB2BE0D603B1}" dt="2025-11-26T17:19:58.963" v="762" actId="47"/>
        <pc:sldMkLst>
          <pc:docMk/>
          <pc:sldMk cId="0" sldId="270"/>
        </pc:sldMkLst>
      </pc:sldChg>
      <pc:sldChg chg="del">
        <pc:chgData name="Alexandre Vinicius Dias Simoes Brito" userId="5312bc15-8397-45a2-a3d1-7154597ed0b4" providerId="ADAL" clId="{7F4ECB51-8168-4200-8910-FB2BE0D603B1}" dt="2025-11-26T17:19:59.134" v="763" actId="47"/>
        <pc:sldMkLst>
          <pc:docMk/>
          <pc:sldMk cId="0" sldId="271"/>
        </pc:sldMkLst>
      </pc:sldChg>
      <pc:sldChg chg="del">
        <pc:chgData name="Alexandre Vinicius Dias Simoes Brito" userId="5312bc15-8397-45a2-a3d1-7154597ed0b4" providerId="ADAL" clId="{7F4ECB51-8168-4200-8910-FB2BE0D603B1}" dt="2025-11-26T17:19:59.320" v="764" actId="47"/>
        <pc:sldMkLst>
          <pc:docMk/>
          <pc:sldMk cId="0" sldId="272"/>
        </pc:sldMkLst>
      </pc:sldChg>
      <pc:sldChg chg="del">
        <pc:chgData name="Alexandre Vinicius Dias Simoes Brito" userId="5312bc15-8397-45a2-a3d1-7154597ed0b4" providerId="ADAL" clId="{7F4ECB51-8168-4200-8910-FB2BE0D603B1}" dt="2025-11-26T17:19:59.462" v="765" actId="47"/>
        <pc:sldMkLst>
          <pc:docMk/>
          <pc:sldMk cId="0" sldId="273"/>
        </pc:sldMkLst>
      </pc:sldChg>
      <pc:sldChg chg="del">
        <pc:chgData name="Alexandre Vinicius Dias Simoes Brito" userId="5312bc15-8397-45a2-a3d1-7154597ed0b4" providerId="ADAL" clId="{7F4ECB51-8168-4200-8910-FB2BE0D603B1}" dt="2025-11-26T17:20:00.213" v="766" actId="47"/>
        <pc:sldMkLst>
          <pc:docMk/>
          <pc:sldMk cId="0" sldId="274"/>
        </pc:sldMkLst>
      </pc:sldChg>
      <pc:sldChg chg="del">
        <pc:chgData name="Alexandre Vinicius Dias Simoes Brito" userId="5312bc15-8397-45a2-a3d1-7154597ed0b4" providerId="ADAL" clId="{7F4ECB51-8168-4200-8910-FB2BE0D603B1}" dt="2025-11-26T17:20:00.845" v="767" actId="47"/>
        <pc:sldMkLst>
          <pc:docMk/>
          <pc:sldMk cId="0" sldId="275"/>
        </pc:sldMkLst>
      </pc:sldChg>
      <pc:sldChg chg="addSp delSp modSp mod ord setBg">
        <pc:chgData name="Alexandre Vinicius Dias Simoes Brito" userId="5312bc15-8397-45a2-a3d1-7154597ed0b4" providerId="ADAL" clId="{7F4ECB51-8168-4200-8910-FB2BE0D603B1}" dt="2025-11-26T17:25:34.131" v="775"/>
        <pc:sldMkLst>
          <pc:docMk/>
          <pc:sldMk cId="0" sldId="276"/>
        </pc:sldMkLst>
        <pc:spChg chg="del">
          <ac:chgData name="Alexandre Vinicius Dias Simoes Brito" userId="5312bc15-8397-45a2-a3d1-7154597ed0b4" providerId="ADAL" clId="{7F4ECB51-8168-4200-8910-FB2BE0D603B1}" dt="2025-11-26T16:43:47.315" v="218" actId="478"/>
          <ac:spMkLst>
            <pc:docMk/>
            <pc:sldMk cId="0" sldId="276"/>
            <ac:spMk id="2" creationId="{00000000-0000-0000-0000-000000000000}"/>
          </ac:spMkLst>
        </pc:spChg>
        <pc:spChg chg="del">
          <ac:chgData name="Alexandre Vinicius Dias Simoes Brito" userId="5312bc15-8397-45a2-a3d1-7154597ed0b4" providerId="ADAL" clId="{7F4ECB51-8168-4200-8910-FB2BE0D603B1}" dt="2025-11-26T16:39:42.046" v="107" actId="478"/>
          <ac:spMkLst>
            <pc:docMk/>
            <pc:sldMk cId="0" sldId="276"/>
            <ac:spMk id="9" creationId="{00000000-0000-0000-0000-000000000000}"/>
          </ac:spMkLst>
        </pc:spChg>
        <pc:spChg chg="mod">
          <ac:chgData name="Alexandre Vinicius Dias Simoes Brito" userId="5312bc15-8397-45a2-a3d1-7154597ed0b4" providerId="ADAL" clId="{7F4ECB51-8168-4200-8910-FB2BE0D603B1}" dt="2025-11-26T16:43:55.192" v="220" actId="208"/>
          <ac:spMkLst>
            <pc:docMk/>
            <pc:sldMk cId="0" sldId="276"/>
            <ac:spMk id="14" creationId="{00000000-0000-0000-0000-000000000000}"/>
          </ac:spMkLst>
        </pc:spChg>
        <pc:spChg chg="mod">
          <ac:chgData name="Alexandre Vinicius Dias Simoes Brito" userId="5312bc15-8397-45a2-a3d1-7154597ed0b4" providerId="ADAL" clId="{7F4ECB51-8168-4200-8910-FB2BE0D603B1}" dt="2025-11-26T16:43:55.192" v="220" actId="208"/>
          <ac:spMkLst>
            <pc:docMk/>
            <pc:sldMk cId="0" sldId="276"/>
            <ac:spMk id="22" creationId="{00000000-0000-0000-0000-000000000000}"/>
          </ac:spMkLst>
        </pc:spChg>
        <pc:spChg chg="mod">
          <ac:chgData name="Alexandre Vinicius Dias Simoes Brito" userId="5312bc15-8397-45a2-a3d1-7154597ed0b4" providerId="ADAL" clId="{7F4ECB51-8168-4200-8910-FB2BE0D603B1}" dt="2025-11-26T16:43:55.192" v="220" actId="208"/>
          <ac:spMkLst>
            <pc:docMk/>
            <pc:sldMk cId="0" sldId="276"/>
            <ac:spMk id="25" creationId="{00000000-0000-0000-0000-000000000000}"/>
          </ac:spMkLst>
        </pc:spChg>
        <pc:spChg chg="mod">
          <ac:chgData name="Alexandre Vinicius Dias Simoes Brito" userId="5312bc15-8397-45a2-a3d1-7154597ed0b4" providerId="ADAL" clId="{7F4ECB51-8168-4200-8910-FB2BE0D603B1}" dt="2025-11-26T16:43:55.192" v="220" actId="208"/>
          <ac:spMkLst>
            <pc:docMk/>
            <pc:sldMk cId="0" sldId="276"/>
            <ac:spMk id="27" creationId="{00000000-0000-0000-0000-000000000000}"/>
          </ac:spMkLst>
        </pc:spChg>
        <pc:spChg chg="mod">
          <ac:chgData name="Alexandre Vinicius Dias Simoes Brito" userId="5312bc15-8397-45a2-a3d1-7154597ed0b4" providerId="ADAL" clId="{7F4ECB51-8168-4200-8910-FB2BE0D603B1}" dt="2025-11-26T16:43:55.192" v="220" actId="208"/>
          <ac:spMkLst>
            <pc:docMk/>
            <pc:sldMk cId="0" sldId="276"/>
            <ac:spMk id="33" creationId="{00000000-0000-0000-0000-000000000000}"/>
          </ac:spMkLst>
        </pc:spChg>
        <pc:spChg chg="mod">
          <ac:chgData name="Alexandre Vinicius Dias Simoes Brito" userId="5312bc15-8397-45a2-a3d1-7154597ed0b4" providerId="ADAL" clId="{7F4ECB51-8168-4200-8910-FB2BE0D603B1}" dt="2025-11-26T16:43:55.192" v="220" actId="208"/>
          <ac:spMkLst>
            <pc:docMk/>
            <pc:sldMk cId="0" sldId="276"/>
            <ac:spMk id="35" creationId="{00000000-0000-0000-0000-000000000000}"/>
          </ac:spMkLst>
        </pc:spChg>
        <pc:spChg chg="mod">
          <ac:chgData name="Alexandre Vinicius Dias Simoes Brito" userId="5312bc15-8397-45a2-a3d1-7154597ed0b4" providerId="ADAL" clId="{7F4ECB51-8168-4200-8910-FB2BE0D603B1}" dt="2025-11-26T16:43:55.192" v="220" actId="208"/>
          <ac:spMkLst>
            <pc:docMk/>
            <pc:sldMk cId="0" sldId="276"/>
            <ac:spMk id="37" creationId="{00000000-0000-0000-0000-000000000000}"/>
          </ac:spMkLst>
        </pc:spChg>
        <pc:spChg chg="mod">
          <ac:chgData name="Alexandre Vinicius Dias Simoes Brito" userId="5312bc15-8397-45a2-a3d1-7154597ed0b4" providerId="ADAL" clId="{7F4ECB51-8168-4200-8910-FB2BE0D603B1}" dt="2025-11-26T16:43:55.192" v="220" actId="208"/>
          <ac:spMkLst>
            <pc:docMk/>
            <pc:sldMk cId="0" sldId="276"/>
            <ac:spMk id="38" creationId="{00000000-0000-0000-0000-000000000000}"/>
          </ac:spMkLst>
        </pc:spChg>
        <pc:spChg chg="mod">
          <ac:chgData name="Alexandre Vinicius Dias Simoes Brito" userId="5312bc15-8397-45a2-a3d1-7154597ed0b4" providerId="ADAL" clId="{7F4ECB51-8168-4200-8910-FB2BE0D603B1}" dt="2025-11-26T16:43:55.192" v="220" actId="208"/>
          <ac:spMkLst>
            <pc:docMk/>
            <pc:sldMk cId="0" sldId="276"/>
            <ac:spMk id="43" creationId="{00000000-0000-0000-0000-000000000000}"/>
          </ac:spMkLst>
        </pc:spChg>
        <pc:spChg chg="mod">
          <ac:chgData name="Alexandre Vinicius Dias Simoes Brito" userId="5312bc15-8397-45a2-a3d1-7154597ed0b4" providerId="ADAL" clId="{7F4ECB51-8168-4200-8910-FB2BE0D603B1}" dt="2025-11-26T16:43:55.192" v="220" actId="208"/>
          <ac:spMkLst>
            <pc:docMk/>
            <pc:sldMk cId="0" sldId="276"/>
            <ac:spMk id="44" creationId="{00000000-0000-0000-0000-000000000000}"/>
          </ac:spMkLst>
        </pc:spChg>
        <pc:spChg chg="mod">
          <ac:chgData name="Alexandre Vinicius Dias Simoes Brito" userId="5312bc15-8397-45a2-a3d1-7154597ed0b4" providerId="ADAL" clId="{7F4ECB51-8168-4200-8910-FB2BE0D603B1}" dt="2025-11-26T16:50:16.962" v="301" actId="1076"/>
          <ac:spMkLst>
            <pc:docMk/>
            <pc:sldMk cId="0" sldId="276"/>
            <ac:spMk id="48" creationId="{00000000-0000-0000-0000-000000000000}"/>
          </ac:spMkLst>
        </pc:spChg>
        <pc:spChg chg="mod">
          <ac:chgData name="Alexandre Vinicius Dias Simoes Brito" userId="5312bc15-8397-45a2-a3d1-7154597ed0b4" providerId="ADAL" clId="{7F4ECB51-8168-4200-8910-FB2BE0D603B1}" dt="2025-11-26T16:43:31.228" v="214" actId="1035"/>
          <ac:spMkLst>
            <pc:docMk/>
            <pc:sldMk cId="0" sldId="276"/>
            <ac:spMk id="50" creationId="{00000000-0000-0000-0000-000000000000}"/>
          </ac:spMkLst>
        </pc:spChg>
        <pc:spChg chg="mod">
          <ac:chgData name="Alexandre Vinicius Dias Simoes Brito" userId="5312bc15-8397-45a2-a3d1-7154597ed0b4" providerId="ADAL" clId="{7F4ECB51-8168-4200-8910-FB2BE0D603B1}" dt="2025-11-26T16:43:35.591" v="217" actId="1036"/>
          <ac:spMkLst>
            <pc:docMk/>
            <pc:sldMk cId="0" sldId="276"/>
            <ac:spMk id="51" creationId="{00000000-0000-0000-0000-000000000000}"/>
          </ac:spMkLst>
        </pc:spChg>
        <pc:spChg chg="del">
          <ac:chgData name="Alexandre Vinicius Dias Simoes Brito" userId="5312bc15-8397-45a2-a3d1-7154597ed0b4" providerId="ADAL" clId="{7F4ECB51-8168-4200-8910-FB2BE0D603B1}" dt="2025-11-26T16:41:34.326" v="184" actId="478"/>
          <ac:spMkLst>
            <pc:docMk/>
            <pc:sldMk cId="0" sldId="276"/>
            <ac:spMk id="52" creationId="{00000000-0000-0000-0000-000000000000}"/>
          </ac:spMkLst>
        </pc:spChg>
        <pc:spChg chg="del">
          <ac:chgData name="Alexandre Vinicius Dias Simoes Brito" userId="5312bc15-8397-45a2-a3d1-7154597ed0b4" providerId="ADAL" clId="{7F4ECB51-8168-4200-8910-FB2BE0D603B1}" dt="2025-11-26T16:41:29.833" v="181" actId="478"/>
          <ac:spMkLst>
            <pc:docMk/>
            <pc:sldMk cId="0" sldId="276"/>
            <ac:spMk id="53" creationId="{00000000-0000-0000-0000-000000000000}"/>
          </ac:spMkLst>
        </pc:spChg>
        <pc:spChg chg="del mod">
          <ac:chgData name="Alexandre Vinicius Dias Simoes Brito" userId="5312bc15-8397-45a2-a3d1-7154597ed0b4" providerId="ADAL" clId="{7F4ECB51-8168-4200-8910-FB2BE0D603B1}" dt="2025-11-26T16:39:36.219" v="105" actId="478"/>
          <ac:spMkLst>
            <pc:docMk/>
            <pc:sldMk cId="0" sldId="276"/>
            <ac:spMk id="54" creationId="{00000000-0000-0000-0000-000000000000}"/>
          </ac:spMkLst>
        </pc:spChg>
        <pc:spChg chg="del mod">
          <ac:chgData name="Alexandre Vinicius Dias Simoes Brito" userId="5312bc15-8397-45a2-a3d1-7154597ed0b4" providerId="ADAL" clId="{7F4ECB51-8168-4200-8910-FB2BE0D603B1}" dt="2025-11-26T16:39:39.839" v="106" actId="478"/>
          <ac:spMkLst>
            <pc:docMk/>
            <pc:sldMk cId="0" sldId="276"/>
            <ac:spMk id="55" creationId="{00000000-0000-0000-0000-000000000000}"/>
          </ac:spMkLst>
        </pc:spChg>
        <pc:spChg chg="mod">
          <ac:chgData name="Alexandre Vinicius Dias Simoes Brito" userId="5312bc15-8397-45a2-a3d1-7154597ed0b4" providerId="ADAL" clId="{7F4ECB51-8168-4200-8910-FB2BE0D603B1}" dt="2025-11-26T16:39:28.515" v="102" actId="6549"/>
          <ac:spMkLst>
            <pc:docMk/>
            <pc:sldMk cId="0" sldId="276"/>
            <ac:spMk id="56" creationId="{00000000-0000-0000-0000-000000000000}"/>
          </ac:spMkLst>
        </pc:spChg>
        <pc:spChg chg="add mod">
          <ac:chgData name="Alexandre Vinicius Dias Simoes Brito" userId="5312bc15-8397-45a2-a3d1-7154597ed0b4" providerId="ADAL" clId="{7F4ECB51-8168-4200-8910-FB2BE0D603B1}" dt="2025-11-26T16:41:50.641" v="206" actId="20577"/>
          <ac:spMkLst>
            <pc:docMk/>
            <pc:sldMk cId="0" sldId="276"/>
            <ac:spMk id="57" creationId="{D63A8DF1-F1E3-0E99-123D-2B5CE7B148CE}"/>
          </ac:spMkLst>
        </pc:spChg>
        <pc:spChg chg="add mod">
          <ac:chgData name="Alexandre Vinicius Dias Simoes Brito" userId="5312bc15-8397-45a2-a3d1-7154597ed0b4" providerId="ADAL" clId="{7F4ECB51-8168-4200-8910-FB2BE0D603B1}" dt="2025-11-26T16:42:05.177" v="211"/>
          <ac:spMkLst>
            <pc:docMk/>
            <pc:sldMk cId="0" sldId="276"/>
            <ac:spMk id="58" creationId="{3B208E79-ECA2-D094-F0E0-E53C1358FD3F}"/>
          </ac:spMkLst>
        </pc:spChg>
        <pc:grpChg chg="add del">
          <ac:chgData name="Alexandre Vinicius Dias Simoes Brito" userId="5312bc15-8397-45a2-a3d1-7154597ed0b4" providerId="ADAL" clId="{7F4ECB51-8168-4200-8910-FB2BE0D603B1}" dt="2025-11-26T16:44:09.651" v="223" actId="478"/>
          <ac:grpSpMkLst>
            <pc:docMk/>
            <pc:sldMk cId="0" sldId="276"/>
            <ac:grpSpMk id="3" creationId="{00000000-0000-0000-0000-000000000000}"/>
          </ac:grpSpMkLst>
        </pc:grpChg>
        <pc:grpChg chg="add del mod">
          <ac:chgData name="Alexandre Vinicius Dias Simoes Brito" userId="5312bc15-8397-45a2-a3d1-7154597ed0b4" providerId="ADAL" clId="{7F4ECB51-8168-4200-8910-FB2BE0D603B1}" dt="2025-11-26T16:50:13.477" v="300" actId="1076"/>
          <ac:grpSpMkLst>
            <pc:docMk/>
            <pc:sldMk cId="0" sldId="276"/>
            <ac:grpSpMk id="46" creationId="{00000000-0000-0000-0000-000000000000}"/>
          </ac:grpSpMkLst>
        </pc:grpChg>
        <pc:picChg chg="add del">
          <ac:chgData name="Alexandre Vinicius Dias Simoes Brito" userId="5312bc15-8397-45a2-a3d1-7154597ed0b4" providerId="ADAL" clId="{7F4ECB51-8168-4200-8910-FB2BE0D603B1}" dt="2025-11-26T16:44:17.108" v="226" actId="478"/>
          <ac:picMkLst>
            <pc:docMk/>
            <pc:sldMk cId="0" sldId="276"/>
            <ac:picMk id="4" creationId="{00000000-0000-0000-0000-000000000000}"/>
          </ac:picMkLst>
        </pc:picChg>
        <pc:picChg chg="del">
          <ac:chgData name="Alexandre Vinicius Dias Simoes Brito" userId="5312bc15-8397-45a2-a3d1-7154597ed0b4" providerId="ADAL" clId="{7F4ECB51-8168-4200-8910-FB2BE0D603B1}" dt="2025-11-26T16:44:17.108" v="226" actId="478"/>
          <ac:picMkLst>
            <pc:docMk/>
            <pc:sldMk cId="0" sldId="276"/>
            <ac:picMk id="6" creationId="{00000000-0000-0000-0000-000000000000}"/>
          </ac:picMkLst>
        </pc:picChg>
        <pc:picChg chg="del">
          <ac:chgData name="Alexandre Vinicius Dias Simoes Brito" userId="5312bc15-8397-45a2-a3d1-7154597ed0b4" providerId="ADAL" clId="{7F4ECB51-8168-4200-8910-FB2BE0D603B1}" dt="2025-11-26T16:44:03.491" v="221" actId="478"/>
          <ac:picMkLst>
            <pc:docMk/>
            <pc:sldMk cId="0" sldId="276"/>
            <ac:picMk id="8" creationId="{00000000-0000-0000-0000-000000000000}"/>
          </ac:picMkLst>
        </pc:picChg>
        <pc:picChg chg="del">
          <ac:chgData name="Alexandre Vinicius Dias Simoes Brito" userId="5312bc15-8397-45a2-a3d1-7154597ed0b4" providerId="ADAL" clId="{7F4ECB51-8168-4200-8910-FB2BE0D603B1}" dt="2025-11-26T16:49:03.252" v="287" actId="478"/>
          <ac:picMkLst>
            <pc:docMk/>
            <pc:sldMk cId="0" sldId="276"/>
            <ac:picMk id="47" creationId="{00000000-0000-0000-0000-000000000000}"/>
          </ac:picMkLst>
        </pc:picChg>
        <pc:picChg chg="add mod ord">
          <ac:chgData name="Alexandre Vinicius Dias Simoes Brito" userId="5312bc15-8397-45a2-a3d1-7154597ed0b4" providerId="ADAL" clId="{7F4ECB51-8168-4200-8910-FB2BE0D603B1}" dt="2025-11-26T17:25:34.131" v="775"/>
          <ac:picMkLst>
            <pc:docMk/>
            <pc:sldMk cId="0" sldId="276"/>
            <ac:picMk id="60" creationId="{990F9444-BAA4-FA4B-4C06-56E0A72CFE46}"/>
          </ac:picMkLst>
        </pc:picChg>
        <pc:picChg chg="add del mod">
          <ac:chgData name="Alexandre Vinicius Dias Simoes Brito" userId="5312bc15-8397-45a2-a3d1-7154597ed0b4" providerId="ADAL" clId="{7F4ECB51-8168-4200-8910-FB2BE0D603B1}" dt="2025-11-26T16:48:29.428" v="284" actId="478"/>
          <ac:picMkLst>
            <pc:docMk/>
            <pc:sldMk cId="0" sldId="276"/>
            <ac:picMk id="1026" creationId="{3223FED2-9184-4C55-27C3-63D54F8CA202}"/>
          </ac:picMkLst>
        </pc:picChg>
        <pc:picChg chg="add del mod">
          <ac:chgData name="Alexandre Vinicius Dias Simoes Brito" userId="5312bc15-8397-45a2-a3d1-7154597ed0b4" providerId="ADAL" clId="{7F4ECB51-8168-4200-8910-FB2BE0D603B1}" dt="2025-11-26T16:49:32.007" v="294" actId="21"/>
          <ac:picMkLst>
            <pc:docMk/>
            <pc:sldMk cId="0" sldId="276"/>
            <ac:picMk id="1028" creationId="{936F4EFE-F075-0A1C-A7CC-BC9643FD572A}"/>
          </ac:picMkLst>
        </pc:picChg>
      </pc:sldChg>
      <pc:sldChg chg="add del ord">
        <pc:chgData name="Alexandre Vinicius Dias Simoes Brito" userId="5312bc15-8397-45a2-a3d1-7154597ed0b4" providerId="ADAL" clId="{7F4ECB51-8168-4200-8910-FB2BE0D603B1}" dt="2025-11-26T17:19:55.869" v="752" actId="47"/>
        <pc:sldMkLst>
          <pc:docMk/>
          <pc:sldMk cId="152701092" sldId="278"/>
        </pc:sldMkLst>
      </pc:sldChg>
      <pc:sldChg chg="modSp add mod">
        <pc:chgData name="Alexandre Vinicius Dias Simoes Brito" userId="5312bc15-8397-45a2-a3d1-7154597ed0b4" providerId="ADAL" clId="{7F4ECB51-8168-4200-8910-FB2BE0D603B1}" dt="2025-11-26T17:29:18.244" v="803" actId="113"/>
        <pc:sldMkLst>
          <pc:docMk/>
          <pc:sldMk cId="4227438173" sldId="279"/>
        </pc:sldMkLst>
        <pc:spChg chg="mod">
          <ac:chgData name="Alexandre Vinicius Dias Simoes Brito" userId="5312bc15-8397-45a2-a3d1-7154597ed0b4" providerId="ADAL" clId="{7F4ECB51-8168-4200-8910-FB2BE0D603B1}" dt="2025-11-26T17:29:00.245" v="800" actId="1582"/>
          <ac:spMkLst>
            <pc:docMk/>
            <pc:sldMk cId="4227438173" sldId="279"/>
            <ac:spMk id="29" creationId="{83DB0434-0733-15AA-698A-820FF14474A6}"/>
          </ac:spMkLst>
        </pc:spChg>
        <pc:spChg chg="mod">
          <ac:chgData name="Alexandre Vinicius Dias Simoes Brito" userId="5312bc15-8397-45a2-a3d1-7154597ed0b4" providerId="ADAL" clId="{7F4ECB51-8168-4200-8910-FB2BE0D603B1}" dt="2025-11-26T17:29:18.244" v="803" actId="113"/>
          <ac:spMkLst>
            <pc:docMk/>
            <pc:sldMk cId="4227438173" sldId="279"/>
            <ac:spMk id="32" creationId="{44BDF607-2819-4B0C-5531-B5349CF506AE}"/>
          </ac:spMkLst>
        </pc:spChg>
        <pc:spChg chg="mod">
          <ac:chgData name="Alexandre Vinicius Dias Simoes Brito" userId="5312bc15-8397-45a2-a3d1-7154597ed0b4" providerId="ADAL" clId="{7F4ECB51-8168-4200-8910-FB2BE0D603B1}" dt="2025-11-26T17:09:12.289" v="461" actId="20577"/>
          <ac:spMkLst>
            <pc:docMk/>
            <pc:sldMk cId="4227438173" sldId="279"/>
            <ac:spMk id="37" creationId="{20B1DE28-EF1C-67DA-844B-41A8D8B862CB}"/>
          </ac:spMkLst>
        </pc:spChg>
        <pc:picChg chg="mod">
          <ac:chgData name="Alexandre Vinicius Dias Simoes Brito" userId="5312bc15-8397-45a2-a3d1-7154597ed0b4" providerId="ADAL" clId="{7F4ECB51-8168-4200-8910-FB2BE0D603B1}" dt="2025-11-26T17:26:18.129" v="780"/>
          <ac:picMkLst>
            <pc:docMk/>
            <pc:sldMk cId="4227438173" sldId="279"/>
            <ac:picMk id="40" creationId="{A039C620-7132-4F79-F702-965BD4F8A5DD}"/>
          </ac:picMkLst>
        </pc:picChg>
      </pc:sldChg>
      <pc:sldChg chg="addSp delSp modSp add mod ord">
        <pc:chgData name="Alexandre Vinicius Dias Simoes Brito" userId="5312bc15-8397-45a2-a3d1-7154597ed0b4" providerId="ADAL" clId="{7F4ECB51-8168-4200-8910-FB2BE0D603B1}" dt="2025-11-26T17:29:14.231" v="802" actId="113"/>
        <pc:sldMkLst>
          <pc:docMk/>
          <pc:sldMk cId="3721928213" sldId="280"/>
        </pc:sldMkLst>
        <pc:spChg chg="mod">
          <ac:chgData name="Alexandre Vinicius Dias Simoes Brito" userId="5312bc15-8397-45a2-a3d1-7154597ed0b4" providerId="ADAL" clId="{7F4ECB51-8168-4200-8910-FB2BE0D603B1}" dt="2025-11-26T17:28:52.307" v="799" actId="1582"/>
          <ac:spMkLst>
            <pc:docMk/>
            <pc:sldMk cId="3721928213" sldId="280"/>
            <ac:spMk id="29" creationId="{40980B57-E458-4684-E11E-61C3E31BD7F6}"/>
          </ac:spMkLst>
        </pc:spChg>
        <pc:spChg chg="add del">
          <ac:chgData name="Alexandre Vinicius Dias Simoes Brito" userId="5312bc15-8397-45a2-a3d1-7154597ed0b4" providerId="ADAL" clId="{7F4ECB51-8168-4200-8910-FB2BE0D603B1}" dt="2025-11-26T17:13:52.368" v="575" actId="22"/>
          <ac:spMkLst>
            <pc:docMk/>
            <pc:sldMk cId="3721928213" sldId="280"/>
            <ac:spMk id="30" creationId="{736E01CA-91CD-D2C7-89D7-81763E483318}"/>
          </ac:spMkLst>
        </pc:spChg>
        <pc:spChg chg="mod">
          <ac:chgData name="Alexandre Vinicius Dias Simoes Brito" userId="5312bc15-8397-45a2-a3d1-7154597ed0b4" providerId="ADAL" clId="{7F4ECB51-8168-4200-8910-FB2BE0D603B1}" dt="2025-11-26T17:26:58.108" v="784" actId="113"/>
          <ac:spMkLst>
            <pc:docMk/>
            <pc:sldMk cId="3721928213" sldId="280"/>
            <ac:spMk id="32" creationId="{29F3053D-579C-C933-E40B-2B153CD19E75}"/>
          </ac:spMkLst>
        </pc:spChg>
        <pc:spChg chg="add mod">
          <ac:chgData name="Alexandre Vinicius Dias Simoes Brito" userId="5312bc15-8397-45a2-a3d1-7154597ed0b4" providerId="ADAL" clId="{7F4ECB51-8168-4200-8910-FB2BE0D603B1}" dt="2025-11-26T17:29:14.231" v="802" actId="113"/>
          <ac:spMkLst>
            <pc:docMk/>
            <pc:sldMk cId="3721928213" sldId="280"/>
            <ac:spMk id="33" creationId="{25B67A47-AC91-9948-DD60-8FAE6F653D40}"/>
          </ac:spMkLst>
        </pc:spChg>
        <pc:spChg chg="mod">
          <ac:chgData name="Alexandre Vinicius Dias Simoes Brito" userId="5312bc15-8397-45a2-a3d1-7154597ed0b4" providerId="ADAL" clId="{7F4ECB51-8168-4200-8910-FB2BE0D603B1}" dt="2025-11-26T17:11:26.781" v="500" actId="20577"/>
          <ac:spMkLst>
            <pc:docMk/>
            <pc:sldMk cId="3721928213" sldId="280"/>
            <ac:spMk id="37" creationId="{A95B4601-51CD-78A9-E7C2-ECC5297DE551}"/>
          </ac:spMkLst>
        </pc:spChg>
        <pc:picChg chg="mod">
          <ac:chgData name="Alexandre Vinicius Dias Simoes Brito" userId="5312bc15-8397-45a2-a3d1-7154597ed0b4" providerId="ADAL" clId="{7F4ECB51-8168-4200-8910-FB2BE0D603B1}" dt="2025-11-26T17:26:24.369" v="781"/>
          <ac:picMkLst>
            <pc:docMk/>
            <pc:sldMk cId="3721928213" sldId="280"/>
            <ac:picMk id="40" creationId="{4F47FB22-F196-CE05-5F90-04700BC74A72}"/>
          </ac:picMkLst>
        </pc:picChg>
      </pc:sldChg>
      <pc:sldChg chg="modSp add mod">
        <pc:chgData name="Alexandre Vinicius Dias Simoes Brito" userId="5312bc15-8397-45a2-a3d1-7154597ed0b4" providerId="ADAL" clId="{7F4ECB51-8168-4200-8910-FB2BE0D603B1}" dt="2025-11-26T17:29:22.072" v="804" actId="113"/>
        <pc:sldMkLst>
          <pc:docMk/>
          <pc:sldMk cId="3656231101" sldId="281"/>
        </pc:sldMkLst>
        <pc:spChg chg="mod">
          <ac:chgData name="Alexandre Vinicius Dias Simoes Brito" userId="5312bc15-8397-45a2-a3d1-7154597ed0b4" providerId="ADAL" clId="{7F4ECB51-8168-4200-8910-FB2BE0D603B1}" dt="2025-11-26T17:29:07.458" v="801" actId="1582"/>
          <ac:spMkLst>
            <pc:docMk/>
            <pc:sldMk cId="3656231101" sldId="281"/>
            <ac:spMk id="29" creationId="{E5EBFFBC-A229-CB50-9A74-29BE1D666C3E}"/>
          </ac:spMkLst>
        </pc:spChg>
        <pc:spChg chg="mod">
          <ac:chgData name="Alexandre Vinicius Dias Simoes Brito" userId="5312bc15-8397-45a2-a3d1-7154597ed0b4" providerId="ADAL" clId="{7F4ECB51-8168-4200-8910-FB2BE0D603B1}" dt="2025-11-26T17:27:35.513" v="790" actId="6549"/>
          <ac:spMkLst>
            <pc:docMk/>
            <pc:sldMk cId="3656231101" sldId="281"/>
            <ac:spMk id="32" creationId="{775B5B90-DD4A-FA84-CCEF-3C5E8051974F}"/>
          </ac:spMkLst>
        </pc:spChg>
        <pc:spChg chg="mod">
          <ac:chgData name="Alexandre Vinicius Dias Simoes Brito" userId="5312bc15-8397-45a2-a3d1-7154597ed0b4" providerId="ADAL" clId="{7F4ECB51-8168-4200-8910-FB2BE0D603B1}" dt="2025-11-26T17:29:22.072" v="804" actId="113"/>
          <ac:spMkLst>
            <pc:docMk/>
            <pc:sldMk cId="3656231101" sldId="281"/>
            <ac:spMk id="33" creationId="{168C75A5-EED7-75FA-FA7D-725FB58C70AE}"/>
          </ac:spMkLst>
        </pc:spChg>
        <pc:spChg chg="mod">
          <ac:chgData name="Alexandre Vinicius Dias Simoes Brito" userId="5312bc15-8397-45a2-a3d1-7154597ed0b4" providerId="ADAL" clId="{7F4ECB51-8168-4200-8910-FB2BE0D603B1}" dt="2025-11-26T17:15:36.899" v="632" actId="20577"/>
          <ac:spMkLst>
            <pc:docMk/>
            <pc:sldMk cId="3656231101" sldId="281"/>
            <ac:spMk id="37" creationId="{5E58DBEA-D590-B7F1-4B0A-558FCA6D8091}"/>
          </ac:spMkLst>
        </pc:spChg>
        <pc:grpChg chg="mod">
          <ac:chgData name="Alexandre Vinicius Dias Simoes Brito" userId="5312bc15-8397-45a2-a3d1-7154597ed0b4" providerId="ADAL" clId="{7F4ECB51-8168-4200-8910-FB2BE0D603B1}" dt="2025-11-26T17:18:35.172" v="740" actId="1076"/>
          <ac:grpSpMkLst>
            <pc:docMk/>
            <pc:sldMk cId="3656231101" sldId="281"/>
            <ac:grpSpMk id="27" creationId="{D3F69931-8B4B-A584-1260-5EF4EC560F16}"/>
          </ac:grpSpMkLst>
        </pc:grpChg>
        <pc:picChg chg="mod">
          <ac:chgData name="Alexandre Vinicius Dias Simoes Brito" userId="5312bc15-8397-45a2-a3d1-7154597ed0b4" providerId="ADAL" clId="{7F4ECB51-8168-4200-8910-FB2BE0D603B1}" dt="2025-11-26T17:26:07.957" v="779"/>
          <ac:picMkLst>
            <pc:docMk/>
            <pc:sldMk cId="3656231101" sldId="281"/>
            <ac:picMk id="40" creationId="{5FD95F5E-21AC-31F5-2994-8175D9F9D33C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8712200" cy="5667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11387138" y="0"/>
            <a:ext cx="8712200" cy="5667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1A65C2-3610-4689-83C4-DF0B39E999CF}" type="datetimeFigureOut">
              <a:rPr lang="pt-BR" smtClean="0"/>
              <a:t>26/11/2025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659563" y="1414463"/>
            <a:ext cx="6784975" cy="38163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2009775" y="5441950"/>
            <a:ext cx="16084550" cy="44545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10742613"/>
            <a:ext cx="8712200" cy="5667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11387138" y="10742613"/>
            <a:ext cx="8712200" cy="5667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7FF4678-A628-4EB0-8538-DA0ADA93A79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353019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FF4678-A628-4EB0-8538-DA0ADA93A796}" type="slidenum">
              <a:rPr lang="pt-BR" smtClean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927006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507807" y="3505898"/>
            <a:ext cx="17088486" cy="237496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3015615" y="6333236"/>
            <a:ext cx="14072870" cy="28273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11/26/2025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100" b="0" i="0">
                <a:solidFill>
                  <a:srgbClr val="333333"/>
                </a:solidFill>
                <a:latin typeface="Montserrat Light"/>
                <a:cs typeface="Montserrat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rgbClr val="4D4D4D"/>
                </a:solidFill>
                <a:latin typeface="Montserrat"/>
                <a:cs typeface="Montserra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11/26/2025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10052050" y="0"/>
            <a:ext cx="10052050" cy="11151870"/>
          </a:xfrm>
          <a:custGeom>
            <a:avLst/>
            <a:gdLst/>
            <a:ahLst/>
            <a:cxnLst/>
            <a:rect l="l" t="t" r="r" b="b"/>
            <a:pathLst>
              <a:path w="10052050" h="11151870">
                <a:moveTo>
                  <a:pt x="0" y="11151492"/>
                </a:moveTo>
                <a:lnTo>
                  <a:pt x="10052039" y="11151492"/>
                </a:lnTo>
                <a:lnTo>
                  <a:pt x="10052039" y="0"/>
                </a:lnTo>
                <a:lnTo>
                  <a:pt x="0" y="0"/>
                </a:lnTo>
                <a:lnTo>
                  <a:pt x="0" y="11151492"/>
                </a:lnTo>
                <a:close/>
              </a:path>
            </a:pathLst>
          </a:custGeom>
          <a:solidFill>
            <a:srgbClr val="1A1A1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1047151" y="9319087"/>
            <a:ext cx="3693160" cy="942975"/>
          </a:xfrm>
          <a:custGeom>
            <a:avLst/>
            <a:gdLst/>
            <a:ahLst/>
            <a:cxnLst/>
            <a:rect l="l" t="t" r="r" b="b"/>
            <a:pathLst>
              <a:path w="3693160" h="942975">
                <a:moveTo>
                  <a:pt x="3692945" y="0"/>
                </a:moveTo>
                <a:lnTo>
                  <a:pt x="0" y="0"/>
                </a:lnTo>
                <a:lnTo>
                  <a:pt x="0" y="942379"/>
                </a:lnTo>
                <a:lnTo>
                  <a:pt x="3692945" y="942379"/>
                </a:lnTo>
                <a:lnTo>
                  <a:pt x="3692945" y="0"/>
                </a:lnTo>
                <a:close/>
              </a:path>
            </a:pathLst>
          </a:custGeom>
          <a:solidFill>
            <a:srgbClr val="E2101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1047076" y="9439611"/>
            <a:ext cx="3693160" cy="700405"/>
          </a:xfrm>
          <a:custGeom>
            <a:avLst/>
            <a:gdLst/>
            <a:ahLst/>
            <a:cxnLst/>
            <a:rect l="l" t="t" r="r" b="b"/>
            <a:pathLst>
              <a:path w="3693160" h="700404">
                <a:moveTo>
                  <a:pt x="198361" y="660984"/>
                </a:moveTo>
                <a:lnTo>
                  <a:pt x="0" y="660984"/>
                </a:lnTo>
                <a:lnTo>
                  <a:pt x="0" y="685812"/>
                </a:lnTo>
                <a:lnTo>
                  <a:pt x="198361" y="685812"/>
                </a:lnTo>
                <a:lnTo>
                  <a:pt x="198361" y="660984"/>
                </a:lnTo>
                <a:close/>
              </a:path>
              <a:path w="3693160" h="700404">
                <a:moveTo>
                  <a:pt x="198361" y="502246"/>
                </a:moveTo>
                <a:lnTo>
                  <a:pt x="0" y="502246"/>
                </a:lnTo>
                <a:lnTo>
                  <a:pt x="0" y="527050"/>
                </a:lnTo>
                <a:lnTo>
                  <a:pt x="198361" y="527050"/>
                </a:lnTo>
                <a:lnTo>
                  <a:pt x="198361" y="502246"/>
                </a:lnTo>
                <a:close/>
              </a:path>
              <a:path w="3693160" h="700404">
                <a:moveTo>
                  <a:pt x="198361" y="337553"/>
                </a:moveTo>
                <a:lnTo>
                  <a:pt x="0" y="337553"/>
                </a:lnTo>
                <a:lnTo>
                  <a:pt x="0" y="362356"/>
                </a:lnTo>
                <a:lnTo>
                  <a:pt x="198361" y="362356"/>
                </a:lnTo>
                <a:lnTo>
                  <a:pt x="198361" y="337553"/>
                </a:lnTo>
                <a:close/>
              </a:path>
              <a:path w="3693160" h="700404">
                <a:moveTo>
                  <a:pt x="198361" y="175056"/>
                </a:moveTo>
                <a:lnTo>
                  <a:pt x="0" y="175056"/>
                </a:lnTo>
                <a:lnTo>
                  <a:pt x="0" y="199898"/>
                </a:lnTo>
                <a:lnTo>
                  <a:pt x="198361" y="199898"/>
                </a:lnTo>
                <a:lnTo>
                  <a:pt x="198361" y="175056"/>
                </a:lnTo>
                <a:close/>
              </a:path>
              <a:path w="3693160" h="700404">
                <a:moveTo>
                  <a:pt x="198361" y="16802"/>
                </a:moveTo>
                <a:lnTo>
                  <a:pt x="0" y="16802"/>
                </a:lnTo>
                <a:lnTo>
                  <a:pt x="0" y="41592"/>
                </a:lnTo>
                <a:lnTo>
                  <a:pt x="198361" y="41592"/>
                </a:lnTo>
                <a:lnTo>
                  <a:pt x="198361" y="16802"/>
                </a:lnTo>
                <a:close/>
              </a:path>
              <a:path w="3693160" h="700404">
                <a:moveTo>
                  <a:pt x="908532" y="161366"/>
                </a:moveTo>
                <a:lnTo>
                  <a:pt x="905624" y="119291"/>
                </a:lnTo>
                <a:lnTo>
                  <a:pt x="870216" y="56515"/>
                </a:lnTo>
                <a:lnTo>
                  <a:pt x="804735" y="18783"/>
                </a:lnTo>
                <a:lnTo>
                  <a:pt x="764209" y="8001"/>
                </a:lnTo>
                <a:lnTo>
                  <a:pt x="720382" y="1917"/>
                </a:lnTo>
                <a:lnTo>
                  <a:pt x="674649" y="0"/>
                </a:lnTo>
                <a:lnTo>
                  <a:pt x="627659" y="1714"/>
                </a:lnTo>
                <a:lnTo>
                  <a:pt x="580986" y="7264"/>
                </a:lnTo>
                <a:lnTo>
                  <a:pt x="535622" y="17233"/>
                </a:lnTo>
                <a:lnTo>
                  <a:pt x="492493" y="32219"/>
                </a:lnTo>
                <a:lnTo>
                  <a:pt x="452564" y="52793"/>
                </a:lnTo>
                <a:lnTo>
                  <a:pt x="416788" y="79565"/>
                </a:lnTo>
                <a:lnTo>
                  <a:pt x="386118" y="113106"/>
                </a:lnTo>
                <a:lnTo>
                  <a:pt x="361518" y="154025"/>
                </a:lnTo>
                <a:lnTo>
                  <a:pt x="343941" y="202895"/>
                </a:lnTo>
                <a:lnTo>
                  <a:pt x="339204" y="254914"/>
                </a:lnTo>
                <a:lnTo>
                  <a:pt x="348361" y="300837"/>
                </a:lnTo>
                <a:lnTo>
                  <a:pt x="371944" y="338747"/>
                </a:lnTo>
                <a:lnTo>
                  <a:pt x="410476" y="366712"/>
                </a:lnTo>
                <a:lnTo>
                  <a:pt x="460273" y="387235"/>
                </a:lnTo>
                <a:lnTo>
                  <a:pt x="508939" y="402196"/>
                </a:lnTo>
                <a:lnTo>
                  <a:pt x="594944" y="424522"/>
                </a:lnTo>
                <a:lnTo>
                  <a:pt x="628256" y="436435"/>
                </a:lnTo>
                <a:lnTo>
                  <a:pt x="652462" y="451904"/>
                </a:lnTo>
                <a:lnTo>
                  <a:pt x="665543" y="473189"/>
                </a:lnTo>
                <a:lnTo>
                  <a:pt x="665505" y="502577"/>
                </a:lnTo>
                <a:lnTo>
                  <a:pt x="650049" y="531901"/>
                </a:lnTo>
                <a:lnTo>
                  <a:pt x="622071" y="552831"/>
                </a:lnTo>
                <a:lnTo>
                  <a:pt x="587806" y="565391"/>
                </a:lnTo>
                <a:lnTo>
                  <a:pt x="553504" y="569569"/>
                </a:lnTo>
                <a:lnTo>
                  <a:pt x="508876" y="563206"/>
                </a:lnTo>
                <a:lnTo>
                  <a:pt x="477113" y="544449"/>
                </a:lnTo>
                <a:lnTo>
                  <a:pt x="460578" y="513829"/>
                </a:lnTo>
                <a:lnTo>
                  <a:pt x="461683" y="471868"/>
                </a:lnTo>
                <a:lnTo>
                  <a:pt x="275539" y="471868"/>
                </a:lnTo>
                <a:lnTo>
                  <a:pt x="269443" y="527735"/>
                </a:lnTo>
                <a:lnTo>
                  <a:pt x="274370" y="574230"/>
                </a:lnTo>
                <a:lnTo>
                  <a:pt x="289229" y="612101"/>
                </a:lnTo>
                <a:lnTo>
                  <a:pt x="312877" y="642086"/>
                </a:lnTo>
                <a:lnTo>
                  <a:pt x="344220" y="664946"/>
                </a:lnTo>
                <a:lnTo>
                  <a:pt x="382117" y="681431"/>
                </a:lnTo>
                <a:lnTo>
                  <a:pt x="425475" y="692277"/>
                </a:lnTo>
                <a:lnTo>
                  <a:pt x="473151" y="698233"/>
                </a:lnTo>
                <a:lnTo>
                  <a:pt x="524052" y="700049"/>
                </a:lnTo>
                <a:lnTo>
                  <a:pt x="575627" y="697547"/>
                </a:lnTo>
                <a:lnTo>
                  <a:pt x="626084" y="690016"/>
                </a:lnTo>
                <a:lnTo>
                  <a:pt x="674420" y="677392"/>
                </a:lnTo>
                <a:lnTo>
                  <a:pt x="719620" y="659612"/>
                </a:lnTo>
                <a:lnTo>
                  <a:pt x="760679" y="636625"/>
                </a:lnTo>
                <a:lnTo>
                  <a:pt x="796582" y="608368"/>
                </a:lnTo>
                <a:lnTo>
                  <a:pt x="826350" y="574789"/>
                </a:lnTo>
                <a:lnTo>
                  <a:pt x="829373" y="569569"/>
                </a:lnTo>
                <a:lnTo>
                  <a:pt x="848956" y="535825"/>
                </a:lnTo>
                <a:lnTo>
                  <a:pt x="863409" y="491413"/>
                </a:lnTo>
                <a:lnTo>
                  <a:pt x="869188" y="436968"/>
                </a:lnTo>
                <a:lnTo>
                  <a:pt x="862253" y="393585"/>
                </a:lnTo>
                <a:lnTo>
                  <a:pt x="844715" y="359727"/>
                </a:lnTo>
                <a:lnTo>
                  <a:pt x="786193" y="314401"/>
                </a:lnTo>
                <a:lnTo>
                  <a:pt x="749401" y="299821"/>
                </a:lnTo>
                <a:lnTo>
                  <a:pt x="710374" y="288569"/>
                </a:lnTo>
                <a:lnTo>
                  <a:pt x="634009" y="269887"/>
                </a:lnTo>
                <a:lnTo>
                  <a:pt x="598487" y="259118"/>
                </a:lnTo>
                <a:lnTo>
                  <a:pt x="566508" y="244424"/>
                </a:lnTo>
                <a:lnTo>
                  <a:pt x="545211" y="222923"/>
                </a:lnTo>
                <a:lnTo>
                  <a:pt x="541718" y="191719"/>
                </a:lnTo>
                <a:lnTo>
                  <a:pt x="553250" y="167982"/>
                </a:lnTo>
                <a:lnTo>
                  <a:pt x="574865" y="148437"/>
                </a:lnTo>
                <a:lnTo>
                  <a:pt x="603186" y="135178"/>
                </a:lnTo>
                <a:lnTo>
                  <a:pt x="634784" y="130302"/>
                </a:lnTo>
                <a:lnTo>
                  <a:pt x="656831" y="131686"/>
                </a:lnTo>
                <a:lnTo>
                  <a:pt x="701929" y="151726"/>
                </a:lnTo>
                <a:lnTo>
                  <a:pt x="716407" y="192938"/>
                </a:lnTo>
                <a:lnTo>
                  <a:pt x="713600" y="211264"/>
                </a:lnTo>
                <a:lnTo>
                  <a:pt x="899718" y="211264"/>
                </a:lnTo>
                <a:lnTo>
                  <a:pt x="908532" y="161366"/>
                </a:lnTo>
                <a:close/>
              </a:path>
              <a:path w="3693160" h="700404">
                <a:moveTo>
                  <a:pt x="1580984" y="13944"/>
                </a:moveTo>
                <a:lnTo>
                  <a:pt x="1069111" y="13944"/>
                </a:lnTo>
                <a:lnTo>
                  <a:pt x="926261" y="685939"/>
                </a:lnTo>
                <a:lnTo>
                  <a:pt x="1438148" y="685939"/>
                </a:lnTo>
                <a:lnTo>
                  <a:pt x="1465910" y="555612"/>
                </a:lnTo>
                <a:lnTo>
                  <a:pt x="1140142" y="555612"/>
                </a:lnTo>
                <a:lnTo>
                  <a:pt x="1170393" y="413207"/>
                </a:lnTo>
                <a:lnTo>
                  <a:pt x="1470088" y="413207"/>
                </a:lnTo>
                <a:lnTo>
                  <a:pt x="1497685" y="282968"/>
                </a:lnTo>
                <a:lnTo>
                  <a:pt x="1198003" y="282968"/>
                </a:lnTo>
                <a:lnTo>
                  <a:pt x="1227467" y="144246"/>
                </a:lnTo>
                <a:lnTo>
                  <a:pt x="1553235" y="144246"/>
                </a:lnTo>
                <a:lnTo>
                  <a:pt x="1580984" y="13944"/>
                </a:lnTo>
                <a:close/>
              </a:path>
              <a:path w="3693160" h="700404">
                <a:moveTo>
                  <a:pt x="2341372" y="13944"/>
                </a:moveTo>
                <a:lnTo>
                  <a:pt x="2173846" y="13944"/>
                </a:lnTo>
                <a:lnTo>
                  <a:pt x="2067737" y="512787"/>
                </a:lnTo>
                <a:lnTo>
                  <a:pt x="2065578" y="514692"/>
                </a:lnTo>
                <a:lnTo>
                  <a:pt x="1984082" y="171284"/>
                </a:lnTo>
                <a:lnTo>
                  <a:pt x="1946744" y="13944"/>
                </a:lnTo>
                <a:lnTo>
                  <a:pt x="1686153" y="13944"/>
                </a:lnTo>
                <a:lnTo>
                  <a:pt x="1543291" y="685939"/>
                </a:lnTo>
                <a:lnTo>
                  <a:pt x="1710829" y="685939"/>
                </a:lnTo>
                <a:lnTo>
                  <a:pt x="1820202" y="171284"/>
                </a:lnTo>
                <a:lnTo>
                  <a:pt x="1822056" y="171284"/>
                </a:lnTo>
                <a:lnTo>
                  <a:pt x="1940699" y="685939"/>
                </a:lnTo>
                <a:lnTo>
                  <a:pt x="2198522" y="685939"/>
                </a:lnTo>
                <a:lnTo>
                  <a:pt x="2234920" y="514692"/>
                </a:lnTo>
                <a:lnTo>
                  <a:pt x="2341372" y="13944"/>
                </a:lnTo>
                <a:close/>
              </a:path>
              <a:path w="3693160" h="700404">
                <a:moveTo>
                  <a:pt x="3024975" y="685939"/>
                </a:moveTo>
                <a:lnTo>
                  <a:pt x="3001073" y="554697"/>
                </a:lnTo>
                <a:lnTo>
                  <a:pt x="2977350" y="424408"/>
                </a:lnTo>
                <a:lnTo>
                  <a:pt x="2926486" y="145161"/>
                </a:lnTo>
                <a:lnTo>
                  <a:pt x="2902585" y="13944"/>
                </a:lnTo>
                <a:lnTo>
                  <a:pt x="2779890" y="13944"/>
                </a:lnTo>
                <a:lnTo>
                  <a:pt x="2779890" y="424408"/>
                </a:lnTo>
                <a:lnTo>
                  <a:pt x="2600274" y="424408"/>
                </a:lnTo>
                <a:lnTo>
                  <a:pt x="2750870" y="145161"/>
                </a:lnTo>
                <a:lnTo>
                  <a:pt x="2753652" y="145161"/>
                </a:lnTo>
                <a:lnTo>
                  <a:pt x="2779890" y="424408"/>
                </a:lnTo>
                <a:lnTo>
                  <a:pt x="2779890" y="13944"/>
                </a:lnTo>
                <a:lnTo>
                  <a:pt x="2675496" y="13944"/>
                </a:lnTo>
                <a:lnTo>
                  <a:pt x="2267356" y="685939"/>
                </a:lnTo>
                <a:lnTo>
                  <a:pt x="2453525" y="685939"/>
                </a:lnTo>
                <a:lnTo>
                  <a:pt x="2525179" y="554697"/>
                </a:lnTo>
                <a:lnTo>
                  <a:pt x="2797886" y="554697"/>
                </a:lnTo>
                <a:lnTo>
                  <a:pt x="2814637" y="685939"/>
                </a:lnTo>
                <a:lnTo>
                  <a:pt x="3024975" y="685939"/>
                </a:lnTo>
                <a:close/>
              </a:path>
              <a:path w="3693160" h="700404">
                <a:moveTo>
                  <a:pt x="3424682" y="13944"/>
                </a:moveTo>
                <a:lnTo>
                  <a:pt x="3238550" y="13944"/>
                </a:lnTo>
                <a:lnTo>
                  <a:pt x="3095675" y="685939"/>
                </a:lnTo>
                <a:lnTo>
                  <a:pt x="3281845" y="685939"/>
                </a:lnTo>
                <a:lnTo>
                  <a:pt x="3424682" y="13944"/>
                </a:lnTo>
                <a:close/>
              </a:path>
              <a:path w="3693160" h="700404">
                <a:moveTo>
                  <a:pt x="3692931" y="660984"/>
                </a:moveTo>
                <a:lnTo>
                  <a:pt x="3494582" y="660984"/>
                </a:lnTo>
                <a:lnTo>
                  <a:pt x="3494582" y="685812"/>
                </a:lnTo>
                <a:lnTo>
                  <a:pt x="3692931" y="685812"/>
                </a:lnTo>
                <a:lnTo>
                  <a:pt x="3692931" y="660984"/>
                </a:lnTo>
                <a:close/>
              </a:path>
              <a:path w="3693160" h="700404">
                <a:moveTo>
                  <a:pt x="3692931" y="502246"/>
                </a:moveTo>
                <a:lnTo>
                  <a:pt x="3494582" y="502246"/>
                </a:lnTo>
                <a:lnTo>
                  <a:pt x="3494582" y="527050"/>
                </a:lnTo>
                <a:lnTo>
                  <a:pt x="3692931" y="527050"/>
                </a:lnTo>
                <a:lnTo>
                  <a:pt x="3692931" y="502246"/>
                </a:lnTo>
                <a:close/>
              </a:path>
              <a:path w="3693160" h="700404">
                <a:moveTo>
                  <a:pt x="3692931" y="337553"/>
                </a:moveTo>
                <a:lnTo>
                  <a:pt x="3494582" y="337553"/>
                </a:lnTo>
                <a:lnTo>
                  <a:pt x="3494582" y="362356"/>
                </a:lnTo>
                <a:lnTo>
                  <a:pt x="3692931" y="362356"/>
                </a:lnTo>
                <a:lnTo>
                  <a:pt x="3692931" y="337553"/>
                </a:lnTo>
                <a:close/>
              </a:path>
              <a:path w="3693160" h="700404">
                <a:moveTo>
                  <a:pt x="3692931" y="175056"/>
                </a:moveTo>
                <a:lnTo>
                  <a:pt x="3494582" y="175056"/>
                </a:lnTo>
                <a:lnTo>
                  <a:pt x="3494582" y="199898"/>
                </a:lnTo>
                <a:lnTo>
                  <a:pt x="3692931" y="199898"/>
                </a:lnTo>
                <a:lnTo>
                  <a:pt x="3692931" y="175056"/>
                </a:lnTo>
                <a:close/>
              </a:path>
              <a:path w="3693160" h="700404">
                <a:moveTo>
                  <a:pt x="3692931" y="16802"/>
                </a:moveTo>
                <a:lnTo>
                  <a:pt x="3494582" y="16802"/>
                </a:lnTo>
                <a:lnTo>
                  <a:pt x="3494582" y="41592"/>
                </a:lnTo>
                <a:lnTo>
                  <a:pt x="3692931" y="41592"/>
                </a:lnTo>
                <a:lnTo>
                  <a:pt x="3692931" y="1680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0" name="bg object 2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014353" y="1057130"/>
            <a:ext cx="3245974" cy="2722419"/>
          </a:xfrm>
          <a:prstGeom prst="rect">
            <a:avLst/>
          </a:prstGeom>
        </p:spPr>
      </p:pic>
      <p:pic>
        <p:nvPicPr>
          <p:cNvPr id="21" name="bg object 2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014353" y="4303094"/>
            <a:ext cx="3245974" cy="2722430"/>
          </a:xfrm>
          <a:prstGeom prst="rect">
            <a:avLst/>
          </a:prstGeom>
        </p:spPr>
      </p:pic>
      <p:pic>
        <p:nvPicPr>
          <p:cNvPr id="22" name="bg object 2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014353" y="7549068"/>
            <a:ext cx="3245974" cy="272243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100" b="0" i="0">
                <a:solidFill>
                  <a:srgbClr val="333333"/>
                </a:solidFill>
                <a:latin typeface="Montserrat Light"/>
                <a:cs typeface="Montserrat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1005205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10353611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11/26/2025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20104100" cy="11151870"/>
          </a:xfrm>
          <a:custGeom>
            <a:avLst/>
            <a:gdLst/>
            <a:ahLst/>
            <a:cxnLst/>
            <a:rect l="l" t="t" r="r" b="b"/>
            <a:pathLst>
              <a:path w="20104100" h="11151870">
                <a:moveTo>
                  <a:pt x="0" y="11151492"/>
                </a:moveTo>
                <a:lnTo>
                  <a:pt x="20104099" y="11151492"/>
                </a:lnTo>
                <a:lnTo>
                  <a:pt x="20104099" y="0"/>
                </a:lnTo>
                <a:lnTo>
                  <a:pt x="0" y="0"/>
                </a:lnTo>
                <a:lnTo>
                  <a:pt x="0" y="11151492"/>
                </a:lnTo>
                <a:close/>
              </a:path>
            </a:pathLst>
          </a:custGeom>
          <a:solidFill>
            <a:srgbClr val="1A1A1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100" b="0" i="0">
                <a:solidFill>
                  <a:srgbClr val="333333"/>
                </a:solidFill>
                <a:latin typeface="Montserrat Light"/>
                <a:cs typeface="Montserrat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11/26/2025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11/26/2025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145691" y="1020182"/>
            <a:ext cx="15812717" cy="30105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100" b="0" i="0">
                <a:solidFill>
                  <a:srgbClr val="333333"/>
                </a:solidFill>
                <a:latin typeface="Montserrat Light"/>
                <a:cs typeface="Montserrat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756861" y="2375171"/>
            <a:ext cx="10305415" cy="52273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rgbClr val="4D4D4D"/>
                </a:solidFill>
                <a:latin typeface="Montserrat"/>
                <a:cs typeface="Montserra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11/26/2025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p.senai.br/" TargetMode="External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20104100" cy="11308715"/>
            <a:chOff x="0" y="0"/>
            <a:chExt cx="20104100" cy="1130871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20104100" cy="1130855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6806190" y="4825978"/>
              <a:ext cx="6492240" cy="1656714"/>
            </a:xfrm>
            <a:custGeom>
              <a:avLst/>
              <a:gdLst/>
              <a:ahLst/>
              <a:cxnLst/>
              <a:rect l="l" t="t" r="r" b="b"/>
              <a:pathLst>
                <a:path w="6492240" h="1656714">
                  <a:moveTo>
                    <a:pt x="6491833" y="0"/>
                  </a:moveTo>
                  <a:lnTo>
                    <a:pt x="0" y="0"/>
                  </a:lnTo>
                  <a:lnTo>
                    <a:pt x="0" y="1656609"/>
                  </a:lnTo>
                  <a:lnTo>
                    <a:pt x="6491833" y="1656609"/>
                  </a:lnTo>
                  <a:lnTo>
                    <a:pt x="6491833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806069" y="5037842"/>
              <a:ext cx="6492240" cy="1230630"/>
            </a:xfrm>
            <a:custGeom>
              <a:avLst/>
              <a:gdLst/>
              <a:ahLst/>
              <a:cxnLst/>
              <a:rect l="l" t="t" r="r" b="b"/>
              <a:pathLst>
                <a:path w="6492240" h="1230629">
                  <a:moveTo>
                    <a:pt x="348691" y="1161948"/>
                  </a:moveTo>
                  <a:lnTo>
                    <a:pt x="0" y="1161948"/>
                  </a:lnTo>
                  <a:lnTo>
                    <a:pt x="0" y="1205585"/>
                  </a:lnTo>
                  <a:lnTo>
                    <a:pt x="348691" y="1205585"/>
                  </a:lnTo>
                  <a:lnTo>
                    <a:pt x="348691" y="1161948"/>
                  </a:lnTo>
                  <a:close/>
                </a:path>
                <a:path w="6492240" h="1230629">
                  <a:moveTo>
                    <a:pt x="348691" y="882891"/>
                  </a:moveTo>
                  <a:lnTo>
                    <a:pt x="0" y="882891"/>
                  </a:lnTo>
                  <a:lnTo>
                    <a:pt x="0" y="926490"/>
                  </a:lnTo>
                  <a:lnTo>
                    <a:pt x="348691" y="926490"/>
                  </a:lnTo>
                  <a:lnTo>
                    <a:pt x="348691" y="882891"/>
                  </a:lnTo>
                  <a:close/>
                </a:path>
                <a:path w="6492240" h="1230629">
                  <a:moveTo>
                    <a:pt x="348691" y="593369"/>
                  </a:moveTo>
                  <a:lnTo>
                    <a:pt x="0" y="593369"/>
                  </a:lnTo>
                  <a:lnTo>
                    <a:pt x="0" y="636981"/>
                  </a:lnTo>
                  <a:lnTo>
                    <a:pt x="348691" y="636981"/>
                  </a:lnTo>
                  <a:lnTo>
                    <a:pt x="348691" y="593369"/>
                  </a:lnTo>
                  <a:close/>
                </a:path>
                <a:path w="6492240" h="1230629">
                  <a:moveTo>
                    <a:pt x="348691" y="307733"/>
                  </a:moveTo>
                  <a:lnTo>
                    <a:pt x="0" y="307733"/>
                  </a:lnTo>
                  <a:lnTo>
                    <a:pt x="0" y="351409"/>
                  </a:lnTo>
                  <a:lnTo>
                    <a:pt x="348691" y="351409"/>
                  </a:lnTo>
                  <a:lnTo>
                    <a:pt x="348691" y="307733"/>
                  </a:lnTo>
                  <a:close/>
                </a:path>
                <a:path w="6492240" h="1230629">
                  <a:moveTo>
                    <a:pt x="348691" y="29514"/>
                  </a:moveTo>
                  <a:lnTo>
                    <a:pt x="0" y="29514"/>
                  </a:lnTo>
                  <a:lnTo>
                    <a:pt x="0" y="73126"/>
                  </a:lnTo>
                  <a:lnTo>
                    <a:pt x="348691" y="73126"/>
                  </a:lnTo>
                  <a:lnTo>
                    <a:pt x="348691" y="29514"/>
                  </a:lnTo>
                  <a:close/>
                </a:path>
                <a:path w="6492240" h="1230629">
                  <a:moveTo>
                    <a:pt x="1597647" y="267804"/>
                  </a:moveTo>
                  <a:lnTo>
                    <a:pt x="1594929" y="229044"/>
                  </a:lnTo>
                  <a:lnTo>
                    <a:pt x="1584706" y="183756"/>
                  </a:lnTo>
                  <a:lnTo>
                    <a:pt x="1568704" y="148564"/>
                  </a:lnTo>
                  <a:lnTo>
                    <a:pt x="1520291" y="90868"/>
                  </a:lnTo>
                  <a:lnTo>
                    <a:pt x="1488935" y="67945"/>
                  </a:lnTo>
                  <a:lnTo>
                    <a:pt x="1453540" y="48729"/>
                  </a:lnTo>
                  <a:lnTo>
                    <a:pt x="1414627" y="33020"/>
                  </a:lnTo>
                  <a:lnTo>
                    <a:pt x="1372730" y="20599"/>
                  </a:lnTo>
                  <a:lnTo>
                    <a:pt x="1328381" y="11290"/>
                  </a:lnTo>
                  <a:lnTo>
                    <a:pt x="1282115" y="4889"/>
                  </a:lnTo>
                  <a:lnTo>
                    <a:pt x="1234465" y="1193"/>
                  </a:lnTo>
                  <a:lnTo>
                    <a:pt x="1185964" y="0"/>
                  </a:lnTo>
                  <a:lnTo>
                    <a:pt x="1139520" y="927"/>
                  </a:lnTo>
                  <a:lnTo>
                    <a:pt x="1093025" y="3848"/>
                  </a:lnTo>
                  <a:lnTo>
                    <a:pt x="1046784" y="8940"/>
                  </a:lnTo>
                  <a:lnTo>
                    <a:pt x="1001102" y="16383"/>
                  </a:lnTo>
                  <a:lnTo>
                    <a:pt x="956259" y="26377"/>
                  </a:lnTo>
                  <a:lnTo>
                    <a:pt x="912571" y="39090"/>
                  </a:lnTo>
                  <a:lnTo>
                    <a:pt x="870331" y="54711"/>
                  </a:lnTo>
                  <a:lnTo>
                    <a:pt x="829830" y="73418"/>
                  </a:lnTo>
                  <a:lnTo>
                    <a:pt x="791387" y="95415"/>
                  </a:lnTo>
                  <a:lnTo>
                    <a:pt x="755281" y="120878"/>
                  </a:lnTo>
                  <a:lnTo>
                    <a:pt x="721817" y="149974"/>
                  </a:lnTo>
                  <a:lnTo>
                    <a:pt x="691299" y="182918"/>
                  </a:lnTo>
                  <a:lnTo>
                    <a:pt x="664019" y="219862"/>
                  </a:lnTo>
                  <a:lnTo>
                    <a:pt x="640270" y="261010"/>
                  </a:lnTo>
                  <a:lnTo>
                    <a:pt x="620369" y="306552"/>
                  </a:lnTo>
                  <a:lnTo>
                    <a:pt x="604596" y="356666"/>
                  </a:lnTo>
                  <a:lnTo>
                    <a:pt x="596900" y="410032"/>
                  </a:lnTo>
                  <a:lnTo>
                    <a:pt x="597052" y="460375"/>
                  </a:lnTo>
                  <a:lnTo>
                    <a:pt x="605218" y="507060"/>
                  </a:lnTo>
                  <a:lnTo>
                    <a:pt x="621588" y="549465"/>
                  </a:lnTo>
                  <a:lnTo>
                    <a:pt x="646328" y="586930"/>
                  </a:lnTo>
                  <a:lnTo>
                    <a:pt x="679602" y="618871"/>
                  </a:lnTo>
                  <a:lnTo>
                    <a:pt x="721588" y="644626"/>
                  </a:lnTo>
                  <a:lnTo>
                    <a:pt x="775487" y="668210"/>
                  </a:lnTo>
                  <a:lnTo>
                    <a:pt x="829157" y="687501"/>
                  </a:lnTo>
                  <a:lnTo>
                    <a:pt x="881773" y="703440"/>
                  </a:lnTo>
                  <a:lnTo>
                    <a:pt x="932522" y="716953"/>
                  </a:lnTo>
                  <a:lnTo>
                    <a:pt x="1025131" y="740435"/>
                  </a:lnTo>
                  <a:lnTo>
                    <a:pt x="1065352" y="752271"/>
                  </a:lnTo>
                  <a:lnTo>
                    <a:pt x="1129538" y="780821"/>
                  </a:lnTo>
                  <a:lnTo>
                    <a:pt x="1166558" y="822058"/>
                  </a:lnTo>
                  <a:lnTo>
                    <a:pt x="1172845" y="849782"/>
                  </a:lnTo>
                  <a:lnTo>
                    <a:pt x="1169873" y="883488"/>
                  </a:lnTo>
                  <a:lnTo>
                    <a:pt x="1150251" y="925880"/>
                  </a:lnTo>
                  <a:lnTo>
                    <a:pt x="1115136" y="958862"/>
                  </a:lnTo>
                  <a:lnTo>
                    <a:pt x="1070140" y="982408"/>
                  </a:lnTo>
                  <a:lnTo>
                    <a:pt x="1020876" y="996530"/>
                  </a:lnTo>
                  <a:lnTo>
                    <a:pt x="972985" y="1001242"/>
                  </a:lnTo>
                  <a:lnTo>
                    <a:pt x="918387" y="996238"/>
                  </a:lnTo>
                  <a:lnTo>
                    <a:pt x="873213" y="981430"/>
                  </a:lnTo>
                  <a:lnTo>
                    <a:pt x="838695" y="957072"/>
                  </a:lnTo>
                  <a:lnTo>
                    <a:pt x="816089" y="923455"/>
                  </a:lnTo>
                  <a:lnTo>
                    <a:pt x="806640" y="880833"/>
                  </a:lnTo>
                  <a:lnTo>
                    <a:pt x="811580" y="829500"/>
                  </a:lnTo>
                  <a:lnTo>
                    <a:pt x="484365" y="829500"/>
                  </a:lnTo>
                  <a:lnTo>
                    <a:pt x="476148" y="883615"/>
                  </a:lnTo>
                  <a:lnTo>
                    <a:pt x="473621" y="932954"/>
                  </a:lnTo>
                  <a:lnTo>
                    <a:pt x="476516" y="977696"/>
                  </a:lnTo>
                  <a:lnTo>
                    <a:pt x="484517" y="1018032"/>
                  </a:lnTo>
                  <a:lnTo>
                    <a:pt x="497332" y="1054163"/>
                  </a:lnTo>
                  <a:lnTo>
                    <a:pt x="536282" y="1114577"/>
                  </a:lnTo>
                  <a:lnTo>
                    <a:pt x="591019" y="1160513"/>
                  </a:lnTo>
                  <a:lnTo>
                    <a:pt x="659218" y="1193520"/>
                  </a:lnTo>
                  <a:lnTo>
                    <a:pt x="697623" y="1205674"/>
                  </a:lnTo>
                  <a:lnTo>
                    <a:pt x="738530" y="1215174"/>
                  </a:lnTo>
                  <a:lnTo>
                    <a:pt x="781634" y="1222222"/>
                  </a:lnTo>
                  <a:lnTo>
                    <a:pt x="826643" y="1227010"/>
                  </a:lnTo>
                  <a:lnTo>
                    <a:pt x="873277" y="1229741"/>
                  </a:lnTo>
                  <a:lnTo>
                    <a:pt x="921219" y="1230617"/>
                  </a:lnTo>
                  <a:lnTo>
                    <a:pt x="972362" y="1229220"/>
                  </a:lnTo>
                  <a:lnTo>
                    <a:pt x="1023124" y="1225054"/>
                  </a:lnTo>
                  <a:lnTo>
                    <a:pt x="1073188" y="1218069"/>
                  </a:lnTo>
                  <a:lnTo>
                    <a:pt x="1122248" y="1208278"/>
                  </a:lnTo>
                  <a:lnTo>
                    <a:pt x="1169987" y="1195628"/>
                  </a:lnTo>
                  <a:lnTo>
                    <a:pt x="1216088" y="1180134"/>
                  </a:lnTo>
                  <a:lnTo>
                    <a:pt x="1260233" y="1161757"/>
                  </a:lnTo>
                  <a:lnTo>
                    <a:pt x="1302118" y="1140472"/>
                  </a:lnTo>
                  <a:lnTo>
                    <a:pt x="1341412" y="1116291"/>
                  </a:lnTo>
                  <a:lnTo>
                    <a:pt x="1377810" y="1089164"/>
                  </a:lnTo>
                  <a:lnTo>
                    <a:pt x="1411008" y="1059091"/>
                  </a:lnTo>
                  <a:lnTo>
                    <a:pt x="1440675" y="1026045"/>
                  </a:lnTo>
                  <a:lnTo>
                    <a:pt x="1458455" y="1001242"/>
                  </a:lnTo>
                  <a:lnTo>
                    <a:pt x="1466494" y="990028"/>
                  </a:lnTo>
                  <a:lnTo>
                    <a:pt x="1488173" y="950988"/>
                  </a:lnTo>
                  <a:lnTo>
                    <a:pt x="1505369" y="908926"/>
                  </a:lnTo>
                  <a:lnTo>
                    <a:pt x="1517789" y="863828"/>
                  </a:lnTo>
                  <a:lnTo>
                    <a:pt x="1526463" y="807440"/>
                  </a:lnTo>
                  <a:lnTo>
                    <a:pt x="1527556" y="757580"/>
                  </a:lnTo>
                  <a:lnTo>
                    <a:pt x="1521739" y="713778"/>
                  </a:lnTo>
                  <a:lnTo>
                    <a:pt x="1509649" y="675538"/>
                  </a:lnTo>
                  <a:lnTo>
                    <a:pt x="1469301" y="613803"/>
                  </a:lnTo>
                  <a:lnTo>
                    <a:pt x="1411757" y="568528"/>
                  </a:lnTo>
                  <a:lnTo>
                    <a:pt x="1342263" y="535825"/>
                  </a:lnTo>
                  <a:lnTo>
                    <a:pt x="1304671" y="522973"/>
                  </a:lnTo>
                  <a:lnTo>
                    <a:pt x="1266063" y="511822"/>
                  </a:lnTo>
                  <a:lnTo>
                    <a:pt x="1227086" y="501878"/>
                  </a:lnTo>
                  <a:lnTo>
                    <a:pt x="1150658" y="483654"/>
                  </a:lnTo>
                  <a:lnTo>
                    <a:pt x="1114513" y="474421"/>
                  </a:lnTo>
                  <a:lnTo>
                    <a:pt x="1064463" y="459676"/>
                  </a:lnTo>
                  <a:lnTo>
                    <a:pt x="1016800" y="441147"/>
                  </a:lnTo>
                  <a:lnTo>
                    <a:pt x="977925" y="416255"/>
                  </a:lnTo>
                  <a:lnTo>
                    <a:pt x="954265" y="382409"/>
                  </a:lnTo>
                  <a:lnTo>
                    <a:pt x="952258" y="337007"/>
                  </a:lnTo>
                  <a:lnTo>
                    <a:pt x="972540" y="295287"/>
                  </a:lnTo>
                  <a:lnTo>
                    <a:pt x="1010564" y="260934"/>
                  </a:lnTo>
                  <a:lnTo>
                    <a:pt x="1060335" y="237629"/>
                  </a:lnTo>
                  <a:lnTo>
                    <a:pt x="1115885" y="229044"/>
                  </a:lnTo>
                  <a:lnTo>
                    <a:pt x="1154633" y="231470"/>
                  </a:lnTo>
                  <a:lnTo>
                    <a:pt x="1213764" y="250469"/>
                  </a:lnTo>
                  <a:lnTo>
                    <a:pt x="1248956" y="286981"/>
                  </a:lnTo>
                  <a:lnTo>
                    <a:pt x="1259357" y="339166"/>
                  </a:lnTo>
                  <a:lnTo>
                    <a:pt x="1254417" y="371386"/>
                  </a:lnTo>
                  <a:lnTo>
                    <a:pt x="1581594" y="371386"/>
                  </a:lnTo>
                  <a:lnTo>
                    <a:pt x="1593507" y="317055"/>
                  </a:lnTo>
                  <a:lnTo>
                    <a:pt x="1597647" y="267804"/>
                  </a:lnTo>
                  <a:close/>
                </a:path>
                <a:path w="6492240" h="1230629">
                  <a:moveTo>
                    <a:pt x="2779204" y="24511"/>
                  </a:moveTo>
                  <a:lnTo>
                    <a:pt x="1879384" y="24511"/>
                  </a:lnTo>
                  <a:lnTo>
                    <a:pt x="1628279" y="1205801"/>
                  </a:lnTo>
                  <a:lnTo>
                    <a:pt x="2528112" y="1205801"/>
                  </a:lnTo>
                  <a:lnTo>
                    <a:pt x="2576906" y="976693"/>
                  </a:lnTo>
                  <a:lnTo>
                    <a:pt x="2004250" y="976693"/>
                  </a:lnTo>
                  <a:lnTo>
                    <a:pt x="2057425" y="726376"/>
                  </a:lnTo>
                  <a:lnTo>
                    <a:pt x="2584246" y="726376"/>
                  </a:lnTo>
                  <a:lnTo>
                    <a:pt x="2632786" y="497420"/>
                  </a:lnTo>
                  <a:lnTo>
                    <a:pt x="2105964" y="497420"/>
                  </a:lnTo>
                  <a:lnTo>
                    <a:pt x="2157768" y="253555"/>
                  </a:lnTo>
                  <a:lnTo>
                    <a:pt x="2730411" y="253555"/>
                  </a:lnTo>
                  <a:lnTo>
                    <a:pt x="2779204" y="24511"/>
                  </a:lnTo>
                  <a:close/>
                </a:path>
                <a:path w="6492240" h="1230629">
                  <a:moveTo>
                    <a:pt x="4115854" y="24511"/>
                  </a:moveTo>
                  <a:lnTo>
                    <a:pt x="3821379" y="24511"/>
                  </a:lnTo>
                  <a:lnTo>
                    <a:pt x="3634879" y="901433"/>
                  </a:lnTo>
                  <a:lnTo>
                    <a:pt x="3631057" y="904773"/>
                  </a:lnTo>
                  <a:lnTo>
                    <a:pt x="3487813" y="301078"/>
                  </a:lnTo>
                  <a:lnTo>
                    <a:pt x="3422192" y="24511"/>
                  </a:lnTo>
                  <a:lnTo>
                    <a:pt x="2964078" y="24511"/>
                  </a:lnTo>
                  <a:lnTo>
                    <a:pt x="2712948" y="1205801"/>
                  </a:lnTo>
                  <a:lnTo>
                    <a:pt x="3007461" y="1205801"/>
                  </a:lnTo>
                  <a:lnTo>
                    <a:pt x="3199714" y="301078"/>
                  </a:lnTo>
                  <a:lnTo>
                    <a:pt x="3202978" y="301078"/>
                  </a:lnTo>
                  <a:lnTo>
                    <a:pt x="3411550" y="1205801"/>
                  </a:lnTo>
                  <a:lnTo>
                    <a:pt x="3864762" y="1205801"/>
                  </a:lnTo>
                  <a:lnTo>
                    <a:pt x="3928745" y="904773"/>
                  </a:lnTo>
                  <a:lnTo>
                    <a:pt x="4115854" y="24511"/>
                  </a:lnTo>
                  <a:close/>
                </a:path>
                <a:path w="6492240" h="1230629">
                  <a:moveTo>
                    <a:pt x="5317591" y="1205801"/>
                  </a:moveTo>
                  <a:lnTo>
                    <a:pt x="5275567" y="975106"/>
                  </a:lnTo>
                  <a:lnTo>
                    <a:pt x="5233860" y="746061"/>
                  </a:lnTo>
                  <a:lnTo>
                    <a:pt x="5144465" y="255181"/>
                  </a:lnTo>
                  <a:lnTo>
                    <a:pt x="5102453" y="24511"/>
                  </a:lnTo>
                  <a:lnTo>
                    <a:pt x="4886769" y="24511"/>
                  </a:lnTo>
                  <a:lnTo>
                    <a:pt x="4886769" y="746061"/>
                  </a:lnTo>
                  <a:lnTo>
                    <a:pt x="4571009" y="746061"/>
                  </a:lnTo>
                  <a:lnTo>
                    <a:pt x="4835753" y="255181"/>
                  </a:lnTo>
                  <a:lnTo>
                    <a:pt x="4840643" y="255181"/>
                  </a:lnTo>
                  <a:lnTo>
                    <a:pt x="4886769" y="746061"/>
                  </a:lnTo>
                  <a:lnTo>
                    <a:pt x="4886769" y="24511"/>
                  </a:lnTo>
                  <a:lnTo>
                    <a:pt x="4703229" y="24511"/>
                  </a:lnTo>
                  <a:lnTo>
                    <a:pt x="3985780" y="1205801"/>
                  </a:lnTo>
                  <a:lnTo>
                    <a:pt x="4313047" y="1205801"/>
                  </a:lnTo>
                  <a:lnTo>
                    <a:pt x="4439005" y="975106"/>
                  </a:lnTo>
                  <a:lnTo>
                    <a:pt x="4918392" y="975106"/>
                  </a:lnTo>
                  <a:lnTo>
                    <a:pt x="4947831" y="1205801"/>
                  </a:lnTo>
                  <a:lnTo>
                    <a:pt x="5317591" y="1205801"/>
                  </a:lnTo>
                  <a:close/>
                </a:path>
                <a:path w="6492240" h="1230629">
                  <a:moveTo>
                    <a:pt x="6020232" y="24511"/>
                  </a:moveTo>
                  <a:lnTo>
                    <a:pt x="5693041" y="24511"/>
                  </a:lnTo>
                  <a:lnTo>
                    <a:pt x="5441874" y="1205801"/>
                  </a:lnTo>
                  <a:lnTo>
                    <a:pt x="5769140" y="1205801"/>
                  </a:lnTo>
                  <a:lnTo>
                    <a:pt x="6020232" y="24511"/>
                  </a:lnTo>
                  <a:close/>
                </a:path>
                <a:path w="6492240" h="1230629">
                  <a:moveTo>
                    <a:pt x="6491808" y="1161948"/>
                  </a:moveTo>
                  <a:lnTo>
                    <a:pt x="6143117" y="1161948"/>
                  </a:lnTo>
                  <a:lnTo>
                    <a:pt x="6143117" y="1205585"/>
                  </a:lnTo>
                  <a:lnTo>
                    <a:pt x="6491808" y="1205585"/>
                  </a:lnTo>
                  <a:lnTo>
                    <a:pt x="6491808" y="1161948"/>
                  </a:lnTo>
                  <a:close/>
                </a:path>
                <a:path w="6492240" h="1230629">
                  <a:moveTo>
                    <a:pt x="6491808" y="882891"/>
                  </a:moveTo>
                  <a:lnTo>
                    <a:pt x="6143117" y="882891"/>
                  </a:lnTo>
                  <a:lnTo>
                    <a:pt x="6143117" y="926490"/>
                  </a:lnTo>
                  <a:lnTo>
                    <a:pt x="6491808" y="926490"/>
                  </a:lnTo>
                  <a:lnTo>
                    <a:pt x="6491808" y="882891"/>
                  </a:lnTo>
                  <a:close/>
                </a:path>
                <a:path w="6492240" h="1230629">
                  <a:moveTo>
                    <a:pt x="6491808" y="593369"/>
                  </a:moveTo>
                  <a:lnTo>
                    <a:pt x="6143117" y="593369"/>
                  </a:lnTo>
                  <a:lnTo>
                    <a:pt x="6143117" y="636981"/>
                  </a:lnTo>
                  <a:lnTo>
                    <a:pt x="6491808" y="636981"/>
                  </a:lnTo>
                  <a:lnTo>
                    <a:pt x="6491808" y="593369"/>
                  </a:lnTo>
                  <a:close/>
                </a:path>
                <a:path w="6492240" h="1230629">
                  <a:moveTo>
                    <a:pt x="6491808" y="307733"/>
                  </a:moveTo>
                  <a:lnTo>
                    <a:pt x="6143117" y="307733"/>
                  </a:lnTo>
                  <a:lnTo>
                    <a:pt x="6143117" y="351409"/>
                  </a:lnTo>
                  <a:lnTo>
                    <a:pt x="6491808" y="351409"/>
                  </a:lnTo>
                  <a:lnTo>
                    <a:pt x="6491808" y="307733"/>
                  </a:lnTo>
                  <a:close/>
                </a:path>
                <a:path w="6492240" h="1230629">
                  <a:moveTo>
                    <a:pt x="6491808" y="29514"/>
                  </a:moveTo>
                  <a:lnTo>
                    <a:pt x="6143117" y="29514"/>
                  </a:lnTo>
                  <a:lnTo>
                    <a:pt x="6143117" y="73126"/>
                  </a:lnTo>
                  <a:lnTo>
                    <a:pt x="6491808" y="73126"/>
                  </a:lnTo>
                  <a:lnTo>
                    <a:pt x="6491808" y="2951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11151492"/>
              <a:ext cx="20104100" cy="157480"/>
            </a:xfrm>
            <a:custGeom>
              <a:avLst/>
              <a:gdLst/>
              <a:ahLst/>
              <a:cxnLst/>
              <a:rect l="l" t="t" r="r" b="b"/>
              <a:pathLst>
                <a:path w="20104100" h="157479">
                  <a:moveTo>
                    <a:pt x="20104099" y="0"/>
                  </a:moveTo>
                  <a:lnTo>
                    <a:pt x="0" y="0"/>
                  </a:lnTo>
                  <a:lnTo>
                    <a:pt x="0" y="157063"/>
                  </a:lnTo>
                  <a:lnTo>
                    <a:pt x="20104099" y="157063"/>
                  </a:lnTo>
                  <a:lnTo>
                    <a:pt x="20104099" y="0"/>
                  </a:lnTo>
                  <a:close/>
                </a:path>
              </a:pathLst>
            </a:custGeom>
            <a:solidFill>
              <a:srgbClr val="C127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5364003" y="9319087"/>
            <a:ext cx="3693160" cy="942975"/>
            <a:chOff x="15364003" y="9319087"/>
            <a:chExt cx="3693160" cy="942975"/>
          </a:xfrm>
        </p:grpSpPr>
        <p:sp>
          <p:nvSpPr>
            <p:cNvPr id="3" name="object 3"/>
            <p:cNvSpPr/>
            <p:nvPr/>
          </p:nvSpPr>
          <p:spPr>
            <a:xfrm>
              <a:off x="15364066" y="9319087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5364003" y="9439611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4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4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4">
                  <a:moveTo>
                    <a:pt x="198348" y="337553"/>
                  </a:moveTo>
                  <a:lnTo>
                    <a:pt x="0" y="337553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53"/>
                  </a:lnTo>
                  <a:close/>
                </a:path>
                <a:path w="3693159" h="700404">
                  <a:moveTo>
                    <a:pt x="198348" y="175056"/>
                  </a:moveTo>
                  <a:lnTo>
                    <a:pt x="0" y="175056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56"/>
                  </a:lnTo>
                  <a:close/>
                </a:path>
                <a:path w="3693159" h="700404">
                  <a:moveTo>
                    <a:pt x="198348" y="16802"/>
                  </a:moveTo>
                  <a:lnTo>
                    <a:pt x="0" y="16802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802"/>
                  </a:lnTo>
                  <a:close/>
                </a:path>
                <a:path w="3693159" h="700404">
                  <a:moveTo>
                    <a:pt x="908519" y="161366"/>
                  </a:moveTo>
                  <a:lnTo>
                    <a:pt x="906360" y="130302"/>
                  </a:lnTo>
                  <a:lnTo>
                    <a:pt x="905611" y="119291"/>
                  </a:lnTo>
                  <a:lnTo>
                    <a:pt x="892365" y="84518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17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19"/>
                  </a:lnTo>
                  <a:lnTo>
                    <a:pt x="452539" y="52793"/>
                  </a:lnTo>
                  <a:lnTo>
                    <a:pt x="416775" y="79565"/>
                  </a:lnTo>
                  <a:lnTo>
                    <a:pt x="386105" y="113106"/>
                  </a:lnTo>
                  <a:lnTo>
                    <a:pt x="361505" y="154025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47"/>
                  </a:lnTo>
                  <a:lnTo>
                    <a:pt x="410464" y="366712"/>
                  </a:lnTo>
                  <a:lnTo>
                    <a:pt x="460248" y="387235"/>
                  </a:lnTo>
                  <a:lnTo>
                    <a:pt x="508927" y="402196"/>
                  </a:lnTo>
                  <a:lnTo>
                    <a:pt x="594918" y="424522"/>
                  </a:lnTo>
                  <a:lnTo>
                    <a:pt x="628230" y="436435"/>
                  </a:lnTo>
                  <a:lnTo>
                    <a:pt x="652437" y="451904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901"/>
                  </a:lnTo>
                  <a:lnTo>
                    <a:pt x="622058" y="552831"/>
                  </a:lnTo>
                  <a:lnTo>
                    <a:pt x="587781" y="565391"/>
                  </a:lnTo>
                  <a:lnTo>
                    <a:pt x="553491" y="569569"/>
                  </a:lnTo>
                  <a:lnTo>
                    <a:pt x="508863" y="563206"/>
                  </a:lnTo>
                  <a:lnTo>
                    <a:pt x="477088" y="544449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101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31"/>
                  </a:lnTo>
                  <a:lnTo>
                    <a:pt x="425462" y="692277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89"/>
                  </a:lnTo>
                  <a:lnTo>
                    <a:pt x="829360" y="569569"/>
                  </a:lnTo>
                  <a:lnTo>
                    <a:pt x="848944" y="535825"/>
                  </a:lnTo>
                  <a:lnTo>
                    <a:pt x="863396" y="491413"/>
                  </a:lnTo>
                  <a:lnTo>
                    <a:pt x="869175" y="436968"/>
                  </a:lnTo>
                  <a:lnTo>
                    <a:pt x="862241" y="393585"/>
                  </a:lnTo>
                  <a:lnTo>
                    <a:pt x="844702" y="359727"/>
                  </a:lnTo>
                  <a:lnTo>
                    <a:pt x="786168" y="314401"/>
                  </a:lnTo>
                  <a:lnTo>
                    <a:pt x="749376" y="299821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18"/>
                  </a:lnTo>
                  <a:lnTo>
                    <a:pt x="566496" y="244424"/>
                  </a:lnTo>
                  <a:lnTo>
                    <a:pt x="545185" y="222923"/>
                  </a:lnTo>
                  <a:lnTo>
                    <a:pt x="541693" y="191719"/>
                  </a:lnTo>
                  <a:lnTo>
                    <a:pt x="553224" y="167982"/>
                  </a:lnTo>
                  <a:lnTo>
                    <a:pt x="574852" y="148437"/>
                  </a:lnTo>
                  <a:lnTo>
                    <a:pt x="603161" y="135178"/>
                  </a:lnTo>
                  <a:lnTo>
                    <a:pt x="634758" y="130302"/>
                  </a:lnTo>
                  <a:lnTo>
                    <a:pt x="656818" y="131686"/>
                  </a:lnTo>
                  <a:lnTo>
                    <a:pt x="701903" y="151726"/>
                  </a:lnTo>
                  <a:lnTo>
                    <a:pt x="716381" y="192938"/>
                  </a:lnTo>
                  <a:lnTo>
                    <a:pt x="713574" y="211264"/>
                  </a:lnTo>
                  <a:lnTo>
                    <a:pt x="899693" y="211264"/>
                  </a:lnTo>
                  <a:lnTo>
                    <a:pt x="908519" y="161366"/>
                  </a:lnTo>
                  <a:close/>
                </a:path>
                <a:path w="3693159" h="700404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39"/>
                  </a:lnTo>
                  <a:lnTo>
                    <a:pt x="1438135" y="685939"/>
                  </a:lnTo>
                  <a:lnTo>
                    <a:pt x="1465884" y="555612"/>
                  </a:lnTo>
                  <a:lnTo>
                    <a:pt x="1140129" y="555612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68"/>
                  </a:lnTo>
                  <a:lnTo>
                    <a:pt x="1197978" y="282968"/>
                  </a:lnTo>
                  <a:lnTo>
                    <a:pt x="1227455" y="144246"/>
                  </a:lnTo>
                  <a:lnTo>
                    <a:pt x="1553210" y="144246"/>
                  </a:lnTo>
                  <a:lnTo>
                    <a:pt x="1580972" y="13944"/>
                  </a:lnTo>
                  <a:close/>
                </a:path>
                <a:path w="3693159" h="700404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87"/>
                  </a:lnTo>
                  <a:lnTo>
                    <a:pt x="2065553" y="514692"/>
                  </a:lnTo>
                  <a:lnTo>
                    <a:pt x="1984070" y="171284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39"/>
                  </a:lnTo>
                  <a:lnTo>
                    <a:pt x="1710817" y="685939"/>
                  </a:lnTo>
                  <a:lnTo>
                    <a:pt x="1820189" y="171284"/>
                  </a:lnTo>
                  <a:lnTo>
                    <a:pt x="1822030" y="171284"/>
                  </a:lnTo>
                  <a:lnTo>
                    <a:pt x="1940687" y="685939"/>
                  </a:lnTo>
                  <a:lnTo>
                    <a:pt x="2198497" y="685939"/>
                  </a:lnTo>
                  <a:lnTo>
                    <a:pt x="2234895" y="514692"/>
                  </a:lnTo>
                  <a:lnTo>
                    <a:pt x="2341346" y="13944"/>
                  </a:lnTo>
                  <a:close/>
                </a:path>
                <a:path w="3693159" h="700404">
                  <a:moveTo>
                    <a:pt x="3024949" y="685939"/>
                  </a:moveTo>
                  <a:lnTo>
                    <a:pt x="3001048" y="554697"/>
                  </a:lnTo>
                  <a:lnTo>
                    <a:pt x="2977324" y="424408"/>
                  </a:lnTo>
                  <a:lnTo>
                    <a:pt x="2926461" y="145161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408"/>
                  </a:lnTo>
                  <a:lnTo>
                    <a:pt x="2600248" y="424408"/>
                  </a:lnTo>
                  <a:lnTo>
                    <a:pt x="2750858" y="145161"/>
                  </a:lnTo>
                  <a:lnTo>
                    <a:pt x="2753639" y="145161"/>
                  </a:lnTo>
                  <a:lnTo>
                    <a:pt x="2779877" y="424408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39"/>
                  </a:lnTo>
                  <a:lnTo>
                    <a:pt x="2453513" y="685939"/>
                  </a:lnTo>
                  <a:lnTo>
                    <a:pt x="2525153" y="554697"/>
                  </a:lnTo>
                  <a:lnTo>
                    <a:pt x="2797873" y="554697"/>
                  </a:lnTo>
                  <a:lnTo>
                    <a:pt x="2814612" y="685939"/>
                  </a:lnTo>
                  <a:lnTo>
                    <a:pt x="3024949" y="685939"/>
                  </a:lnTo>
                  <a:close/>
                </a:path>
                <a:path w="3693159" h="700404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39"/>
                  </a:lnTo>
                  <a:lnTo>
                    <a:pt x="3281819" y="685939"/>
                  </a:lnTo>
                  <a:lnTo>
                    <a:pt x="3424669" y="13944"/>
                  </a:lnTo>
                  <a:close/>
                </a:path>
                <a:path w="3693159" h="700404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4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4">
                  <a:moveTo>
                    <a:pt x="3692918" y="337553"/>
                  </a:moveTo>
                  <a:lnTo>
                    <a:pt x="3494570" y="337553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53"/>
                  </a:lnTo>
                  <a:close/>
                </a:path>
                <a:path w="3693159" h="700404">
                  <a:moveTo>
                    <a:pt x="3692918" y="175056"/>
                  </a:moveTo>
                  <a:lnTo>
                    <a:pt x="3494570" y="175056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56"/>
                  </a:lnTo>
                  <a:close/>
                </a:path>
                <a:path w="3693159" h="700404">
                  <a:moveTo>
                    <a:pt x="3692918" y="16802"/>
                  </a:moveTo>
                  <a:lnTo>
                    <a:pt x="3494570" y="16802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80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/>
          <p:nvPr/>
        </p:nvSpPr>
        <p:spPr>
          <a:xfrm>
            <a:off x="17957569" y="26177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8219340" y="26177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8481112" y="26177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8742885" y="26177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9004657" y="26177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9266428" y="26177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9528201" y="26177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9789973" y="26177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7957569" y="52354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8219340" y="52354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18481112" y="52354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8742885" y="52354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19004657" y="52354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19266428" y="52354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19528201" y="52354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19789973" y="52354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17957569" y="78531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18219340" y="78531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18481112" y="78531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18742885" y="78531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19004657" y="78531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19266428" y="78531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19528201" y="78531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19789973" y="78531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17957569" y="1047088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18219340" y="1047088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18481112" y="1047088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18742885" y="1047088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19004657" y="1047088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19266428" y="1047088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19528201" y="1047088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19789973" y="1047088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17957569" y="130886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18219340" y="130886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18481112" y="130886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18742885" y="130886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19004657" y="130886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19266428" y="130886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19528201" y="130886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19789973" y="130886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17957569" y="1570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18219340" y="1570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18481112" y="1570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18742885" y="1570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19004657" y="1570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19266428" y="1570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19528201" y="1570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19789973" y="1570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17957569" y="18324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18219340" y="18324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18481112" y="18324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18742885" y="18324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19004657" y="18324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19266428" y="18324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19528201" y="18324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/>
          <p:nvPr/>
        </p:nvSpPr>
        <p:spPr>
          <a:xfrm>
            <a:off x="19789973" y="18324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/>
          <p:cNvSpPr/>
          <p:nvPr/>
        </p:nvSpPr>
        <p:spPr>
          <a:xfrm>
            <a:off x="17957569" y="20941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2"/>
          <p:cNvSpPr/>
          <p:nvPr/>
        </p:nvSpPr>
        <p:spPr>
          <a:xfrm>
            <a:off x="18219340" y="20941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/>
          <p:cNvSpPr/>
          <p:nvPr/>
        </p:nvSpPr>
        <p:spPr>
          <a:xfrm>
            <a:off x="18481112" y="20941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64"/>
          <p:cNvSpPr/>
          <p:nvPr/>
        </p:nvSpPr>
        <p:spPr>
          <a:xfrm>
            <a:off x="18742885" y="20941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5"/>
          <p:cNvSpPr/>
          <p:nvPr/>
        </p:nvSpPr>
        <p:spPr>
          <a:xfrm>
            <a:off x="19004657" y="20941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66"/>
          <p:cNvSpPr/>
          <p:nvPr/>
        </p:nvSpPr>
        <p:spPr>
          <a:xfrm>
            <a:off x="19266428" y="20941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67"/>
          <p:cNvSpPr/>
          <p:nvPr/>
        </p:nvSpPr>
        <p:spPr>
          <a:xfrm>
            <a:off x="19528201" y="20941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object 68"/>
          <p:cNvSpPr/>
          <p:nvPr/>
        </p:nvSpPr>
        <p:spPr>
          <a:xfrm>
            <a:off x="19789973" y="20941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" name="object 72"/>
          <p:cNvSpPr txBox="1">
            <a:spLocks noGrp="1"/>
          </p:cNvSpPr>
          <p:nvPr>
            <p:ph type="title"/>
          </p:nvPr>
        </p:nvSpPr>
        <p:spPr>
          <a:xfrm>
            <a:off x="5175250" y="5055173"/>
            <a:ext cx="8255398" cy="185884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200"/>
              </a:lnSpc>
              <a:spcBef>
                <a:spcPts val="95"/>
              </a:spcBef>
            </a:pPr>
            <a:r>
              <a:rPr lang="pt-BR" sz="6000" b="1" spc="-15" dirty="0">
                <a:solidFill>
                  <a:schemeClr val="bg1"/>
                </a:solidFill>
                <a:latin typeface="Montserrat ExtraBold"/>
                <a:cs typeface="Montserrat ExtraBold"/>
              </a:rPr>
              <a:t>FUNÇÕES E </a:t>
            </a:r>
            <a:br>
              <a:rPr lang="pt-BR" sz="6000" b="1" spc="-15" dirty="0">
                <a:solidFill>
                  <a:schemeClr val="bg1"/>
                </a:solidFill>
                <a:latin typeface="Montserrat ExtraBold"/>
                <a:cs typeface="Montserrat ExtraBold"/>
              </a:rPr>
            </a:br>
            <a:r>
              <a:rPr lang="pt-BR" sz="6000" b="1" spc="-15" dirty="0">
                <a:solidFill>
                  <a:schemeClr val="bg1"/>
                </a:solidFill>
                <a:latin typeface="Montserrat ExtraBold"/>
                <a:cs typeface="Montserrat ExtraBold"/>
              </a:rPr>
              <a:t>PROCEDIMENTOS</a:t>
            </a:r>
            <a:endParaRPr sz="6000" dirty="0">
              <a:solidFill>
                <a:schemeClr val="bg1"/>
              </a:solidFill>
              <a:latin typeface="Montserrat ExtraBold"/>
              <a:cs typeface="Montserrat ExtraBold"/>
            </a:endParaRPr>
          </a:p>
        </p:txBody>
      </p:sp>
      <p:sp>
        <p:nvSpPr>
          <p:cNvPr id="73" name="object 73"/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Imagem 59">
            <a:extLst>
              <a:ext uri="{FF2B5EF4-FFF2-40B4-BE49-F238E27FC236}">
                <a16:creationId xmlns:a16="http://schemas.microsoft.com/office/drawing/2014/main" id="{990F9444-BAA4-FA4B-4C06-56E0A72CFE4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PaintStrokes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158750" y="-14278"/>
            <a:ext cx="10593278" cy="11307753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11153377" y="3603879"/>
            <a:ext cx="7903845" cy="4264418"/>
            <a:chOff x="11153377" y="3603879"/>
            <a:chExt cx="7903845" cy="4264418"/>
          </a:xfrm>
        </p:grpSpPr>
        <p:sp>
          <p:nvSpPr>
            <p:cNvPr id="5" name="object 5"/>
            <p:cNvSpPr/>
            <p:nvPr/>
          </p:nvSpPr>
          <p:spPr>
            <a:xfrm>
              <a:off x="11153377" y="3603879"/>
              <a:ext cx="7903845" cy="1870710"/>
            </a:xfrm>
            <a:custGeom>
              <a:avLst/>
              <a:gdLst/>
              <a:ahLst/>
              <a:cxnLst/>
              <a:rect l="l" t="t" r="r" b="b"/>
              <a:pathLst>
                <a:path w="7903844" h="1870710">
                  <a:moveTo>
                    <a:pt x="7903633" y="0"/>
                  </a:moveTo>
                  <a:lnTo>
                    <a:pt x="0" y="0"/>
                  </a:lnTo>
                  <a:lnTo>
                    <a:pt x="0" y="1870162"/>
                  </a:lnTo>
                  <a:lnTo>
                    <a:pt x="7903633" y="1870162"/>
                  </a:lnTo>
                  <a:lnTo>
                    <a:pt x="790363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1153377" y="5997587"/>
              <a:ext cx="7903845" cy="1870710"/>
            </a:xfrm>
            <a:custGeom>
              <a:avLst/>
              <a:gdLst/>
              <a:ahLst/>
              <a:cxnLst/>
              <a:rect l="l" t="t" r="r" b="b"/>
              <a:pathLst>
                <a:path w="7903844" h="1870709">
                  <a:moveTo>
                    <a:pt x="7903633" y="0"/>
                  </a:moveTo>
                  <a:lnTo>
                    <a:pt x="0" y="0"/>
                  </a:lnTo>
                  <a:lnTo>
                    <a:pt x="0" y="1870162"/>
                  </a:lnTo>
                  <a:lnTo>
                    <a:pt x="7903633" y="1870162"/>
                  </a:lnTo>
                  <a:lnTo>
                    <a:pt x="790363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/>
          <p:nvPr/>
        </p:nvSpPr>
        <p:spPr>
          <a:xfrm>
            <a:off x="18481112" y="26177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00000"/>
          </a:solidFill>
          <a:ln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8742885" y="26177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00000"/>
          </a:solidFill>
          <a:ln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9004657" y="26177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00000"/>
          </a:solidFill>
          <a:ln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9266428" y="26177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00000"/>
          </a:solidFill>
          <a:ln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9528201" y="26177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00000"/>
          </a:solidFill>
          <a:ln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19789973" y="26177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00000"/>
          </a:solidFill>
          <a:ln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8481112" y="52354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00000"/>
          </a:solidFill>
          <a:ln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18742885" y="52354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00000"/>
          </a:solidFill>
          <a:ln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19004657" y="52354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00000"/>
          </a:solidFill>
          <a:ln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19266428" y="52354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00000"/>
          </a:solidFill>
          <a:ln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19528201" y="52354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00000"/>
          </a:solidFill>
          <a:ln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19789973" y="52354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00000"/>
          </a:solidFill>
          <a:ln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18481112" y="78531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00000"/>
          </a:solidFill>
          <a:ln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18742885" y="78531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00000"/>
          </a:solidFill>
          <a:ln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19004657" y="78531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00000"/>
          </a:solidFill>
          <a:ln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19266428" y="78531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00000"/>
          </a:solidFill>
          <a:ln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19528201" y="78531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00000"/>
          </a:solidFill>
          <a:ln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19789973" y="78531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00000"/>
          </a:solidFill>
          <a:ln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18481112" y="1047088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00000"/>
          </a:solidFill>
          <a:ln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18742885" y="1047088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00000"/>
          </a:solidFill>
          <a:ln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19004657" y="1047088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00000"/>
          </a:solidFill>
          <a:ln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19266428" y="1047088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00000"/>
          </a:solidFill>
          <a:ln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19528201" y="1047088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00000"/>
          </a:solidFill>
          <a:ln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19789973" y="1047088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00000"/>
          </a:solidFill>
          <a:ln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18481112" y="130886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00000"/>
          </a:solidFill>
          <a:ln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18742885" y="130886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00000"/>
          </a:solidFill>
          <a:ln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19004657" y="130886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00000"/>
          </a:solidFill>
          <a:ln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19266428" y="130886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00000"/>
          </a:solidFill>
          <a:ln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19528201" y="130886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00000"/>
          </a:solidFill>
          <a:ln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19789973" y="130886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00000"/>
          </a:solidFill>
          <a:ln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18481112" y="1570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00000"/>
          </a:solidFill>
          <a:ln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18742885" y="1570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00000"/>
          </a:solidFill>
          <a:ln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19004657" y="1570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00000"/>
          </a:solidFill>
          <a:ln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19266428" y="1570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00000"/>
          </a:solidFill>
          <a:ln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19528201" y="1570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00000"/>
          </a:solidFill>
          <a:ln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19789973" y="1570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00000"/>
          </a:solidFill>
          <a:ln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6" name="object 46"/>
          <p:cNvGrpSpPr/>
          <p:nvPr/>
        </p:nvGrpSpPr>
        <p:grpSpPr>
          <a:xfrm>
            <a:off x="0" y="156818"/>
            <a:ext cx="20104100" cy="11152154"/>
            <a:chOff x="0" y="156818"/>
            <a:chExt cx="20104100" cy="11152154"/>
          </a:xfrm>
        </p:grpSpPr>
        <p:sp>
          <p:nvSpPr>
            <p:cNvPr id="48" name="object 48"/>
            <p:cNvSpPr/>
            <p:nvPr/>
          </p:nvSpPr>
          <p:spPr>
            <a:xfrm>
              <a:off x="6608801" y="15681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60" h="942975">
                  <a:moveTo>
                    <a:pt x="2779915" y="545020"/>
                  </a:moveTo>
                  <a:lnTo>
                    <a:pt x="2753652" y="265760"/>
                  </a:lnTo>
                  <a:lnTo>
                    <a:pt x="2750807" y="265760"/>
                  </a:lnTo>
                  <a:lnTo>
                    <a:pt x="2600236" y="545020"/>
                  </a:lnTo>
                  <a:lnTo>
                    <a:pt x="2779915" y="545020"/>
                  </a:lnTo>
                  <a:close/>
                </a:path>
                <a:path w="3693160" h="942975">
                  <a:moveTo>
                    <a:pt x="3692995" y="0"/>
                  </a:moveTo>
                  <a:lnTo>
                    <a:pt x="3424605" y="0"/>
                  </a:lnTo>
                  <a:lnTo>
                    <a:pt x="3424605" y="134556"/>
                  </a:lnTo>
                  <a:lnTo>
                    <a:pt x="3281794" y="806462"/>
                  </a:lnTo>
                  <a:lnTo>
                    <a:pt x="3095612" y="806462"/>
                  </a:lnTo>
                  <a:lnTo>
                    <a:pt x="3238538" y="134556"/>
                  </a:lnTo>
                  <a:lnTo>
                    <a:pt x="3424605" y="134556"/>
                  </a:lnTo>
                  <a:lnTo>
                    <a:pt x="3424605" y="0"/>
                  </a:lnTo>
                  <a:lnTo>
                    <a:pt x="3024936" y="0"/>
                  </a:lnTo>
                  <a:lnTo>
                    <a:pt x="3024936" y="806462"/>
                  </a:lnTo>
                  <a:lnTo>
                    <a:pt x="2814574" y="806462"/>
                  </a:lnTo>
                  <a:lnTo>
                    <a:pt x="2797822" y="675284"/>
                  </a:lnTo>
                  <a:lnTo>
                    <a:pt x="2525166" y="675284"/>
                  </a:lnTo>
                  <a:lnTo>
                    <a:pt x="2453538" y="806462"/>
                  </a:lnTo>
                  <a:lnTo>
                    <a:pt x="2267369" y="806462"/>
                  </a:lnTo>
                  <a:lnTo>
                    <a:pt x="2675420" y="134556"/>
                  </a:lnTo>
                  <a:lnTo>
                    <a:pt x="2902534" y="134556"/>
                  </a:lnTo>
                  <a:lnTo>
                    <a:pt x="3024936" y="806462"/>
                  </a:lnTo>
                  <a:lnTo>
                    <a:pt x="3024936" y="0"/>
                  </a:lnTo>
                  <a:lnTo>
                    <a:pt x="2341295" y="0"/>
                  </a:lnTo>
                  <a:lnTo>
                    <a:pt x="2341295" y="134556"/>
                  </a:lnTo>
                  <a:lnTo>
                    <a:pt x="2198471" y="806462"/>
                  </a:lnTo>
                  <a:lnTo>
                    <a:pt x="1940674" y="806462"/>
                  </a:lnTo>
                  <a:lnTo>
                    <a:pt x="1822043" y="291833"/>
                  </a:lnTo>
                  <a:lnTo>
                    <a:pt x="1820164" y="291833"/>
                  </a:lnTo>
                  <a:lnTo>
                    <a:pt x="1710842" y="806462"/>
                  </a:lnTo>
                  <a:lnTo>
                    <a:pt x="1543304" y="806462"/>
                  </a:lnTo>
                  <a:lnTo>
                    <a:pt x="1686128" y="134556"/>
                  </a:lnTo>
                  <a:lnTo>
                    <a:pt x="1946744" y="134556"/>
                  </a:lnTo>
                  <a:lnTo>
                    <a:pt x="2065489" y="635266"/>
                  </a:lnTo>
                  <a:lnTo>
                    <a:pt x="2067687" y="633399"/>
                  </a:lnTo>
                  <a:lnTo>
                    <a:pt x="2173757" y="134556"/>
                  </a:lnTo>
                  <a:lnTo>
                    <a:pt x="2341295" y="134556"/>
                  </a:lnTo>
                  <a:lnTo>
                    <a:pt x="2341295" y="0"/>
                  </a:lnTo>
                  <a:lnTo>
                    <a:pt x="1580997" y="0"/>
                  </a:lnTo>
                  <a:lnTo>
                    <a:pt x="1580997" y="134556"/>
                  </a:lnTo>
                  <a:lnTo>
                    <a:pt x="1553146" y="264820"/>
                  </a:lnTo>
                  <a:lnTo>
                    <a:pt x="1227404" y="264820"/>
                  </a:lnTo>
                  <a:lnTo>
                    <a:pt x="1197978" y="403555"/>
                  </a:lnTo>
                  <a:lnTo>
                    <a:pt x="1497660" y="403555"/>
                  </a:lnTo>
                  <a:lnTo>
                    <a:pt x="1470012" y="533819"/>
                  </a:lnTo>
                  <a:lnTo>
                    <a:pt x="1170330" y="533819"/>
                  </a:lnTo>
                  <a:lnTo>
                    <a:pt x="1140079" y="676224"/>
                  </a:lnTo>
                  <a:lnTo>
                    <a:pt x="1465922" y="676224"/>
                  </a:lnTo>
                  <a:lnTo>
                    <a:pt x="1438071" y="806462"/>
                  </a:lnTo>
                  <a:lnTo>
                    <a:pt x="926261" y="806462"/>
                  </a:lnTo>
                  <a:lnTo>
                    <a:pt x="1027150" y="331825"/>
                  </a:lnTo>
                  <a:lnTo>
                    <a:pt x="1069086" y="134556"/>
                  </a:lnTo>
                  <a:lnTo>
                    <a:pt x="1580997" y="134556"/>
                  </a:lnTo>
                  <a:lnTo>
                    <a:pt x="1580997" y="0"/>
                  </a:lnTo>
                  <a:lnTo>
                    <a:pt x="908481" y="0"/>
                  </a:lnTo>
                  <a:lnTo>
                    <a:pt x="908481" y="281914"/>
                  </a:lnTo>
                  <a:lnTo>
                    <a:pt x="899668" y="331825"/>
                  </a:lnTo>
                  <a:lnTo>
                    <a:pt x="713600" y="331825"/>
                  </a:lnTo>
                  <a:lnTo>
                    <a:pt x="716407" y="313486"/>
                  </a:lnTo>
                  <a:lnTo>
                    <a:pt x="715314" y="297522"/>
                  </a:lnTo>
                  <a:lnTo>
                    <a:pt x="690435" y="263029"/>
                  </a:lnTo>
                  <a:lnTo>
                    <a:pt x="634746" y="250888"/>
                  </a:lnTo>
                  <a:lnTo>
                    <a:pt x="603135" y="255765"/>
                  </a:lnTo>
                  <a:lnTo>
                    <a:pt x="574814" y="268998"/>
                  </a:lnTo>
                  <a:lnTo>
                    <a:pt x="553199" y="288531"/>
                  </a:lnTo>
                  <a:lnTo>
                    <a:pt x="541667" y="312254"/>
                  </a:lnTo>
                  <a:lnTo>
                    <a:pt x="545172" y="343458"/>
                  </a:lnTo>
                  <a:lnTo>
                    <a:pt x="566483" y="364985"/>
                  </a:lnTo>
                  <a:lnTo>
                    <a:pt x="598474" y="379704"/>
                  </a:lnTo>
                  <a:lnTo>
                    <a:pt x="634022" y="390474"/>
                  </a:lnTo>
                  <a:lnTo>
                    <a:pt x="710349" y="409155"/>
                  </a:lnTo>
                  <a:lnTo>
                    <a:pt x="749363" y="420395"/>
                  </a:lnTo>
                  <a:lnTo>
                    <a:pt x="786155" y="434962"/>
                  </a:lnTo>
                  <a:lnTo>
                    <a:pt x="844702" y="480275"/>
                  </a:lnTo>
                  <a:lnTo>
                    <a:pt x="862253" y="514121"/>
                  </a:lnTo>
                  <a:lnTo>
                    <a:pt x="869188" y="557479"/>
                  </a:lnTo>
                  <a:lnTo>
                    <a:pt x="863434" y="611924"/>
                  </a:lnTo>
                  <a:lnTo>
                    <a:pt x="848969" y="656336"/>
                  </a:lnTo>
                  <a:lnTo>
                    <a:pt x="826350" y="695312"/>
                  </a:lnTo>
                  <a:lnTo>
                    <a:pt x="796582" y="728903"/>
                  </a:lnTo>
                  <a:lnTo>
                    <a:pt x="760666" y="757161"/>
                  </a:lnTo>
                  <a:lnTo>
                    <a:pt x="719607" y="780161"/>
                  </a:lnTo>
                  <a:lnTo>
                    <a:pt x="674420" y="797941"/>
                  </a:lnTo>
                  <a:lnTo>
                    <a:pt x="626097" y="810577"/>
                  </a:lnTo>
                  <a:lnTo>
                    <a:pt x="575640" y="818121"/>
                  </a:lnTo>
                  <a:lnTo>
                    <a:pt x="524078" y="820610"/>
                  </a:lnTo>
                  <a:lnTo>
                    <a:pt x="473163" y="818794"/>
                  </a:lnTo>
                  <a:lnTo>
                    <a:pt x="425475" y="812838"/>
                  </a:lnTo>
                  <a:lnTo>
                    <a:pt x="382117" y="801992"/>
                  </a:lnTo>
                  <a:lnTo>
                    <a:pt x="344208" y="785520"/>
                  </a:lnTo>
                  <a:lnTo>
                    <a:pt x="312864" y="762660"/>
                  </a:lnTo>
                  <a:lnTo>
                    <a:pt x="289217" y="732675"/>
                  </a:lnTo>
                  <a:lnTo>
                    <a:pt x="274358" y="694804"/>
                  </a:lnTo>
                  <a:lnTo>
                    <a:pt x="269405" y="648309"/>
                  </a:lnTo>
                  <a:lnTo>
                    <a:pt x="275488" y="592455"/>
                  </a:lnTo>
                  <a:lnTo>
                    <a:pt x="461670" y="592455"/>
                  </a:lnTo>
                  <a:lnTo>
                    <a:pt x="460590" y="634403"/>
                  </a:lnTo>
                  <a:lnTo>
                    <a:pt x="477113" y="665022"/>
                  </a:lnTo>
                  <a:lnTo>
                    <a:pt x="508863" y="683780"/>
                  </a:lnTo>
                  <a:lnTo>
                    <a:pt x="553478" y="690143"/>
                  </a:lnTo>
                  <a:lnTo>
                    <a:pt x="587768" y="685965"/>
                  </a:lnTo>
                  <a:lnTo>
                    <a:pt x="622020" y="673404"/>
                  </a:lnTo>
                  <a:lnTo>
                    <a:pt x="649998" y="652462"/>
                  </a:lnTo>
                  <a:lnTo>
                    <a:pt x="665429" y="623125"/>
                  </a:lnTo>
                  <a:lnTo>
                    <a:pt x="665492" y="593737"/>
                  </a:lnTo>
                  <a:lnTo>
                    <a:pt x="664705" y="592455"/>
                  </a:lnTo>
                  <a:lnTo>
                    <a:pt x="652437" y="572452"/>
                  </a:lnTo>
                  <a:lnTo>
                    <a:pt x="628243" y="556996"/>
                  </a:lnTo>
                  <a:lnTo>
                    <a:pt x="594918" y="545071"/>
                  </a:lnTo>
                  <a:lnTo>
                    <a:pt x="508914" y="522744"/>
                  </a:lnTo>
                  <a:lnTo>
                    <a:pt x="460248" y="507771"/>
                  </a:lnTo>
                  <a:lnTo>
                    <a:pt x="410464" y="487222"/>
                  </a:lnTo>
                  <a:lnTo>
                    <a:pt x="371932" y="459282"/>
                  </a:lnTo>
                  <a:lnTo>
                    <a:pt x="348348" y="421398"/>
                  </a:lnTo>
                  <a:lnTo>
                    <a:pt x="339166" y="375475"/>
                  </a:lnTo>
                  <a:lnTo>
                    <a:pt x="343865" y="323443"/>
                  </a:lnTo>
                  <a:lnTo>
                    <a:pt x="361454" y="274574"/>
                  </a:lnTo>
                  <a:lnTo>
                    <a:pt x="386054" y="233654"/>
                  </a:lnTo>
                  <a:lnTo>
                    <a:pt x="416737" y="200101"/>
                  </a:lnTo>
                  <a:lnTo>
                    <a:pt x="452526" y="173329"/>
                  </a:lnTo>
                  <a:lnTo>
                    <a:pt x="492467" y="152742"/>
                  </a:lnTo>
                  <a:lnTo>
                    <a:pt x="535597" y="137756"/>
                  </a:lnTo>
                  <a:lnTo>
                    <a:pt x="580986" y="127787"/>
                  </a:lnTo>
                  <a:lnTo>
                    <a:pt x="627646" y="122237"/>
                  </a:lnTo>
                  <a:lnTo>
                    <a:pt x="674649" y="120523"/>
                  </a:lnTo>
                  <a:lnTo>
                    <a:pt x="720369" y="122428"/>
                  </a:lnTo>
                  <a:lnTo>
                    <a:pt x="764184" y="128524"/>
                  </a:lnTo>
                  <a:lnTo>
                    <a:pt x="804697" y="139306"/>
                  </a:lnTo>
                  <a:lnTo>
                    <a:pt x="840486" y="155308"/>
                  </a:lnTo>
                  <a:lnTo>
                    <a:pt x="892327" y="205041"/>
                  </a:lnTo>
                  <a:lnTo>
                    <a:pt x="908481" y="281914"/>
                  </a:lnTo>
                  <a:lnTo>
                    <a:pt x="908481" y="0"/>
                  </a:lnTo>
                  <a:lnTo>
                    <a:pt x="0" y="0"/>
                  </a:lnTo>
                  <a:lnTo>
                    <a:pt x="0" y="137388"/>
                  </a:lnTo>
                  <a:lnTo>
                    <a:pt x="198323" y="137388"/>
                  </a:lnTo>
                  <a:lnTo>
                    <a:pt x="198323" y="162204"/>
                  </a:lnTo>
                  <a:lnTo>
                    <a:pt x="0" y="162204"/>
                  </a:lnTo>
                  <a:lnTo>
                    <a:pt x="0" y="295605"/>
                  </a:lnTo>
                  <a:lnTo>
                    <a:pt x="198323" y="295605"/>
                  </a:lnTo>
                  <a:lnTo>
                    <a:pt x="198323" y="320408"/>
                  </a:lnTo>
                  <a:lnTo>
                    <a:pt x="0" y="320408"/>
                  </a:lnTo>
                  <a:lnTo>
                    <a:pt x="0" y="458101"/>
                  </a:lnTo>
                  <a:lnTo>
                    <a:pt x="198323" y="458101"/>
                  </a:lnTo>
                  <a:lnTo>
                    <a:pt x="198323" y="482930"/>
                  </a:lnTo>
                  <a:lnTo>
                    <a:pt x="0" y="482930"/>
                  </a:lnTo>
                  <a:lnTo>
                    <a:pt x="0" y="622820"/>
                  </a:lnTo>
                  <a:lnTo>
                    <a:pt x="198323" y="622820"/>
                  </a:lnTo>
                  <a:lnTo>
                    <a:pt x="198323" y="647623"/>
                  </a:lnTo>
                  <a:lnTo>
                    <a:pt x="0" y="647623"/>
                  </a:lnTo>
                  <a:lnTo>
                    <a:pt x="0" y="781545"/>
                  </a:lnTo>
                  <a:lnTo>
                    <a:pt x="198323" y="781545"/>
                  </a:lnTo>
                  <a:lnTo>
                    <a:pt x="198323" y="806361"/>
                  </a:lnTo>
                  <a:lnTo>
                    <a:pt x="0" y="806361"/>
                  </a:lnTo>
                  <a:lnTo>
                    <a:pt x="0" y="942378"/>
                  </a:lnTo>
                  <a:lnTo>
                    <a:pt x="3692995" y="942378"/>
                  </a:lnTo>
                  <a:lnTo>
                    <a:pt x="3692995" y="820610"/>
                  </a:lnTo>
                  <a:lnTo>
                    <a:pt x="3692995" y="806462"/>
                  </a:lnTo>
                  <a:lnTo>
                    <a:pt x="3494557" y="806361"/>
                  </a:lnTo>
                  <a:lnTo>
                    <a:pt x="3494557" y="781545"/>
                  </a:lnTo>
                  <a:lnTo>
                    <a:pt x="3692995" y="781545"/>
                  </a:lnTo>
                  <a:lnTo>
                    <a:pt x="3692995" y="647623"/>
                  </a:lnTo>
                  <a:lnTo>
                    <a:pt x="3494557" y="647623"/>
                  </a:lnTo>
                  <a:lnTo>
                    <a:pt x="3494557" y="622820"/>
                  </a:lnTo>
                  <a:lnTo>
                    <a:pt x="3692995" y="622820"/>
                  </a:lnTo>
                  <a:lnTo>
                    <a:pt x="3692995" y="482930"/>
                  </a:lnTo>
                  <a:lnTo>
                    <a:pt x="3494557" y="482930"/>
                  </a:lnTo>
                  <a:lnTo>
                    <a:pt x="3494557" y="458101"/>
                  </a:lnTo>
                  <a:lnTo>
                    <a:pt x="3692995" y="458101"/>
                  </a:lnTo>
                  <a:lnTo>
                    <a:pt x="3692995" y="320408"/>
                  </a:lnTo>
                  <a:lnTo>
                    <a:pt x="3494557" y="320408"/>
                  </a:lnTo>
                  <a:lnTo>
                    <a:pt x="3494557" y="295605"/>
                  </a:lnTo>
                  <a:lnTo>
                    <a:pt x="3692995" y="295605"/>
                  </a:lnTo>
                  <a:lnTo>
                    <a:pt x="3692995" y="162204"/>
                  </a:lnTo>
                  <a:lnTo>
                    <a:pt x="3494557" y="162204"/>
                  </a:lnTo>
                  <a:lnTo>
                    <a:pt x="3494557" y="137388"/>
                  </a:lnTo>
                  <a:lnTo>
                    <a:pt x="3692995" y="137388"/>
                  </a:lnTo>
                  <a:lnTo>
                    <a:pt x="3692995" y="134556"/>
                  </a:lnTo>
                  <a:lnTo>
                    <a:pt x="3692995" y="120523"/>
                  </a:lnTo>
                  <a:lnTo>
                    <a:pt x="369299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0" y="11151492"/>
              <a:ext cx="20104100" cy="157480"/>
            </a:xfrm>
            <a:custGeom>
              <a:avLst/>
              <a:gdLst/>
              <a:ahLst/>
              <a:cxnLst/>
              <a:rect l="l" t="t" r="r" b="b"/>
              <a:pathLst>
                <a:path w="20104100" h="157479">
                  <a:moveTo>
                    <a:pt x="20104099" y="0"/>
                  </a:moveTo>
                  <a:lnTo>
                    <a:pt x="0" y="0"/>
                  </a:lnTo>
                  <a:lnTo>
                    <a:pt x="0" y="157063"/>
                  </a:lnTo>
                  <a:lnTo>
                    <a:pt x="20104099" y="157063"/>
                  </a:lnTo>
                  <a:lnTo>
                    <a:pt x="20104099" y="0"/>
                  </a:lnTo>
                  <a:close/>
                </a:path>
              </a:pathLst>
            </a:custGeom>
            <a:solidFill>
              <a:srgbClr val="C127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0" name="object 50"/>
          <p:cNvSpPr txBox="1"/>
          <p:nvPr/>
        </p:nvSpPr>
        <p:spPr>
          <a:xfrm>
            <a:off x="11198343" y="3597275"/>
            <a:ext cx="7851280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lang="pt-BR" sz="3600" b="1" spc="-10" dirty="0">
                <a:solidFill>
                  <a:srgbClr val="C1272C"/>
                </a:solidFill>
                <a:latin typeface="Montserrat Light"/>
                <a:cs typeface="Montserrat Light"/>
              </a:rPr>
              <a:t>STORED PROCEDURES</a:t>
            </a:r>
            <a:endParaRPr sz="3600" b="1" dirty="0">
              <a:latin typeface="Montserrat Light"/>
              <a:cs typeface="Montserrat Light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11198343" y="4445603"/>
            <a:ext cx="7851280" cy="751872"/>
          </a:xfrm>
          <a:prstGeom prst="rect">
            <a:avLst/>
          </a:prstGeom>
        </p:spPr>
        <p:txBody>
          <a:bodyPr vert="horz" wrap="square" lIns="0" tIns="24765" rIns="0" bIns="0" rtlCol="0">
            <a:spAutoFit/>
          </a:bodyPr>
          <a:lstStyle/>
          <a:p>
            <a:pPr marR="5080">
              <a:lnSpc>
                <a:spcPts val="2870"/>
              </a:lnSpc>
              <a:spcBef>
                <a:spcPts val="195"/>
              </a:spcBef>
            </a:pPr>
            <a:r>
              <a:rPr lang="pt-BR" sz="2400" spc="-20" dirty="0">
                <a:solidFill>
                  <a:srgbClr val="4D4D4D"/>
                </a:solidFill>
                <a:latin typeface="Montserrat"/>
                <a:cs typeface="Montserrat"/>
              </a:rPr>
              <a:t>Bloco de código SQL executável, pode alterar dados e retornar múltiplos resultados.</a:t>
            </a:r>
          </a:p>
        </p:txBody>
      </p:sp>
      <p:sp>
        <p:nvSpPr>
          <p:cNvPr id="56" name="object 56"/>
          <p:cNvSpPr txBox="1">
            <a:spLocks noGrp="1"/>
          </p:cNvSpPr>
          <p:nvPr>
            <p:ph type="title"/>
          </p:nvPr>
        </p:nvSpPr>
        <p:spPr>
          <a:xfrm>
            <a:off x="11086438" y="797973"/>
            <a:ext cx="6871970" cy="1016945"/>
          </a:xfrm>
          <a:prstGeom prst="rect">
            <a:avLst/>
          </a:prstGeom>
        </p:spPr>
        <p:txBody>
          <a:bodyPr vert="horz" wrap="square" lIns="0" tIns="774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10"/>
              </a:spcBef>
            </a:pPr>
            <a:r>
              <a:rPr lang="pt-BR" b="1" spc="-15" dirty="0">
                <a:latin typeface="Montserrat ExtraBold"/>
                <a:cs typeface="Montserrat ExtraBold"/>
              </a:rPr>
              <a:t>DIFERENÇA</a:t>
            </a:r>
            <a:endParaRPr b="1" dirty="0">
              <a:latin typeface="Montserrat ExtraBold"/>
              <a:cs typeface="Montserrat ExtraBold"/>
            </a:endParaRPr>
          </a:p>
        </p:txBody>
      </p:sp>
      <p:sp>
        <p:nvSpPr>
          <p:cNvPr id="57" name="object 50">
            <a:extLst>
              <a:ext uri="{FF2B5EF4-FFF2-40B4-BE49-F238E27FC236}">
                <a16:creationId xmlns:a16="http://schemas.microsoft.com/office/drawing/2014/main" id="{D63A8DF1-F1E3-0E99-123D-2B5CE7B148CE}"/>
              </a:ext>
            </a:extLst>
          </p:cNvPr>
          <p:cNvSpPr txBox="1"/>
          <p:nvPr/>
        </p:nvSpPr>
        <p:spPr>
          <a:xfrm>
            <a:off x="11198343" y="5975647"/>
            <a:ext cx="7851280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lang="pt-BR" sz="3600" b="1" spc="-10" dirty="0">
                <a:solidFill>
                  <a:srgbClr val="C1272C"/>
                </a:solidFill>
                <a:latin typeface="Montserrat Light"/>
                <a:cs typeface="Montserrat Light"/>
              </a:rPr>
              <a:t>STORED FUNCTIONS</a:t>
            </a:r>
            <a:endParaRPr sz="3600" b="1" dirty="0">
              <a:latin typeface="Montserrat Light"/>
              <a:cs typeface="Montserrat Light"/>
            </a:endParaRPr>
          </a:p>
        </p:txBody>
      </p:sp>
      <p:sp>
        <p:nvSpPr>
          <p:cNvPr id="58" name="object 51">
            <a:extLst>
              <a:ext uri="{FF2B5EF4-FFF2-40B4-BE49-F238E27FC236}">
                <a16:creationId xmlns:a16="http://schemas.microsoft.com/office/drawing/2014/main" id="{3B208E79-ECA2-D094-F0E0-E53C1358FD3F}"/>
              </a:ext>
            </a:extLst>
          </p:cNvPr>
          <p:cNvSpPr txBox="1"/>
          <p:nvPr/>
        </p:nvSpPr>
        <p:spPr>
          <a:xfrm>
            <a:off x="11198343" y="6771069"/>
            <a:ext cx="7851280" cy="751872"/>
          </a:xfrm>
          <a:prstGeom prst="rect">
            <a:avLst/>
          </a:prstGeom>
        </p:spPr>
        <p:txBody>
          <a:bodyPr vert="horz" wrap="square" lIns="0" tIns="24765" rIns="0" bIns="0" rtlCol="0">
            <a:spAutoFit/>
          </a:bodyPr>
          <a:lstStyle/>
          <a:p>
            <a:pPr marR="5080">
              <a:lnSpc>
                <a:spcPts val="2870"/>
              </a:lnSpc>
              <a:spcBef>
                <a:spcPts val="195"/>
              </a:spcBef>
            </a:pPr>
            <a:r>
              <a:rPr lang="pt-BR" sz="2400" spc="-20" dirty="0">
                <a:solidFill>
                  <a:srgbClr val="4D4D4D"/>
                </a:solidFill>
                <a:latin typeface="Montserrat"/>
                <a:cs typeface="Montserrat"/>
              </a:rPr>
              <a:t>Função que retorna um único valor e pode ser usada em </a:t>
            </a:r>
            <a:r>
              <a:rPr lang="pt-BR" sz="2400" spc="-20" dirty="0" err="1">
                <a:solidFill>
                  <a:srgbClr val="4D4D4D"/>
                </a:solidFill>
                <a:latin typeface="Montserrat"/>
                <a:cs typeface="Montserrat"/>
              </a:rPr>
              <a:t>SELECTs</a:t>
            </a:r>
            <a:r>
              <a:rPr lang="pt-BR" sz="2400" spc="-20" dirty="0">
                <a:solidFill>
                  <a:srgbClr val="4D4D4D"/>
                </a:solidFill>
                <a:latin typeface="Montserrat"/>
                <a:cs typeface="Montserrat"/>
              </a:rPr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Imagem 39">
            <a:extLst>
              <a:ext uri="{FF2B5EF4-FFF2-40B4-BE49-F238E27FC236}">
                <a16:creationId xmlns:a16="http://schemas.microsoft.com/office/drawing/2014/main" id="{B9C07F23-129D-0C9C-18F7-97B9301D71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lasticWrap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158750" y="-14278"/>
            <a:ext cx="10593278" cy="11307753"/>
          </a:xfrm>
          <a:prstGeom prst="rect">
            <a:avLst/>
          </a:prstGeom>
        </p:spPr>
      </p:pic>
      <p:pic>
        <p:nvPicPr>
          <p:cNvPr id="2" name="object 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235259" y="0"/>
            <a:ext cx="8408120" cy="493627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17957569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7957569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7957569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8219340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8219340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8219340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8481112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8481112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8481112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8742885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8742885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8742885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19004657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9004657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19004657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19266428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19266428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19266428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19528201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19528201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19528201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19789973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19789973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19789973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7" name="object 27"/>
          <p:cNvGrpSpPr/>
          <p:nvPr/>
        </p:nvGrpSpPr>
        <p:grpSpPr>
          <a:xfrm>
            <a:off x="0" y="4892675"/>
            <a:ext cx="20104100" cy="6416297"/>
            <a:chOff x="0" y="4892675"/>
            <a:chExt cx="20104100" cy="6416297"/>
          </a:xfrm>
        </p:grpSpPr>
        <p:sp>
          <p:nvSpPr>
            <p:cNvPr id="29" name="object 29"/>
            <p:cNvSpPr/>
            <p:nvPr/>
          </p:nvSpPr>
          <p:spPr>
            <a:xfrm>
              <a:off x="9004961" y="4892675"/>
              <a:ext cx="2094230" cy="0"/>
            </a:xfrm>
            <a:custGeom>
              <a:avLst/>
              <a:gdLst/>
              <a:ahLst/>
              <a:cxnLst/>
              <a:rect l="l" t="t" r="r" b="b"/>
              <a:pathLst>
                <a:path w="2094229">
                  <a:moveTo>
                    <a:pt x="0" y="0"/>
                  </a:moveTo>
                  <a:lnTo>
                    <a:pt x="2094177" y="0"/>
                  </a:lnTo>
                </a:path>
              </a:pathLst>
            </a:custGeom>
            <a:ln w="76200">
              <a:solidFill>
                <a:srgbClr val="C1272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0" y="11151492"/>
              <a:ext cx="20104100" cy="157480"/>
            </a:xfrm>
            <a:custGeom>
              <a:avLst/>
              <a:gdLst/>
              <a:ahLst/>
              <a:cxnLst/>
              <a:rect l="l" t="t" r="r" b="b"/>
              <a:pathLst>
                <a:path w="20104100" h="157479">
                  <a:moveTo>
                    <a:pt x="20104099" y="0"/>
                  </a:moveTo>
                  <a:lnTo>
                    <a:pt x="0" y="0"/>
                  </a:lnTo>
                  <a:lnTo>
                    <a:pt x="0" y="157063"/>
                  </a:lnTo>
                  <a:lnTo>
                    <a:pt x="20104099" y="157063"/>
                  </a:lnTo>
                  <a:lnTo>
                    <a:pt x="20104099" y="0"/>
                  </a:lnTo>
                  <a:close/>
                </a:path>
              </a:pathLst>
            </a:custGeom>
            <a:solidFill>
              <a:srgbClr val="C127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2"/>
          <p:cNvSpPr txBox="1"/>
          <p:nvPr/>
        </p:nvSpPr>
        <p:spPr>
          <a:xfrm>
            <a:off x="10787518" y="4868687"/>
            <a:ext cx="9517773" cy="4527521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lang="pt-BR" sz="4000" b="1" spc="15" dirty="0">
                <a:solidFill>
                  <a:srgbClr val="C1272C"/>
                </a:solidFill>
                <a:latin typeface="Montserrat Light"/>
                <a:cs typeface="Montserrat Light"/>
              </a:rPr>
              <a:t>QUANDO USAR</a:t>
            </a:r>
            <a:endParaRPr sz="4000" b="1" dirty="0">
              <a:latin typeface="Montserrat ExtraBold"/>
              <a:cs typeface="Montserrat ExtraBold"/>
            </a:endParaRPr>
          </a:p>
          <a:p>
            <a:pPr marL="355600" marR="5080" indent="-342900">
              <a:lnSpc>
                <a:spcPct val="150000"/>
              </a:lnSpc>
              <a:spcBef>
                <a:spcPts val="2880"/>
              </a:spcBef>
              <a:buFont typeface="Arial" panose="020B0604020202020204" pitchFamily="34" charset="0"/>
              <a:buChar char="•"/>
            </a:pPr>
            <a:r>
              <a:rPr lang="pt-BR" sz="2800" spc="-20" dirty="0">
                <a:solidFill>
                  <a:srgbClr val="4D4D4D"/>
                </a:solidFill>
                <a:latin typeface="Montserrat"/>
                <a:cs typeface="Montserrat"/>
              </a:rPr>
              <a:t>Operações que alteram dados: INSERT, UPDATE, DELETE.</a:t>
            </a:r>
          </a:p>
          <a:p>
            <a:pPr marL="355600" marR="5080" indent="-342900">
              <a:lnSpc>
                <a:spcPts val="2870"/>
              </a:lnSpc>
              <a:spcBef>
                <a:spcPts val="2880"/>
              </a:spcBef>
              <a:buFont typeface="Arial" panose="020B0604020202020204" pitchFamily="34" charset="0"/>
              <a:buChar char="•"/>
            </a:pPr>
            <a:r>
              <a:rPr lang="pt-BR" sz="2800" spc="-20" dirty="0">
                <a:solidFill>
                  <a:srgbClr val="4D4D4D"/>
                </a:solidFill>
                <a:latin typeface="Montserrat"/>
                <a:cs typeface="Montserrat"/>
              </a:rPr>
              <a:t>Lógicas complexas.</a:t>
            </a:r>
          </a:p>
          <a:p>
            <a:pPr marL="355600" marR="5080" indent="-342900">
              <a:lnSpc>
                <a:spcPts val="2870"/>
              </a:lnSpc>
              <a:spcBef>
                <a:spcPts val="2880"/>
              </a:spcBef>
              <a:buFont typeface="Arial" panose="020B0604020202020204" pitchFamily="34" charset="0"/>
              <a:buChar char="•"/>
            </a:pPr>
            <a:r>
              <a:rPr lang="pt-BR" sz="2800" spc="-20" dirty="0">
                <a:solidFill>
                  <a:srgbClr val="4D4D4D"/>
                </a:solidFill>
                <a:latin typeface="Montserrat"/>
                <a:cs typeface="Montserrat"/>
              </a:rPr>
              <a:t>Retorno de múltiplas linhas ou múltiplos valores.</a:t>
            </a:r>
          </a:p>
          <a:p>
            <a:pPr marL="355600" marR="5080" indent="-342900">
              <a:lnSpc>
                <a:spcPts val="2870"/>
              </a:lnSpc>
              <a:spcBef>
                <a:spcPts val="2880"/>
              </a:spcBef>
              <a:buFont typeface="Arial" panose="020B0604020202020204" pitchFamily="34" charset="0"/>
              <a:buChar char="•"/>
            </a:pPr>
            <a:r>
              <a:rPr lang="pt-BR" sz="2800" spc="-20" dirty="0">
                <a:solidFill>
                  <a:srgbClr val="4D4D4D"/>
                </a:solidFill>
                <a:latin typeface="Montserrat"/>
                <a:cs typeface="Montserrat"/>
              </a:rPr>
              <a:t>Processos administrativos ou rotinas do sistema.</a:t>
            </a:r>
          </a:p>
        </p:txBody>
      </p:sp>
      <p:sp>
        <p:nvSpPr>
          <p:cNvPr id="37" name="CaixaDeTexto 36">
            <a:extLst>
              <a:ext uri="{FF2B5EF4-FFF2-40B4-BE49-F238E27FC236}">
                <a16:creationId xmlns:a16="http://schemas.microsoft.com/office/drawing/2014/main" id="{6D1A6E77-6927-5DBA-7FA3-1D121550B679}"/>
              </a:ext>
            </a:extLst>
          </p:cNvPr>
          <p:cNvSpPr txBox="1"/>
          <p:nvPr/>
        </p:nvSpPr>
        <p:spPr>
          <a:xfrm>
            <a:off x="10811318" y="-3521"/>
            <a:ext cx="9256001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6600" b="1" spc="-15" dirty="0">
                <a:latin typeface="Montserrat ExtraBold"/>
                <a:cs typeface="Montserrat ExtraBold"/>
              </a:rPr>
              <a:t>STORED PROCEDURES</a:t>
            </a:r>
          </a:p>
        </p:txBody>
      </p:sp>
      <p:sp>
        <p:nvSpPr>
          <p:cNvPr id="39" name="object 48">
            <a:extLst>
              <a:ext uri="{FF2B5EF4-FFF2-40B4-BE49-F238E27FC236}">
                <a16:creationId xmlns:a16="http://schemas.microsoft.com/office/drawing/2014/main" id="{D6EE108E-3801-F3EA-E40E-BAD051CA7522}"/>
              </a:ext>
            </a:extLst>
          </p:cNvPr>
          <p:cNvSpPr/>
          <p:nvPr/>
        </p:nvSpPr>
        <p:spPr>
          <a:xfrm>
            <a:off x="6608801" y="156818"/>
            <a:ext cx="3693160" cy="942975"/>
          </a:xfrm>
          <a:custGeom>
            <a:avLst/>
            <a:gdLst/>
            <a:ahLst/>
            <a:cxnLst/>
            <a:rect l="l" t="t" r="r" b="b"/>
            <a:pathLst>
              <a:path w="3693160" h="942975">
                <a:moveTo>
                  <a:pt x="2779915" y="545020"/>
                </a:moveTo>
                <a:lnTo>
                  <a:pt x="2753652" y="265760"/>
                </a:lnTo>
                <a:lnTo>
                  <a:pt x="2750807" y="265760"/>
                </a:lnTo>
                <a:lnTo>
                  <a:pt x="2600236" y="545020"/>
                </a:lnTo>
                <a:lnTo>
                  <a:pt x="2779915" y="545020"/>
                </a:lnTo>
                <a:close/>
              </a:path>
              <a:path w="3693160" h="942975">
                <a:moveTo>
                  <a:pt x="3692995" y="0"/>
                </a:moveTo>
                <a:lnTo>
                  <a:pt x="3424605" y="0"/>
                </a:lnTo>
                <a:lnTo>
                  <a:pt x="3424605" y="134556"/>
                </a:lnTo>
                <a:lnTo>
                  <a:pt x="3281794" y="806462"/>
                </a:lnTo>
                <a:lnTo>
                  <a:pt x="3095612" y="806462"/>
                </a:lnTo>
                <a:lnTo>
                  <a:pt x="3238538" y="134556"/>
                </a:lnTo>
                <a:lnTo>
                  <a:pt x="3424605" y="134556"/>
                </a:lnTo>
                <a:lnTo>
                  <a:pt x="3424605" y="0"/>
                </a:lnTo>
                <a:lnTo>
                  <a:pt x="3024936" y="0"/>
                </a:lnTo>
                <a:lnTo>
                  <a:pt x="3024936" y="806462"/>
                </a:lnTo>
                <a:lnTo>
                  <a:pt x="2814574" y="806462"/>
                </a:lnTo>
                <a:lnTo>
                  <a:pt x="2797822" y="675284"/>
                </a:lnTo>
                <a:lnTo>
                  <a:pt x="2525166" y="675284"/>
                </a:lnTo>
                <a:lnTo>
                  <a:pt x="2453538" y="806462"/>
                </a:lnTo>
                <a:lnTo>
                  <a:pt x="2267369" y="806462"/>
                </a:lnTo>
                <a:lnTo>
                  <a:pt x="2675420" y="134556"/>
                </a:lnTo>
                <a:lnTo>
                  <a:pt x="2902534" y="134556"/>
                </a:lnTo>
                <a:lnTo>
                  <a:pt x="3024936" y="806462"/>
                </a:lnTo>
                <a:lnTo>
                  <a:pt x="3024936" y="0"/>
                </a:lnTo>
                <a:lnTo>
                  <a:pt x="2341295" y="0"/>
                </a:lnTo>
                <a:lnTo>
                  <a:pt x="2341295" y="134556"/>
                </a:lnTo>
                <a:lnTo>
                  <a:pt x="2198471" y="806462"/>
                </a:lnTo>
                <a:lnTo>
                  <a:pt x="1940674" y="806462"/>
                </a:lnTo>
                <a:lnTo>
                  <a:pt x="1822043" y="291833"/>
                </a:lnTo>
                <a:lnTo>
                  <a:pt x="1820164" y="291833"/>
                </a:lnTo>
                <a:lnTo>
                  <a:pt x="1710842" y="806462"/>
                </a:lnTo>
                <a:lnTo>
                  <a:pt x="1543304" y="806462"/>
                </a:lnTo>
                <a:lnTo>
                  <a:pt x="1686128" y="134556"/>
                </a:lnTo>
                <a:lnTo>
                  <a:pt x="1946744" y="134556"/>
                </a:lnTo>
                <a:lnTo>
                  <a:pt x="2065489" y="635266"/>
                </a:lnTo>
                <a:lnTo>
                  <a:pt x="2067687" y="633399"/>
                </a:lnTo>
                <a:lnTo>
                  <a:pt x="2173757" y="134556"/>
                </a:lnTo>
                <a:lnTo>
                  <a:pt x="2341295" y="134556"/>
                </a:lnTo>
                <a:lnTo>
                  <a:pt x="2341295" y="0"/>
                </a:lnTo>
                <a:lnTo>
                  <a:pt x="1580997" y="0"/>
                </a:lnTo>
                <a:lnTo>
                  <a:pt x="1580997" y="134556"/>
                </a:lnTo>
                <a:lnTo>
                  <a:pt x="1553146" y="264820"/>
                </a:lnTo>
                <a:lnTo>
                  <a:pt x="1227404" y="264820"/>
                </a:lnTo>
                <a:lnTo>
                  <a:pt x="1197978" y="403555"/>
                </a:lnTo>
                <a:lnTo>
                  <a:pt x="1497660" y="403555"/>
                </a:lnTo>
                <a:lnTo>
                  <a:pt x="1470012" y="533819"/>
                </a:lnTo>
                <a:lnTo>
                  <a:pt x="1170330" y="533819"/>
                </a:lnTo>
                <a:lnTo>
                  <a:pt x="1140079" y="676224"/>
                </a:lnTo>
                <a:lnTo>
                  <a:pt x="1465922" y="676224"/>
                </a:lnTo>
                <a:lnTo>
                  <a:pt x="1438071" y="806462"/>
                </a:lnTo>
                <a:lnTo>
                  <a:pt x="926261" y="806462"/>
                </a:lnTo>
                <a:lnTo>
                  <a:pt x="1027150" y="331825"/>
                </a:lnTo>
                <a:lnTo>
                  <a:pt x="1069086" y="134556"/>
                </a:lnTo>
                <a:lnTo>
                  <a:pt x="1580997" y="134556"/>
                </a:lnTo>
                <a:lnTo>
                  <a:pt x="1580997" y="0"/>
                </a:lnTo>
                <a:lnTo>
                  <a:pt x="908481" y="0"/>
                </a:lnTo>
                <a:lnTo>
                  <a:pt x="908481" y="281914"/>
                </a:lnTo>
                <a:lnTo>
                  <a:pt x="899668" y="331825"/>
                </a:lnTo>
                <a:lnTo>
                  <a:pt x="713600" y="331825"/>
                </a:lnTo>
                <a:lnTo>
                  <a:pt x="716407" y="313486"/>
                </a:lnTo>
                <a:lnTo>
                  <a:pt x="715314" y="297522"/>
                </a:lnTo>
                <a:lnTo>
                  <a:pt x="690435" y="263029"/>
                </a:lnTo>
                <a:lnTo>
                  <a:pt x="634746" y="250888"/>
                </a:lnTo>
                <a:lnTo>
                  <a:pt x="603135" y="255765"/>
                </a:lnTo>
                <a:lnTo>
                  <a:pt x="574814" y="268998"/>
                </a:lnTo>
                <a:lnTo>
                  <a:pt x="553199" y="288531"/>
                </a:lnTo>
                <a:lnTo>
                  <a:pt x="541667" y="312254"/>
                </a:lnTo>
                <a:lnTo>
                  <a:pt x="545172" y="343458"/>
                </a:lnTo>
                <a:lnTo>
                  <a:pt x="566483" y="364985"/>
                </a:lnTo>
                <a:lnTo>
                  <a:pt x="598474" y="379704"/>
                </a:lnTo>
                <a:lnTo>
                  <a:pt x="634022" y="390474"/>
                </a:lnTo>
                <a:lnTo>
                  <a:pt x="710349" y="409155"/>
                </a:lnTo>
                <a:lnTo>
                  <a:pt x="749363" y="420395"/>
                </a:lnTo>
                <a:lnTo>
                  <a:pt x="786155" y="434962"/>
                </a:lnTo>
                <a:lnTo>
                  <a:pt x="844702" y="480275"/>
                </a:lnTo>
                <a:lnTo>
                  <a:pt x="862253" y="514121"/>
                </a:lnTo>
                <a:lnTo>
                  <a:pt x="869188" y="557479"/>
                </a:lnTo>
                <a:lnTo>
                  <a:pt x="863434" y="611924"/>
                </a:lnTo>
                <a:lnTo>
                  <a:pt x="848969" y="656336"/>
                </a:lnTo>
                <a:lnTo>
                  <a:pt x="826350" y="695312"/>
                </a:lnTo>
                <a:lnTo>
                  <a:pt x="796582" y="728903"/>
                </a:lnTo>
                <a:lnTo>
                  <a:pt x="760666" y="757161"/>
                </a:lnTo>
                <a:lnTo>
                  <a:pt x="719607" y="780161"/>
                </a:lnTo>
                <a:lnTo>
                  <a:pt x="674420" y="797941"/>
                </a:lnTo>
                <a:lnTo>
                  <a:pt x="626097" y="810577"/>
                </a:lnTo>
                <a:lnTo>
                  <a:pt x="575640" y="818121"/>
                </a:lnTo>
                <a:lnTo>
                  <a:pt x="524078" y="820610"/>
                </a:lnTo>
                <a:lnTo>
                  <a:pt x="473163" y="818794"/>
                </a:lnTo>
                <a:lnTo>
                  <a:pt x="425475" y="812838"/>
                </a:lnTo>
                <a:lnTo>
                  <a:pt x="382117" y="801992"/>
                </a:lnTo>
                <a:lnTo>
                  <a:pt x="344208" y="785520"/>
                </a:lnTo>
                <a:lnTo>
                  <a:pt x="312864" y="762660"/>
                </a:lnTo>
                <a:lnTo>
                  <a:pt x="289217" y="732675"/>
                </a:lnTo>
                <a:lnTo>
                  <a:pt x="274358" y="694804"/>
                </a:lnTo>
                <a:lnTo>
                  <a:pt x="269405" y="648309"/>
                </a:lnTo>
                <a:lnTo>
                  <a:pt x="275488" y="592455"/>
                </a:lnTo>
                <a:lnTo>
                  <a:pt x="461670" y="592455"/>
                </a:lnTo>
                <a:lnTo>
                  <a:pt x="460590" y="634403"/>
                </a:lnTo>
                <a:lnTo>
                  <a:pt x="477113" y="665022"/>
                </a:lnTo>
                <a:lnTo>
                  <a:pt x="508863" y="683780"/>
                </a:lnTo>
                <a:lnTo>
                  <a:pt x="553478" y="690143"/>
                </a:lnTo>
                <a:lnTo>
                  <a:pt x="587768" y="685965"/>
                </a:lnTo>
                <a:lnTo>
                  <a:pt x="622020" y="673404"/>
                </a:lnTo>
                <a:lnTo>
                  <a:pt x="649998" y="652462"/>
                </a:lnTo>
                <a:lnTo>
                  <a:pt x="665429" y="623125"/>
                </a:lnTo>
                <a:lnTo>
                  <a:pt x="665492" y="593737"/>
                </a:lnTo>
                <a:lnTo>
                  <a:pt x="664705" y="592455"/>
                </a:lnTo>
                <a:lnTo>
                  <a:pt x="652437" y="572452"/>
                </a:lnTo>
                <a:lnTo>
                  <a:pt x="628243" y="556996"/>
                </a:lnTo>
                <a:lnTo>
                  <a:pt x="594918" y="545071"/>
                </a:lnTo>
                <a:lnTo>
                  <a:pt x="508914" y="522744"/>
                </a:lnTo>
                <a:lnTo>
                  <a:pt x="460248" y="507771"/>
                </a:lnTo>
                <a:lnTo>
                  <a:pt x="410464" y="487222"/>
                </a:lnTo>
                <a:lnTo>
                  <a:pt x="371932" y="459282"/>
                </a:lnTo>
                <a:lnTo>
                  <a:pt x="348348" y="421398"/>
                </a:lnTo>
                <a:lnTo>
                  <a:pt x="339166" y="375475"/>
                </a:lnTo>
                <a:lnTo>
                  <a:pt x="343865" y="323443"/>
                </a:lnTo>
                <a:lnTo>
                  <a:pt x="361454" y="274574"/>
                </a:lnTo>
                <a:lnTo>
                  <a:pt x="386054" y="233654"/>
                </a:lnTo>
                <a:lnTo>
                  <a:pt x="416737" y="200101"/>
                </a:lnTo>
                <a:lnTo>
                  <a:pt x="452526" y="173329"/>
                </a:lnTo>
                <a:lnTo>
                  <a:pt x="492467" y="152742"/>
                </a:lnTo>
                <a:lnTo>
                  <a:pt x="535597" y="137756"/>
                </a:lnTo>
                <a:lnTo>
                  <a:pt x="580986" y="127787"/>
                </a:lnTo>
                <a:lnTo>
                  <a:pt x="627646" y="122237"/>
                </a:lnTo>
                <a:lnTo>
                  <a:pt x="674649" y="120523"/>
                </a:lnTo>
                <a:lnTo>
                  <a:pt x="720369" y="122428"/>
                </a:lnTo>
                <a:lnTo>
                  <a:pt x="764184" y="128524"/>
                </a:lnTo>
                <a:lnTo>
                  <a:pt x="804697" y="139306"/>
                </a:lnTo>
                <a:lnTo>
                  <a:pt x="840486" y="155308"/>
                </a:lnTo>
                <a:lnTo>
                  <a:pt x="892327" y="205041"/>
                </a:lnTo>
                <a:lnTo>
                  <a:pt x="908481" y="281914"/>
                </a:lnTo>
                <a:lnTo>
                  <a:pt x="908481" y="0"/>
                </a:lnTo>
                <a:lnTo>
                  <a:pt x="0" y="0"/>
                </a:lnTo>
                <a:lnTo>
                  <a:pt x="0" y="137388"/>
                </a:lnTo>
                <a:lnTo>
                  <a:pt x="198323" y="137388"/>
                </a:lnTo>
                <a:lnTo>
                  <a:pt x="198323" y="162204"/>
                </a:lnTo>
                <a:lnTo>
                  <a:pt x="0" y="162204"/>
                </a:lnTo>
                <a:lnTo>
                  <a:pt x="0" y="295605"/>
                </a:lnTo>
                <a:lnTo>
                  <a:pt x="198323" y="295605"/>
                </a:lnTo>
                <a:lnTo>
                  <a:pt x="198323" y="320408"/>
                </a:lnTo>
                <a:lnTo>
                  <a:pt x="0" y="320408"/>
                </a:lnTo>
                <a:lnTo>
                  <a:pt x="0" y="458101"/>
                </a:lnTo>
                <a:lnTo>
                  <a:pt x="198323" y="458101"/>
                </a:lnTo>
                <a:lnTo>
                  <a:pt x="198323" y="482930"/>
                </a:lnTo>
                <a:lnTo>
                  <a:pt x="0" y="482930"/>
                </a:lnTo>
                <a:lnTo>
                  <a:pt x="0" y="622820"/>
                </a:lnTo>
                <a:lnTo>
                  <a:pt x="198323" y="622820"/>
                </a:lnTo>
                <a:lnTo>
                  <a:pt x="198323" y="647623"/>
                </a:lnTo>
                <a:lnTo>
                  <a:pt x="0" y="647623"/>
                </a:lnTo>
                <a:lnTo>
                  <a:pt x="0" y="781545"/>
                </a:lnTo>
                <a:lnTo>
                  <a:pt x="198323" y="781545"/>
                </a:lnTo>
                <a:lnTo>
                  <a:pt x="198323" y="806361"/>
                </a:lnTo>
                <a:lnTo>
                  <a:pt x="0" y="806361"/>
                </a:lnTo>
                <a:lnTo>
                  <a:pt x="0" y="942378"/>
                </a:lnTo>
                <a:lnTo>
                  <a:pt x="3692995" y="942378"/>
                </a:lnTo>
                <a:lnTo>
                  <a:pt x="3692995" y="820610"/>
                </a:lnTo>
                <a:lnTo>
                  <a:pt x="3692995" y="806462"/>
                </a:lnTo>
                <a:lnTo>
                  <a:pt x="3494557" y="806361"/>
                </a:lnTo>
                <a:lnTo>
                  <a:pt x="3494557" y="781545"/>
                </a:lnTo>
                <a:lnTo>
                  <a:pt x="3692995" y="781545"/>
                </a:lnTo>
                <a:lnTo>
                  <a:pt x="3692995" y="647623"/>
                </a:lnTo>
                <a:lnTo>
                  <a:pt x="3494557" y="647623"/>
                </a:lnTo>
                <a:lnTo>
                  <a:pt x="3494557" y="622820"/>
                </a:lnTo>
                <a:lnTo>
                  <a:pt x="3692995" y="622820"/>
                </a:lnTo>
                <a:lnTo>
                  <a:pt x="3692995" y="482930"/>
                </a:lnTo>
                <a:lnTo>
                  <a:pt x="3494557" y="482930"/>
                </a:lnTo>
                <a:lnTo>
                  <a:pt x="3494557" y="458101"/>
                </a:lnTo>
                <a:lnTo>
                  <a:pt x="3692995" y="458101"/>
                </a:lnTo>
                <a:lnTo>
                  <a:pt x="3692995" y="320408"/>
                </a:lnTo>
                <a:lnTo>
                  <a:pt x="3494557" y="320408"/>
                </a:lnTo>
                <a:lnTo>
                  <a:pt x="3494557" y="295605"/>
                </a:lnTo>
                <a:lnTo>
                  <a:pt x="3692995" y="295605"/>
                </a:lnTo>
                <a:lnTo>
                  <a:pt x="3692995" y="162204"/>
                </a:lnTo>
                <a:lnTo>
                  <a:pt x="3494557" y="162204"/>
                </a:lnTo>
                <a:lnTo>
                  <a:pt x="3494557" y="137388"/>
                </a:lnTo>
                <a:lnTo>
                  <a:pt x="3692995" y="137388"/>
                </a:lnTo>
                <a:lnTo>
                  <a:pt x="3692995" y="134556"/>
                </a:lnTo>
                <a:lnTo>
                  <a:pt x="3692995" y="120523"/>
                </a:lnTo>
                <a:lnTo>
                  <a:pt x="369299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6F5CD3-ADB8-FFB8-680E-2E388B80FE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Imagem 39">
            <a:extLst>
              <a:ext uri="{FF2B5EF4-FFF2-40B4-BE49-F238E27FC236}">
                <a16:creationId xmlns:a16="http://schemas.microsoft.com/office/drawing/2014/main" id="{4F47FB22-F196-CE05-5F90-04700BC74A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LightScreen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158750" y="-14278"/>
            <a:ext cx="10593278" cy="11307753"/>
          </a:xfrm>
          <a:prstGeom prst="rect">
            <a:avLst/>
          </a:prstGeom>
        </p:spPr>
      </p:pic>
      <p:pic>
        <p:nvPicPr>
          <p:cNvPr id="2" name="object 2">
            <a:extLst>
              <a:ext uri="{FF2B5EF4-FFF2-40B4-BE49-F238E27FC236}">
                <a16:creationId xmlns:a16="http://schemas.microsoft.com/office/drawing/2014/main" id="{D8EEF6E9-45B4-9A12-69E2-BFAC382A45A3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235259" y="0"/>
            <a:ext cx="8408120" cy="493627"/>
          </a:xfrm>
          <a:prstGeom prst="rect">
            <a:avLst/>
          </a:prstGeom>
        </p:spPr>
      </p:pic>
      <p:sp>
        <p:nvSpPr>
          <p:cNvPr id="3" name="object 3">
            <a:extLst>
              <a:ext uri="{FF2B5EF4-FFF2-40B4-BE49-F238E27FC236}">
                <a16:creationId xmlns:a16="http://schemas.microsoft.com/office/drawing/2014/main" id="{0084E90A-2D89-C67D-EED5-B45D2ABF208E}"/>
              </a:ext>
            </a:extLst>
          </p:cNvPr>
          <p:cNvSpPr/>
          <p:nvPr/>
        </p:nvSpPr>
        <p:spPr>
          <a:xfrm>
            <a:off x="17957569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8B70B5E6-E860-978B-E1CD-977B7904F02F}"/>
              </a:ext>
            </a:extLst>
          </p:cNvPr>
          <p:cNvSpPr/>
          <p:nvPr/>
        </p:nvSpPr>
        <p:spPr>
          <a:xfrm>
            <a:off x="17957569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4EDA1FAB-2AE1-D210-90B5-C75E437A0C0D}"/>
              </a:ext>
            </a:extLst>
          </p:cNvPr>
          <p:cNvSpPr/>
          <p:nvPr/>
        </p:nvSpPr>
        <p:spPr>
          <a:xfrm>
            <a:off x="17957569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85E9C897-326A-474E-CC03-6E9E2A7D4D68}"/>
              </a:ext>
            </a:extLst>
          </p:cNvPr>
          <p:cNvSpPr/>
          <p:nvPr/>
        </p:nvSpPr>
        <p:spPr>
          <a:xfrm>
            <a:off x="18219340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4491D038-22A1-199E-FD24-AF5821448549}"/>
              </a:ext>
            </a:extLst>
          </p:cNvPr>
          <p:cNvSpPr/>
          <p:nvPr/>
        </p:nvSpPr>
        <p:spPr>
          <a:xfrm>
            <a:off x="18219340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1379EAAD-2139-511D-44F4-986B15EFFF08}"/>
              </a:ext>
            </a:extLst>
          </p:cNvPr>
          <p:cNvSpPr/>
          <p:nvPr/>
        </p:nvSpPr>
        <p:spPr>
          <a:xfrm>
            <a:off x="18219340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3326C46B-AD7C-C7DE-AF73-6976BF2DD70E}"/>
              </a:ext>
            </a:extLst>
          </p:cNvPr>
          <p:cNvSpPr/>
          <p:nvPr/>
        </p:nvSpPr>
        <p:spPr>
          <a:xfrm>
            <a:off x="18481112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82B6D426-813F-77CD-99E1-F0E71050016F}"/>
              </a:ext>
            </a:extLst>
          </p:cNvPr>
          <p:cNvSpPr/>
          <p:nvPr/>
        </p:nvSpPr>
        <p:spPr>
          <a:xfrm>
            <a:off x="18481112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>
            <a:extLst>
              <a:ext uri="{FF2B5EF4-FFF2-40B4-BE49-F238E27FC236}">
                <a16:creationId xmlns:a16="http://schemas.microsoft.com/office/drawing/2014/main" id="{811B86F5-4CCA-65DD-37A1-75B9B14CDD16}"/>
              </a:ext>
            </a:extLst>
          </p:cNvPr>
          <p:cNvSpPr/>
          <p:nvPr/>
        </p:nvSpPr>
        <p:spPr>
          <a:xfrm>
            <a:off x="18481112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>
            <a:extLst>
              <a:ext uri="{FF2B5EF4-FFF2-40B4-BE49-F238E27FC236}">
                <a16:creationId xmlns:a16="http://schemas.microsoft.com/office/drawing/2014/main" id="{226A2D85-98FF-8972-B4D4-E40F00C2B544}"/>
              </a:ext>
            </a:extLst>
          </p:cNvPr>
          <p:cNvSpPr/>
          <p:nvPr/>
        </p:nvSpPr>
        <p:spPr>
          <a:xfrm>
            <a:off x="18742885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>
            <a:extLst>
              <a:ext uri="{FF2B5EF4-FFF2-40B4-BE49-F238E27FC236}">
                <a16:creationId xmlns:a16="http://schemas.microsoft.com/office/drawing/2014/main" id="{780459EC-9151-B19E-2947-06A19343C0DE}"/>
              </a:ext>
            </a:extLst>
          </p:cNvPr>
          <p:cNvSpPr/>
          <p:nvPr/>
        </p:nvSpPr>
        <p:spPr>
          <a:xfrm>
            <a:off x="18742885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>
            <a:extLst>
              <a:ext uri="{FF2B5EF4-FFF2-40B4-BE49-F238E27FC236}">
                <a16:creationId xmlns:a16="http://schemas.microsoft.com/office/drawing/2014/main" id="{F6E30962-53BF-EEB0-6FA0-09DF91743875}"/>
              </a:ext>
            </a:extLst>
          </p:cNvPr>
          <p:cNvSpPr/>
          <p:nvPr/>
        </p:nvSpPr>
        <p:spPr>
          <a:xfrm>
            <a:off x="18742885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7BED761B-EDFB-976E-2C47-97880617E347}"/>
              </a:ext>
            </a:extLst>
          </p:cNvPr>
          <p:cNvSpPr/>
          <p:nvPr/>
        </p:nvSpPr>
        <p:spPr>
          <a:xfrm>
            <a:off x="19004657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>
            <a:extLst>
              <a:ext uri="{FF2B5EF4-FFF2-40B4-BE49-F238E27FC236}">
                <a16:creationId xmlns:a16="http://schemas.microsoft.com/office/drawing/2014/main" id="{EF1B60E9-F655-929C-CC30-41C4D2A9426C}"/>
              </a:ext>
            </a:extLst>
          </p:cNvPr>
          <p:cNvSpPr/>
          <p:nvPr/>
        </p:nvSpPr>
        <p:spPr>
          <a:xfrm>
            <a:off x="19004657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>
            <a:extLst>
              <a:ext uri="{FF2B5EF4-FFF2-40B4-BE49-F238E27FC236}">
                <a16:creationId xmlns:a16="http://schemas.microsoft.com/office/drawing/2014/main" id="{413E47D6-02DD-C017-7A2E-0FEB2BC34528}"/>
              </a:ext>
            </a:extLst>
          </p:cNvPr>
          <p:cNvSpPr/>
          <p:nvPr/>
        </p:nvSpPr>
        <p:spPr>
          <a:xfrm>
            <a:off x="19004657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>
            <a:extLst>
              <a:ext uri="{FF2B5EF4-FFF2-40B4-BE49-F238E27FC236}">
                <a16:creationId xmlns:a16="http://schemas.microsoft.com/office/drawing/2014/main" id="{7E69534C-B8ED-C1CA-D50F-C5BBD52D82D7}"/>
              </a:ext>
            </a:extLst>
          </p:cNvPr>
          <p:cNvSpPr/>
          <p:nvPr/>
        </p:nvSpPr>
        <p:spPr>
          <a:xfrm>
            <a:off x="19266428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>
            <a:extLst>
              <a:ext uri="{FF2B5EF4-FFF2-40B4-BE49-F238E27FC236}">
                <a16:creationId xmlns:a16="http://schemas.microsoft.com/office/drawing/2014/main" id="{1E7AB62B-DE61-47CA-E85A-DF1CDBC8AB00}"/>
              </a:ext>
            </a:extLst>
          </p:cNvPr>
          <p:cNvSpPr/>
          <p:nvPr/>
        </p:nvSpPr>
        <p:spPr>
          <a:xfrm>
            <a:off x="19266428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>
            <a:extLst>
              <a:ext uri="{FF2B5EF4-FFF2-40B4-BE49-F238E27FC236}">
                <a16:creationId xmlns:a16="http://schemas.microsoft.com/office/drawing/2014/main" id="{71630C60-6FDD-6B73-9AAD-192EFEA5BB7F}"/>
              </a:ext>
            </a:extLst>
          </p:cNvPr>
          <p:cNvSpPr/>
          <p:nvPr/>
        </p:nvSpPr>
        <p:spPr>
          <a:xfrm>
            <a:off x="19266428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>
            <a:extLst>
              <a:ext uri="{FF2B5EF4-FFF2-40B4-BE49-F238E27FC236}">
                <a16:creationId xmlns:a16="http://schemas.microsoft.com/office/drawing/2014/main" id="{E67EFEF5-AACB-B603-3D86-8EEBCB21510C}"/>
              </a:ext>
            </a:extLst>
          </p:cNvPr>
          <p:cNvSpPr/>
          <p:nvPr/>
        </p:nvSpPr>
        <p:spPr>
          <a:xfrm>
            <a:off x="19528201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>
            <a:extLst>
              <a:ext uri="{FF2B5EF4-FFF2-40B4-BE49-F238E27FC236}">
                <a16:creationId xmlns:a16="http://schemas.microsoft.com/office/drawing/2014/main" id="{5E6265F2-85FF-760D-4640-6FB0EF517361}"/>
              </a:ext>
            </a:extLst>
          </p:cNvPr>
          <p:cNvSpPr/>
          <p:nvPr/>
        </p:nvSpPr>
        <p:spPr>
          <a:xfrm>
            <a:off x="19528201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>
            <a:extLst>
              <a:ext uri="{FF2B5EF4-FFF2-40B4-BE49-F238E27FC236}">
                <a16:creationId xmlns:a16="http://schemas.microsoft.com/office/drawing/2014/main" id="{83B6469B-EF47-26CE-C9DB-DB5FB1C4FACF}"/>
              </a:ext>
            </a:extLst>
          </p:cNvPr>
          <p:cNvSpPr/>
          <p:nvPr/>
        </p:nvSpPr>
        <p:spPr>
          <a:xfrm>
            <a:off x="19528201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>
            <a:extLst>
              <a:ext uri="{FF2B5EF4-FFF2-40B4-BE49-F238E27FC236}">
                <a16:creationId xmlns:a16="http://schemas.microsoft.com/office/drawing/2014/main" id="{B3E73CD2-F8F7-F0B9-8189-20B0085503F7}"/>
              </a:ext>
            </a:extLst>
          </p:cNvPr>
          <p:cNvSpPr/>
          <p:nvPr/>
        </p:nvSpPr>
        <p:spPr>
          <a:xfrm>
            <a:off x="19789973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>
            <a:extLst>
              <a:ext uri="{FF2B5EF4-FFF2-40B4-BE49-F238E27FC236}">
                <a16:creationId xmlns:a16="http://schemas.microsoft.com/office/drawing/2014/main" id="{243EFB8B-A32F-B03F-BBA2-62D82B4AC615}"/>
              </a:ext>
            </a:extLst>
          </p:cNvPr>
          <p:cNvSpPr/>
          <p:nvPr/>
        </p:nvSpPr>
        <p:spPr>
          <a:xfrm>
            <a:off x="19789973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>
            <a:extLst>
              <a:ext uri="{FF2B5EF4-FFF2-40B4-BE49-F238E27FC236}">
                <a16:creationId xmlns:a16="http://schemas.microsoft.com/office/drawing/2014/main" id="{BBA8C0D9-57E4-B13F-B443-43BA4AA0EE33}"/>
              </a:ext>
            </a:extLst>
          </p:cNvPr>
          <p:cNvSpPr/>
          <p:nvPr/>
        </p:nvSpPr>
        <p:spPr>
          <a:xfrm>
            <a:off x="19789973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7" name="object 27">
            <a:extLst>
              <a:ext uri="{FF2B5EF4-FFF2-40B4-BE49-F238E27FC236}">
                <a16:creationId xmlns:a16="http://schemas.microsoft.com/office/drawing/2014/main" id="{BCC9463C-79BB-EA70-442F-4CD10CC1FD44}"/>
              </a:ext>
            </a:extLst>
          </p:cNvPr>
          <p:cNvGrpSpPr/>
          <p:nvPr/>
        </p:nvGrpSpPr>
        <p:grpSpPr>
          <a:xfrm>
            <a:off x="0" y="4877004"/>
            <a:ext cx="20104100" cy="6431968"/>
            <a:chOff x="0" y="4877004"/>
            <a:chExt cx="20104100" cy="6431968"/>
          </a:xfrm>
        </p:grpSpPr>
        <p:sp>
          <p:nvSpPr>
            <p:cNvPr id="29" name="object 29">
              <a:extLst>
                <a:ext uri="{FF2B5EF4-FFF2-40B4-BE49-F238E27FC236}">
                  <a16:creationId xmlns:a16="http://schemas.microsoft.com/office/drawing/2014/main" id="{40980B57-E458-4684-E11E-61C3E31BD7F6}"/>
                </a:ext>
              </a:extLst>
            </p:cNvPr>
            <p:cNvSpPr/>
            <p:nvPr/>
          </p:nvSpPr>
          <p:spPr>
            <a:xfrm>
              <a:off x="9004961" y="4877004"/>
              <a:ext cx="2094230" cy="0"/>
            </a:xfrm>
            <a:custGeom>
              <a:avLst/>
              <a:gdLst/>
              <a:ahLst/>
              <a:cxnLst/>
              <a:rect l="l" t="t" r="r" b="b"/>
              <a:pathLst>
                <a:path w="2094229">
                  <a:moveTo>
                    <a:pt x="0" y="0"/>
                  </a:moveTo>
                  <a:lnTo>
                    <a:pt x="2094177" y="0"/>
                  </a:lnTo>
                </a:path>
              </a:pathLst>
            </a:custGeom>
            <a:ln w="76200">
              <a:solidFill>
                <a:srgbClr val="C1272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>
              <a:extLst>
                <a:ext uri="{FF2B5EF4-FFF2-40B4-BE49-F238E27FC236}">
                  <a16:creationId xmlns:a16="http://schemas.microsoft.com/office/drawing/2014/main" id="{8B4DC1B8-6226-152D-2625-FF080316A809}"/>
                </a:ext>
              </a:extLst>
            </p:cNvPr>
            <p:cNvSpPr/>
            <p:nvPr/>
          </p:nvSpPr>
          <p:spPr>
            <a:xfrm>
              <a:off x="0" y="11151492"/>
              <a:ext cx="20104100" cy="157480"/>
            </a:xfrm>
            <a:custGeom>
              <a:avLst/>
              <a:gdLst/>
              <a:ahLst/>
              <a:cxnLst/>
              <a:rect l="l" t="t" r="r" b="b"/>
              <a:pathLst>
                <a:path w="20104100" h="157479">
                  <a:moveTo>
                    <a:pt x="20104099" y="0"/>
                  </a:moveTo>
                  <a:lnTo>
                    <a:pt x="0" y="0"/>
                  </a:lnTo>
                  <a:lnTo>
                    <a:pt x="0" y="157063"/>
                  </a:lnTo>
                  <a:lnTo>
                    <a:pt x="20104099" y="157063"/>
                  </a:lnTo>
                  <a:lnTo>
                    <a:pt x="20104099" y="0"/>
                  </a:lnTo>
                  <a:close/>
                </a:path>
              </a:pathLst>
            </a:custGeom>
            <a:solidFill>
              <a:srgbClr val="C127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2">
            <a:extLst>
              <a:ext uri="{FF2B5EF4-FFF2-40B4-BE49-F238E27FC236}">
                <a16:creationId xmlns:a16="http://schemas.microsoft.com/office/drawing/2014/main" id="{29F3053D-579C-C933-E40B-2B153CD19E75}"/>
              </a:ext>
            </a:extLst>
          </p:cNvPr>
          <p:cNvSpPr txBox="1"/>
          <p:nvPr/>
        </p:nvSpPr>
        <p:spPr>
          <a:xfrm>
            <a:off x="10811319" y="5781337"/>
            <a:ext cx="9031360" cy="3463128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vert="horz" wrap="square" lIns="0" tIns="15875" rIns="0" bIns="0" rtlCol="0">
            <a:spAutoFit/>
          </a:bodyPr>
          <a:lstStyle/>
          <a:p>
            <a:pPr marL="12700" marR="5080">
              <a:spcBef>
                <a:spcPts val="2880"/>
              </a:spcBef>
            </a:pPr>
            <a:r>
              <a:rPr lang="en-US" sz="3200" b="1" spc="-2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CREATE PROCEDURE INSERIR_CLIENTE(</a:t>
            </a:r>
            <a:br>
              <a:rPr lang="en-US" sz="3200" b="1" spc="-2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3200" b="1" spc="-2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	IN PNOME VARCHAR(100)</a:t>
            </a:r>
            <a:br>
              <a:rPr lang="en-US" sz="3200" b="1" spc="-2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3200" b="1" spc="-2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)</a:t>
            </a:r>
            <a:br>
              <a:rPr lang="en-US" sz="3200" b="1" spc="-2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3200" b="1" spc="-2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BEGIN</a:t>
            </a:r>
            <a:br>
              <a:rPr lang="en-US" sz="3200" b="1" spc="-2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3200" b="1" spc="-2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	INSERT INTO CLIENTE (NOME) </a:t>
            </a:r>
            <a:br>
              <a:rPr lang="en-US" sz="3200" b="1" spc="-2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3200" b="1" spc="-2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	VALUES (PNOME);</a:t>
            </a:r>
            <a:br>
              <a:rPr lang="en-US" sz="3200" b="1" spc="-2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3200" b="1" spc="-2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END;</a:t>
            </a:r>
          </a:p>
        </p:txBody>
      </p:sp>
      <p:sp>
        <p:nvSpPr>
          <p:cNvPr id="37" name="CaixaDeTexto 36">
            <a:extLst>
              <a:ext uri="{FF2B5EF4-FFF2-40B4-BE49-F238E27FC236}">
                <a16:creationId xmlns:a16="http://schemas.microsoft.com/office/drawing/2014/main" id="{A95B4601-51CD-78A9-E7C2-ECC5297DE551}"/>
              </a:ext>
            </a:extLst>
          </p:cNvPr>
          <p:cNvSpPr txBox="1"/>
          <p:nvPr/>
        </p:nvSpPr>
        <p:spPr>
          <a:xfrm>
            <a:off x="10811318" y="-3521"/>
            <a:ext cx="9256001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6600" b="1" spc="-15" dirty="0">
                <a:latin typeface="Montserrat ExtraBold"/>
                <a:cs typeface="Montserrat ExtraBold"/>
              </a:rPr>
              <a:t>STORED PROCEDURES</a:t>
            </a:r>
          </a:p>
        </p:txBody>
      </p:sp>
      <p:sp>
        <p:nvSpPr>
          <p:cNvPr id="39" name="object 48">
            <a:extLst>
              <a:ext uri="{FF2B5EF4-FFF2-40B4-BE49-F238E27FC236}">
                <a16:creationId xmlns:a16="http://schemas.microsoft.com/office/drawing/2014/main" id="{D7EA80D3-D2B0-60A9-5220-04FB8E51B746}"/>
              </a:ext>
            </a:extLst>
          </p:cNvPr>
          <p:cNvSpPr/>
          <p:nvPr/>
        </p:nvSpPr>
        <p:spPr>
          <a:xfrm>
            <a:off x="6608801" y="156818"/>
            <a:ext cx="3693160" cy="942975"/>
          </a:xfrm>
          <a:custGeom>
            <a:avLst/>
            <a:gdLst/>
            <a:ahLst/>
            <a:cxnLst/>
            <a:rect l="l" t="t" r="r" b="b"/>
            <a:pathLst>
              <a:path w="3693160" h="942975">
                <a:moveTo>
                  <a:pt x="2779915" y="545020"/>
                </a:moveTo>
                <a:lnTo>
                  <a:pt x="2753652" y="265760"/>
                </a:lnTo>
                <a:lnTo>
                  <a:pt x="2750807" y="265760"/>
                </a:lnTo>
                <a:lnTo>
                  <a:pt x="2600236" y="545020"/>
                </a:lnTo>
                <a:lnTo>
                  <a:pt x="2779915" y="545020"/>
                </a:lnTo>
                <a:close/>
              </a:path>
              <a:path w="3693160" h="942975">
                <a:moveTo>
                  <a:pt x="3692995" y="0"/>
                </a:moveTo>
                <a:lnTo>
                  <a:pt x="3424605" y="0"/>
                </a:lnTo>
                <a:lnTo>
                  <a:pt x="3424605" y="134556"/>
                </a:lnTo>
                <a:lnTo>
                  <a:pt x="3281794" y="806462"/>
                </a:lnTo>
                <a:lnTo>
                  <a:pt x="3095612" y="806462"/>
                </a:lnTo>
                <a:lnTo>
                  <a:pt x="3238538" y="134556"/>
                </a:lnTo>
                <a:lnTo>
                  <a:pt x="3424605" y="134556"/>
                </a:lnTo>
                <a:lnTo>
                  <a:pt x="3424605" y="0"/>
                </a:lnTo>
                <a:lnTo>
                  <a:pt x="3024936" y="0"/>
                </a:lnTo>
                <a:lnTo>
                  <a:pt x="3024936" y="806462"/>
                </a:lnTo>
                <a:lnTo>
                  <a:pt x="2814574" y="806462"/>
                </a:lnTo>
                <a:lnTo>
                  <a:pt x="2797822" y="675284"/>
                </a:lnTo>
                <a:lnTo>
                  <a:pt x="2525166" y="675284"/>
                </a:lnTo>
                <a:lnTo>
                  <a:pt x="2453538" y="806462"/>
                </a:lnTo>
                <a:lnTo>
                  <a:pt x="2267369" y="806462"/>
                </a:lnTo>
                <a:lnTo>
                  <a:pt x="2675420" y="134556"/>
                </a:lnTo>
                <a:lnTo>
                  <a:pt x="2902534" y="134556"/>
                </a:lnTo>
                <a:lnTo>
                  <a:pt x="3024936" y="806462"/>
                </a:lnTo>
                <a:lnTo>
                  <a:pt x="3024936" y="0"/>
                </a:lnTo>
                <a:lnTo>
                  <a:pt x="2341295" y="0"/>
                </a:lnTo>
                <a:lnTo>
                  <a:pt x="2341295" y="134556"/>
                </a:lnTo>
                <a:lnTo>
                  <a:pt x="2198471" y="806462"/>
                </a:lnTo>
                <a:lnTo>
                  <a:pt x="1940674" y="806462"/>
                </a:lnTo>
                <a:lnTo>
                  <a:pt x="1822043" y="291833"/>
                </a:lnTo>
                <a:lnTo>
                  <a:pt x="1820164" y="291833"/>
                </a:lnTo>
                <a:lnTo>
                  <a:pt x="1710842" y="806462"/>
                </a:lnTo>
                <a:lnTo>
                  <a:pt x="1543304" y="806462"/>
                </a:lnTo>
                <a:lnTo>
                  <a:pt x="1686128" y="134556"/>
                </a:lnTo>
                <a:lnTo>
                  <a:pt x="1946744" y="134556"/>
                </a:lnTo>
                <a:lnTo>
                  <a:pt x="2065489" y="635266"/>
                </a:lnTo>
                <a:lnTo>
                  <a:pt x="2067687" y="633399"/>
                </a:lnTo>
                <a:lnTo>
                  <a:pt x="2173757" y="134556"/>
                </a:lnTo>
                <a:lnTo>
                  <a:pt x="2341295" y="134556"/>
                </a:lnTo>
                <a:lnTo>
                  <a:pt x="2341295" y="0"/>
                </a:lnTo>
                <a:lnTo>
                  <a:pt x="1580997" y="0"/>
                </a:lnTo>
                <a:lnTo>
                  <a:pt x="1580997" y="134556"/>
                </a:lnTo>
                <a:lnTo>
                  <a:pt x="1553146" y="264820"/>
                </a:lnTo>
                <a:lnTo>
                  <a:pt x="1227404" y="264820"/>
                </a:lnTo>
                <a:lnTo>
                  <a:pt x="1197978" y="403555"/>
                </a:lnTo>
                <a:lnTo>
                  <a:pt x="1497660" y="403555"/>
                </a:lnTo>
                <a:lnTo>
                  <a:pt x="1470012" y="533819"/>
                </a:lnTo>
                <a:lnTo>
                  <a:pt x="1170330" y="533819"/>
                </a:lnTo>
                <a:lnTo>
                  <a:pt x="1140079" y="676224"/>
                </a:lnTo>
                <a:lnTo>
                  <a:pt x="1465922" y="676224"/>
                </a:lnTo>
                <a:lnTo>
                  <a:pt x="1438071" y="806462"/>
                </a:lnTo>
                <a:lnTo>
                  <a:pt x="926261" y="806462"/>
                </a:lnTo>
                <a:lnTo>
                  <a:pt x="1027150" y="331825"/>
                </a:lnTo>
                <a:lnTo>
                  <a:pt x="1069086" y="134556"/>
                </a:lnTo>
                <a:lnTo>
                  <a:pt x="1580997" y="134556"/>
                </a:lnTo>
                <a:lnTo>
                  <a:pt x="1580997" y="0"/>
                </a:lnTo>
                <a:lnTo>
                  <a:pt x="908481" y="0"/>
                </a:lnTo>
                <a:lnTo>
                  <a:pt x="908481" y="281914"/>
                </a:lnTo>
                <a:lnTo>
                  <a:pt x="899668" y="331825"/>
                </a:lnTo>
                <a:lnTo>
                  <a:pt x="713600" y="331825"/>
                </a:lnTo>
                <a:lnTo>
                  <a:pt x="716407" y="313486"/>
                </a:lnTo>
                <a:lnTo>
                  <a:pt x="715314" y="297522"/>
                </a:lnTo>
                <a:lnTo>
                  <a:pt x="690435" y="263029"/>
                </a:lnTo>
                <a:lnTo>
                  <a:pt x="634746" y="250888"/>
                </a:lnTo>
                <a:lnTo>
                  <a:pt x="603135" y="255765"/>
                </a:lnTo>
                <a:lnTo>
                  <a:pt x="574814" y="268998"/>
                </a:lnTo>
                <a:lnTo>
                  <a:pt x="553199" y="288531"/>
                </a:lnTo>
                <a:lnTo>
                  <a:pt x="541667" y="312254"/>
                </a:lnTo>
                <a:lnTo>
                  <a:pt x="545172" y="343458"/>
                </a:lnTo>
                <a:lnTo>
                  <a:pt x="566483" y="364985"/>
                </a:lnTo>
                <a:lnTo>
                  <a:pt x="598474" y="379704"/>
                </a:lnTo>
                <a:lnTo>
                  <a:pt x="634022" y="390474"/>
                </a:lnTo>
                <a:lnTo>
                  <a:pt x="710349" y="409155"/>
                </a:lnTo>
                <a:lnTo>
                  <a:pt x="749363" y="420395"/>
                </a:lnTo>
                <a:lnTo>
                  <a:pt x="786155" y="434962"/>
                </a:lnTo>
                <a:lnTo>
                  <a:pt x="844702" y="480275"/>
                </a:lnTo>
                <a:lnTo>
                  <a:pt x="862253" y="514121"/>
                </a:lnTo>
                <a:lnTo>
                  <a:pt x="869188" y="557479"/>
                </a:lnTo>
                <a:lnTo>
                  <a:pt x="863434" y="611924"/>
                </a:lnTo>
                <a:lnTo>
                  <a:pt x="848969" y="656336"/>
                </a:lnTo>
                <a:lnTo>
                  <a:pt x="826350" y="695312"/>
                </a:lnTo>
                <a:lnTo>
                  <a:pt x="796582" y="728903"/>
                </a:lnTo>
                <a:lnTo>
                  <a:pt x="760666" y="757161"/>
                </a:lnTo>
                <a:lnTo>
                  <a:pt x="719607" y="780161"/>
                </a:lnTo>
                <a:lnTo>
                  <a:pt x="674420" y="797941"/>
                </a:lnTo>
                <a:lnTo>
                  <a:pt x="626097" y="810577"/>
                </a:lnTo>
                <a:lnTo>
                  <a:pt x="575640" y="818121"/>
                </a:lnTo>
                <a:lnTo>
                  <a:pt x="524078" y="820610"/>
                </a:lnTo>
                <a:lnTo>
                  <a:pt x="473163" y="818794"/>
                </a:lnTo>
                <a:lnTo>
                  <a:pt x="425475" y="812838"/>
                </a:lnTo>
                <a:lnTo>
                  <a:pt x="382117" y="801992"/>
                </a:lnTo>
                <a:lnTo>
                  <a:pt x="344208" y="785520"/>
                </a:lnTo>
                <a:lnTo>
                  <a:pt x="312864" y="762660"/>
                </a:lnTo>
                <a:lnTo>
                  <a:pt x="289217" y="732675"/>
                </a:lnTo>
                <a:lnTo>
                  <a:pt x="274358" y="694804"/>
                </a:lnTo>
                <a:lnTo>
                  <a:pt x="269405" y="648309"/>
                </a:lnTo>
                <a:lnTo>
                  <a:pt x="275488" y="592455"/>
                </a:lnTo>
                <a:lnTo>
                  <a:pt x="461670" y="592455"/>
                </a:lnTo>
                <a:lnTo>
                  <a:pt x="460590" y="634403"/>
                </a:lnTo>
                <a:lnTo>
                  <a:pt x="477113" y="665022"/>
                </a:lnTo>
                <a:lnTo>
                  <a:pt x="508863" y="683780"/>
                </a:lnTo>
                <a:lnTo>
                  <a:pt x="553478" y="690143"/>
                </a:lnTo>
                <a:lnTo>
                  <a:pt x="587768" y="685965"/>
                </a:lnTo>
                <a:lnTo>
                  <a:pt x="622020" y="673404"/>
                </a:lnTo>
                <a:lnTo>
                  <a:pt x="649998" y="652462"/>
                </a:lnTo>
                <a:lnTo>
                  <a:pt x="665429" y="623125"/>
                </a:lnTo>
                <a:lnTo>
                  <a:pt x="665492" y="593737"/>
                </a:lnTo>
                <a:lnTo>
                  <a:pt x="664705" y="592455"/>
                </a:lnTo>
                <a:lnTo>
                  <a:pt x="652437" y="572452"/>
                </a:lnTo>
                <a:lnTo>
                  <a:pt x="628243" y="556996"/>
                </a:lnTo>
                <a:lnTo>
                  <a:pt x="594918" y="545071"/>
                </a:lnTo>
                <a:lnTo>
                  <a:pt x="508914" y="522744"/>
                </a:lnTo>
                <a:lnTo>
                  <a:pt x="460248" y="507771"/>
                </a:lnTo>
                <a:lnTo>
                  <a:pt x="410464" y="487222"/>
                </a:lnTo>
                <a:lnTo>
                  <a:pt x="371932" y="459282"/>
                </a:lnTo>
                <a:lnTo>
                  <a:pt x="348348" y="421398"/>
                </a:lnTo>
                <a:lnTo>
                  <a:pt x="339166" y="375475"/>
                </a:lnTo>
                <a:lnTo>
                  <a:pt x="343865" y="323443"/>
                </a:lnTo>
                <a:lnTo>
                  <a:pt x="361454" y="274574"/>
                </a:lnTo>
                <a:lnTo>
                  <a:pt x="386054" y="233654"/>
                </a:lnTo>
                <a:lnTo>
                  <a:pt x="416737" y="200101"/>
                </a:lnTo>
                <a:lnTo>
                  <a:pt x="452526" y="173329"/>
                </a:lnTo>
                <a:lnTo>
                  <a:pt x="492467" y="152742"/>
                </a:lnTo>
                <a:lnTo>
                  <a:pt x="535597" y="137756"/>
                </a:lnTo>
                <a:lnTo>
                  <a:pt x="580986" y="127787"/>
                </a:lnTo>
                <a:lnTo>
                  <a:pt x="627646" y="122237"/>
                </a:lnTo>
                <a:lnTo>
                  <a:pt x="674649" y="120523"/>
                </a:lnTo>
                <a:lnTo>
                  <a:pt x="720369" y="122428"/>
                </a:lnTo>
                <a:lnTo>
                  <a:pt x="764184" y="128524"/>
                </a:lnTo>
                <a:lnTo>
                  <a:pt x="804697" y="139306"/>
                </a:lnTo>
                <a:lnTo>
                  <a:pt x="840486" y="155308"/>
                </a:lnTo>
                <a:lnTo>
                  <a:pt x="892327" y="205041"/>
                </a:lnTo>
                <a:lnTo>
                  <a:pt x="908481" y="281914"/>
                </a:lnTo>
                <a:lnTo>
                  <a:pt x="908481" y="0"/>
                </a:lnTo>
                <a:lnTo>
                  <a:pt x="0" y="0"/>
                </a:lnTo>
                <a:lnTo>
                  <a:pt x="0" y="137388"/>
                </a:lnTo>
                <a:lnTo>
                  <a:pt x="198323" y="137388"/>
                </a:lnTo>
                <a:lnTo>
                  <a:pt x="198323" y="162204"/>
                </a:lnTo>
                <a:lnTo>
                  <a:pt x="0" y="162204"/>
                </a:lnTo>
                <a:lnTo>
                  <a:pt x="0" y="295605"/>
                </a:lnTo>
                <a:lnTo>
                  <a:pt x="198323" y="295605"/>
                </a:lnTo>
                <a:lnTo>
                  <a:pt x="198323" y="320408"/>
                </a:lnTo>
                <a:lnTo>
                  <a:pt x="0" y="320408"/>
                </a:lnTo>
                <a:lnTo>
                  <a:pt x="0" y="458101"/>
                </a:lnTo>
                <a:lnTo>
                  <a:pt x="198323" y="458101"/>
                </a:lnTo>
                <a:lnTo>
                  <a:pt x="198323" y="482930"/>
                </a:lnTo>
                <a:lnTo>
                  <a:pt x="0" y="482930"/>
                </a:lnTo>
                <a:lnTo>
                  <a:pt x="0" y="622820"/>
                </a:lnTo>
                <a:lnTo>
                  <a:pt x="198323" y="622820"/>
                </a:lnTo>
                <a:lnTo>
                  <a:pt x="198323" y="647623"/>
                </a:lnTo>
                <a:lnTo>
                  <a:pt x="0" y="647623"/>
                </a:lnTo>
                <a:lnTo>
                  <a:pt x="0" y="781545"/>
                </a:lnTo>
                <a:lnTo>
                  <a:pt x="198323" y="781545"/>
                </a:lnTo>
                <a:lnTo>
                  <a:pt x="198323" y="806361"/>
                </a:lnTo>
                <a:lnTo>
                  <a:pt x="0" y="806361"/>
                </a:lnTo>
                <a:lnTo>
                  <a:pt x="0" y="942378"/>
                </a:lnTo>
                <a:lnTo>
                  <a:pt x="3692995" y="942378"/>
                </a:lnTo>
                <a:lnTo>
                  <a:pt x="3692995" y="820610"/>
                </a:lnTo>
                <a:lnTo>
                  <a:pt x="3692995" y="806462"/>
                </a:lnTo>
                <a:lnTo>
                  <a:pt x="3494557" y="806361"/>
                </a:lnTo>
                <a:lnTo>
                  <a:pt x="3494557" y="781545"/>
                </a:lnTo>
                <a:lnTo>
                  <a:pt x="3692995" y="781545"/>
                </a:lnTo>
                <a:lnTo>
                  <a:pt x="3692995" y="647623"/>
                </a:lnTo>
                <a:lnTo>
                  <a:pt x="3494557" y="647623"/>
                </a:lnTo>
                <a:lnTo>
                  <a:pt x="3494557" y="622820"/>
                </a:lnTo>
                <a:lnTo>
                  <a:pt x="3692995" y="622820"/>
                </a:lnTo>
                <a:lnTo>
                  <a:pt x="3692995" y="482930"/>
                </a:lnTo>
                <a:lnTo>
                  <a:pt x="3494557" y="482930"/>
                </a:lnTo>
                <a:lnTo>
                  <a:pt x="3494557" y="458101"/>
                </a:lnTo>
                <a:lnTo>
                  <a:pt x="3692995" y="458101"/>
                </a:lnTo>
                <a:lnTo>
                  <a:pt x="3692995" y="320408"/>
                </a:lnTo>
                <a:lnTo>
                  <a:pt x="3494557" y="320408"/>
                </a:lnTo>
                <a:lnTo>
                  <a:pt x="3494557" y="295605"/>
                </a:lnTo>
                <a:lnTo>
                  <a:pt x="3692995" y="295605"/>
                </a:lnTo>
                <a:lnTo>
                  <a:pt x="3692995" y="162204"/>
                </a:lnTo>
                <a:lnTo>
                  <a:pt x="3494557" y="162204"/>
                </a:lnTo>
                <a:lnTo>
                  <a:pt x="3494557" y="137388"/>
                </a:lnTo>
                <a:lnTo>
                  <a:pt x="3692995" y="137388"/>
                </a:lnTo>
                <a:lnTo>
                  <a:pt x="3692995" y="134556"/>
                </a:lnTo>
                <a:lnTo>
                  <a:pt x="3692995" y="120523"/>
                </a:lnTo>
                <a:lnTo>
                  <a:pt x="369299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2">
            <a:extLst>
              <a:ext uri="{FF2B5EF4-FFF2-40B4-BE49-F238E27FC236}">
                <a16:creationId xmlns:a16="http://schemas.microsoft.com/office/drawing/2014/main" id="{25B67A47-AC91-9948-DD60-8FAE6F653D40}"/>
              </a:ext>
            </a:extLst>
          </p:cNvPr>
          <p:cNvSpPr txBox="1"/>
          <p:nvPr/>
        </p:nvSpPr>
        <p:spPr>
          <a:xfrm>
            <a:off x="10787518" y="4868687"/>
            <a:ext cx="9517773" cy="631583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lang="pt-BR" sz="4000" b="1" spc="15" dirty="0">
                <a:solidFill>
                  <a:srgbClr val="C1272C"/>
                </a:solidFill>
                <a:latin typeface="Montserrat Light"/>
                <a:cs typeface="Montserrat Light"/>
              </a:rPr>
              <a:t>SINTAXE</a:t>
            </a:r>
            <a:endParaRPr sz="4000" b="1" dirty="0">
              <a:latin typeface="Montserrat ExtraBold"/>
              <a:cs typeface="Montserrat ExtraBold"/>
            </a:endParaRPr>
          </a:p>
        </p:txBody>
      </p:sp>
    </p:spTree>
    <p:extLst>
      <p:ext uri="{BB962C8B-B14F-4D97-AF65-F5344CB8AC3E}">
        <p14:creationId xmlns:p14="http://schemas.microsoft.com/office/powerpoint/2010/main" val="37219282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8CD189-CCC4-C1DD-8D47-CD9C328613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Imagem 39">
            <a:extLst>
              <a:ext uri="{FF2B5EF4-FFF2-40B4-BE49-F238E27FC236}">
                <a16:creationId xmlns:a16="http://schemas.microsoft.com/office/drawing/2014/main" id="{A039C620-7132-4F79-F702-965BD4F8A5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Texturizer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158750" y="-14278"/>
            <a:ext cx="10593278" cy="11307753"/>
          </a:xfrm>
          <a:prstGeom prst="rect">
            <a:avLst/>
          </a:prstGeom>
        </p:spPr>
      </p:pic>
      <p:pic>
        <p:nvPicPr>
          <p:cNvPr id="2" name="object 2">
            <a:extLst>
              <a:ext uri="{FF2B5EF4-FFF2-40B4-BE49-F238E27FC236}">
                <a16:creationId xmlns:a16="http://schemas.microsoft.com/office/drawing/2014/main" id="{9AB71D32-AE25-24F2-FE14-AA51CB8BD47C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235259" y="0"/>
            <a:ext cx="8408120" cy="493627"/>
          </a:xfrm>
          <a:prstGeom prst="rect">
            <a:avLst/>
          </a:prstGeom>
        </p:spPr>
      </p:pic>
      <p:sp>
        <p:nvSpPr>
          <p:cNvPr id="3" name="object 3">
            <a:extLst>
              <a:ext uri="{FF2B5EF4-FFF2-40B4-BE49-F238E27FC236}">
                <a16:creationId xmlns:a16="http://schemas.microsoft.com/office/drawing/2014/main" id="{4BDB2302-1282-B476-38A4-E6FCB5D532A7}"/>
              </a:ext>
            </a:extLst>
          </p:cNvPr>
          <p:cNvSpPr/>
          <p:nvPr/>
        </p:nvSpPr>
        <p:spPr>
          <a:xfrm>
            <a:off x="17957569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6CD3B76E-18E8-9341-58A0-33A388FB3570}"/>
              </a:ext>
            </a:extLst>
          </p:cNvPr>
          <p:cNvSpPr/>
          <p:nvPr/>
        </p:nvSpPr>
        <p:spPr>
          <a:xfrm>
            <a:off x="17957569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CBBB5090-6D1F-6DAC-E957-0A11C66D2CB5}"/>
              </a:ext>
            </a:extLst>
          </p:cNvPr>
          <p:cNvSpPr/>
          <p:nvPr/>
        </p:nvSpPr>
        <p:spPr>
          <a:xfrm>
            <a:off x="17957569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592F6E22-8118-36D8-DF92-1222BC6ABBF1}"/>
              </a:ext>
            </a:extLst>
          </p:cNvPr>
          <p:cNvSpPr/>
          <p:nvPr/>
        </p:nvSpPr>
        <p:spPr>
          <a:xfrm>
            <a:off x="18219340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18A26425-A1FE-BBF1-63EC-E0918B6FBC1F}"/>
              </a:ext>
            </a:extLst>
          </p:cNvPr>
          <p:cNvSpPr/>
          <p:nvPr/>
        </p:nvSpPr>
        <p:spPr>
          <a:xfrm>
            <a:off x="18219340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44F9D833-0BDE-739B-64DE-9E1C44BA9352}"/>
              </a:ext>
            </a:extLst>
          </p:cNvPr>
          <p:cNvSpPr/>
          <p:nvPr/>
        </p:nvSpPr>
        <p:spPr>
          <a:xfrm>
            <a:off x="18219340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1F0804F8-BFC8-7457-D599-76A7F19A7F10}"/>
              </a:ext>
            </a:extLst>
          </p:cNvPr>
          <p:cNvSpPr/>
          <p:nvPr/>
        </p:nvSpPr>
        <p:spPr>
          <a:xfrm>
            <a:off x="18481112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350DB942-84F3-4048-1A74-A187F2C3B42A}"/>
              </a:ext>
            </a:extLst>
          </p:cNvPr>
          <p:cNvSpPr/>
          <p:nvPr/>
        </p:nvSpPr>
        <p:spPr>
          <a:xfrm>
            <a:off x="18481112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>
            <a:extLst>
              <a:ext uri="{FF2B5EF4-FFF2-40B4-BE49-F238E27FC236}">
                <a16:creationId xmlns:a16="http://schemas.microsoft.com/office/drawing/2014/main" id="{987B3ECF-8DC8-1B5A-DDC3-7A25ED9629D3}"/>
              </a:ext>
            </a:extLst>
          </p:cNvPr>
          <p:cNvSpPr/>
          <p:nvPr/>
        </p:nvSpPr>
        <p:spPr>
          <a:xfrm>
            <a:off x="18481112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>
            <a:extLst>
              <a:ext uri="{FF2B5EF4-FFF2-40B4-BE49-F238E27FC236}">
                <a16:creationId xmlns:a16="http://schemas.microsoft.com/office/drawing/2014/main" id="{31865E57-0580-AACA-8FDF-C57481774763}"/>
              </a:ext>
            </a:extLst>
          </p:cNvPr>
          <p:cNvSpPr/>
          <p:nvPr/>
        </p:nvSpPr>
        <p:spPr>
          <a:xfrm>
            <a:off x="18742885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>
            <a:extLst>
              <a:ext uri="{FF2B5EF4-FFF2-40B4-BE49-F238E27FC236}">
                <a16:creationId xmlns:a16="http://schemas.microsoft.com/office/drawing/2014/main" id="{2330D5FC-FAAF-0552-AE10-A06DDAA5F82B}"/>
              </a:ext>
            </a:extLst>
          </p:cNvPr>
          <p:cNvSpPr/>
          <p:nvPr/>
        </p:nvSpPr>
        <p:spPr>
          <a:xfrm>
            <a:off x="18742885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>
            <a:extLst>
              <a:ext uri="{FF2B5EF4-FFF2-40B4-BE49-F238E27FC236}">
                <a16:creationId xmlns:a16="http://schemas.microsoft.com/office/drawing/2014/main" id="{B2F8A244-6F47-3738-4397-42FF8091778E}"/>
              </a:ext>
            </a:extLst>
          </p:cNvPr>
          <p:cNvSpPr/>
          <p:nvPr/>
        </p:nvSpPr>
        <p:spPr>
          <a:xfrm>
            <a:off x="18742885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5EB33C93-A720-CBAC-4E1F-4E46F18EE696}"/>
              </a:ext>
            </a:extLst>
          </p:cNvPr>
          <p:cNvSpPr/>
          <p:nvPr/>
        </p:nvSpPr>
        <p:spPr>
          <a:xfrm>
            <a:off x="19004657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>
            <a:extLst>
              <a:ext uri="{FF2B5EF4-FFF2-40B4-BE49-F238E27FC236}">
                <a16:creationId xmlns:a16="http://schemas.microsoft.com/office/drawing/2014/main" id="{02FCC93B-9879-FC24-C332-0EBFD43EEFFD}"/>
              </a:ext>
            </a:extLst>
          </p:cNvPr>
          <p:cNvSpPr/>
          <p:nvPr/>
        </p:nvSpPr>
        <p:spPr>
          <a:xfrm>
            <a:off x="19004657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>
            <a:extLst>
              <a:ext uri="{FF2B5EF4-FFF2-40B4-BE49-F238E27FC236}">
                <a16:creationId xmlns:a16="http://schemas.microsoft.com/office/drawing/2014/main" id="{C24DFA46-6A33-5518-D1D7-5690B5620A83}"/>
              </a:ext>
            </a:extLst>
          </p:cNvPr>
          <p:cNvSpPr/>
          <p:nvPr/>
        </p:nvSpPr>
        <p:spPr>
          <a:xfrm>
            <a:off x="19004657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>
            <a:extLst>
              <a:ext uri="{FF2B5EF4-FFF2-40B4-BE49-F238E27FC236}">
                <a16:creationId xmlns:a16="http://schemas.microsoft.com/office/drawing/2014/main" id="{D063DAE8-1FC7-EEC8-5166-82267404C540}"/>
              </a:ext>
            </a:extLst>
          </p:cNvPr>
          <p:cNvSpPr/>
          <p:nvPr/>
        </p:nvSpPr>
        <p:spPr>
          <a:xfrm>
            <a:off x="19266428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>
            <a:extLst>
              <a:ext uri="{FF2B5EF4-FFF2-40B4-BE49-F238E27FC236}">
                <a16:creationId xmlns:a16="http://schemas.microsoft.com/office/drawing/2014/main" id="{98A694DE-858C-A132-3343-022A438A6D79}"/>
              </a:ext>
            </a:extLst>
          </p:cNvPr>
          <p:cNvSpPr/>
          <p:nvPr/>
        </p:nvSpPr>
        <p:spPr>
          <a:xfrm>
            <a:off x="19266428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>
            <a:extLst>
              <a:ext uri="{FF2B5EF4-FFF2-40B4-BE49-F238E27FC236}">
                <a16:creationId xmlns:a16="http://schemas.microsoft.com/office/drawing/2014/main" id="{114D0FAF-D524-2315-59A9-C3EE199E6C0B}"/>
              </a:ext>
            </a:extLst>
          </p:cNvPr>
          <p:cNvSpPr/>
          <p:nvPr/>
        </p:nvSpPr>
        <p:spPr>
          <a:xfrm>
            <a:off x="19266428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>
            <a:extLst>
              <a:ext uri="{FF2B5EF4-FFF2-40B4-BE49-F238E27FC236}">
                <a16:creationId xmlns:a16="http://schemas.microsoft.com/office/drawing/2014/main" id="{EE28CCED-F4B2-AE7D-8788-38AE3FA8BC11}"/>
              </a:ext>
            </a:extLst>
          </p:cNvPr>
          <p:cNvSpPr/>
          <p:nvPr/>
        </p:nvSpPr>
        <p:spPr>
          <a:xfrm>
            <a:off x="19528201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>
            <a:extLst>
              <a:ext uri="{FF2B5EF4-FFF2-40B4-BE49-F238E27FC236}">
                <a16:creationId xmlns:a16="http://schemas.microsoft.com/office/drawing/2014/main" id="{6ADC648C-CDC4-8FF2-9D9F-CB18954DE235}"/>
              </a:ext>
            </a:extLst>
          </p:cNvPr>
          <p:cNvSpPr/>
          <p:nvPr/>
        </p:nvSpPr>
        <p:spPr>
          <a:xfrm>
            <a:off x="19528201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>
            <a:extLst>
              <a:ext uri="{FF2B5EF4-FFF2-40B4-BE49-F238E27FC236}">
                <a16:creationId xmlns:a16="http://schemas.microsoft.com/office/drawing/2014/main" id="{9380C45C-CAFE-5274-4A4C-6934DDCB149A}"/>
              </a:ext>
            </a:extLst>
          </p:cNvPr>
          <p:cNvSpPr/>
          <p:nvPr/>
        </p:nvSpPr>
        <p:spPr>
          <a:xfrm>
            <a:off x="19528201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>
            <a:extLst>
              <a:ext uri="{FF2B5EF4-FFF2-40B4-BE49-F238E27FC236}">
                <a16:creationId xmlns:a16="http://schemas.microsoft.com/office/drawing/2014/main" id="{0CA7E97D-70EB-1B94-B2EF-2883C7D62DBE}"/>
              </a:ext>
            </a:extLst>
          </p:cNvPr>
          <p:cNvSpPr/>
          <p:nvPr/>
        </p:nvSpPr>
        <p:spPr>
          <a:xfrm>
            <a:off x="19789973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>
            <a:extLst>
              <a:ext uri="{FF2B5EF4-FFF2-40B4-BE49-F238E27FC236}">
                <a16:creationId xmlns:a16="http://schemas.microsoft.com/office/drawing/2014/main" id="{4BC510C8-B265-5158-9E18-2489FD2ADF10}"/>
              </a:ext>
            </a:extLst>
          </p:cNvPr>
          <p:cNvSpPr/>
          <p:nvPr/>
        </p:nvSpPr>
        <p:spPr>
          <a:xfrm>
            <a:off x="19789973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>
            <a:extLst>
              <a:ext uri="{FF2B5EF4-FFF2-40B4-BE49-F238E27FC236}">
                <a16:creationId xmlns:a16="http://schemas.microsoft.com/office/drawing/2014/main" id="{4207B11E-2022-D60D-7BA5-0851882EB97C}"/>
              </a:ext>
            </a:extLst>
          </p:cNvPr>
          <p:cNvSpPr/>
          <p:nvPr/>
        </p:nvSpPr>
        <p:spPr>
          <a:xfrm>
            <a:off x="19789973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7" name="object 27">
            <a:extLst>
              <a:ext uri="{FF2B5EF4-FFF2-40B4-BE49-F238E27FC236}">
                <a16:creationId xmlns:a16="http://schemas.microsoft.com/office/drawing/2014/main" id="{0EE73141-45CC-49A4-F95B-06FC5676AE25}"/>
              </a:ext>
            </a:extLst>
          </p:cNvPr>
          <p:cNvGrpSpPr/>
          <p:nvPr/>
        </p:nvGrpSpPr>
        <p:grpSpPr>
          <a:xfrm>
            <a:off x="0" y="4877004"/>
            <a:ext cx="20104100" cy="6431968"/>
            <a:chOff x="0" y="4877004"/>
            <a:chExt cx="20104100" cy="6431968"/>
          </a:xfrm>
        </p:grpSpPr>
        <p:sp>
          <p:nvSpPr>
            <p:cNvPr id="29" name="object 29">
              <a:extLst>
                <a:ext uri="{FF2B5EF4-FFF2-40B4-BE49-F238E27FC236}">
                  <a16:creationId xmlns:a16="http://schemas.microsoft.com/office/drawing/2014/main" id="{83DB0434-0733-15AA-698A-820FF14474A6}"/>
                </a:ext>
              </a:extLst>
            </p:cNvPr>
            <p:cNvSpPr/>
            <p:nvPr/>
          </p:nvSpPr>
          <p:spPr>
            <a:xfrm>
              <a:off x="9004961" y="4877004"/>
              <a:ext cx="2094230" cy="0"/>
            </a:xfrm>
            <a:custGeom>
              <a:avLst/>
              <a:gdLst/>
              <a:ahLst/>
              <a:cxnLst/>
              <a:rect l="l" t="t" r="r" b="b"/>
              <a:pathLst>
                <a:path w="2094229">
                  <a:moveTo>
                    <a:pt x="0" y="0"/>
                  </a:moveTo>
                  <a:lnTo>
                    <a:pt x="2094177" y="0"/>
                  </a:lnTo>
                </a:path>
              </a:pathLst>
            </a:custGeom>
            <a:ln w="76200">
              <a:solidFill>
                <a:srgbClr val="C1272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>
              <a:extLst>
                <a:ext uri="{FF2B5EF4-FFF2-40B4-BE49-F238E27FC236}">
                  <a16:creationId xmlns:a16="http://schemas.microsoft.com/office/drawing/2014/main" id="{EF5F79AB-1B3C-08EA-9FC7-CE0DD5903092}"/>
                </a:ext>
              </a:extLst>
            </p:cNvPr>
            <p:cNvSpPr/>
            <p:nvPr/>
          </p:nvSpPr>
          <p:spPr>
            <a:xfrm>
              <a:off x="0" y="11151492"/>
              <a:ext cx="20104100" cy="157480"/>
            </a:xfrm>
            <a:custGeom>
              <a:avLst/>
              <a:gdLst/>
              <a:ahLst/>
              <a:cxnLst/>
              <a:rect l="l" t="t" r="r" b="b"/>
              <a:pathLst>
                <a:path w="20104100" h="157479">
                  <a:moveTo>
                    <a:pt x="20104099" y="0"/>
                  </a:moveTo>
                  <a:lnTo>
                    <a:pt x="0" y="0"/>
                  </a:lnTo>
                  <a:lnTo>
                    <a:pt x="0" y="157063"/>
                  </a:lnTo>
                  <a:lnTo>
                    <a:pt x="20104099" y="157063"/>
                  </a:lnTo>
                  <a:lnTo>
                    <a:pt x="20104099" y="0"/>
                  </a:lnTo>
                  <a:close/>
                </a:path>
              </a:pathLst>
            </a:custGeom>
            <a:solidFill>
              <a:srgbClr val="C127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2">
            <a:extLst>
              <a:ext uri="{FF2B5EF4-FFF2-40B4-BE49-F238E27FC236}">
                <a16:creationId xmlns:a16="http://schemas.microsoft.com/office/drawing/2014/main" id="{44BDF607-2819-4B0C-5531-B5349CF506AE}"/>
              </a:ext>
            </a:extLst>
          </p:cNvPr>
          <p:cNvSpPr txBox="1"/>
          <p:nvPr/>
        </p:nvSpPr>
        <p:spPr>
          <a:xfrm>
            <a:off x="10787518" y="4868687"/>
            <a:ext cx="9517773" cy="4259756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lang="pt-BR" sz="4000" b="1" spc="15" dirty="0">
                <a:solidFill>
                  <a:srgbClr val="C1272C"/>
                </a:solidFill>
                <a:latin typeface="Montserrat Light"/>
                <a:cs typeface="Montserrat Light"/>
              </a:rPr>
              <a:t>QUANDO USAR</a:t>
            </a:r>
            <a:endParaRPr sz="4000" b="1" dirty="0">
              <a:latin typeface="Montserrat ExtraBold"/>
              <a:cs typeface="Montserrat ExtraBold"/>
            </a:endParaRPr>
          </a:p>
          <a:p>
            <a:pPr marL="355600" marR="5080" indent="-342900">
              <a:lnSpc>
                <a:spcPct val="150000"/>
              </a:lnSpc>
              <a:spcBef>
                <a:spcPts val="2880"/>
              </a:spcBef>
              <a:buFont typeface="Arial" panose="020B0604020202020204" pitchFamily="34" charset="0"/>
              <a:buChar char="•"/>
            </a:pPr>
            <a:r>
              <a:rPr lang="pt-BR" sz="2800" spc="-20" dirty="0">
                <a:solidFill>
                  <a:srgbClr val="4D4D4D"/>
                </a:solidFill>
                <a:latin typeface="Montserrat"/>
                <a:cs typeface="Montserrat"/>
              </a:rPr>
              <a:t>Quando um único valor precisa ser retornado.</a:t>
            </a:r>
          </a:p>
          <a:p>
            <a:pPr marL="355600" marR="5080" indent="-342900">
              <a:lnSpc>
                <a:spcPct val="150000"/>
              </a:lnSpc>
              <a:spcBef>
                <a:spcPts val="2880"/>
              </a:spcBef>
              <a:buFont typeface="Arial" panose="020B0604020202020204" pitchFamily="34" charset="0"/>
              <a:buChar char="•"/>
            </a:pPr>
            <a:r>
              <a:rPr lang="pt-BR" sz="2800" spc="-20" dirty="0">
                <a:solidFill>
                  <a:srgbClr val="4D4D4D"/>
                </a:solidFill>
                <a:latin typeface="Montserrat"/>
                <a:cs typeface="Montserrat"/>
              </a:rPr>
              <a:t>Pode ser usada diretamente em SELECT, WHERE, JOIN, ORDER BY.</a:t>
            </a:r>
          </a:p>
          <a:p>
            <a:pPr marL="355600" marR="5080" indent="-342900">
              <a:lnSpc>
                <a:spcPct val="150000"/>
              </a:lnSpc>
              <a:spcBef>
                <a:spcPts val="2880"/>
              </a:spcBef>
              <a:buFont typeface="Arial" panose="020B0604020202020204" pitchFamily="34" charset="0"/>
              <a:buChar char="•"/>
            </a:pPr>
            <a:r>
              <a:rPr lang="pt-BR" sz="2800" spc="-20" dirty="0">
                <a:solidFill>
                  <a:srgbClr val="4D4D4D"/>
                </a:solidFill>
                <a:latin typeface="Montserrat"/>
                <a:cs typeface="Montserrat"/>
              </a:rPr>
              <a:t>Ideal para cálculos e regras pequenas reutilizáveis.</a:t>
            </a:r>
          </a:p>
        </p:txBody>
      </p:sp>
      <p:sp>
        <p:nvSpPr>
          <p:cNvPr id="37" name="CaixaDeTexto 36">
            <a:extLst>
              <a:ext uri="{FF2B5EF4-FFF2-40B4-BE49-F238E27FC236}">
                <a16:creationId xmlns:a16="http://schemas.microsoft.com/office/drawing/2014/main" id="{20B1DE28-EF1C-67DA-844B-41A8D8B862CB}"/>
              </a:ext>
            </a:extLst>
          </p:cNvPr>
          <p:cNvSpPr txBox="1"/>
          <p:nvPr/>
        </p:nvSpPr>
        <p:spPr>
          <a:xfrm>
            <a:off x="10811318" y="-3521"/>
            <a:ext cx="9256001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6600" b="1" spc="-15" dirty="0">
                <a:latin typeface="Montserrat ExtraBold"/>
                <a:cs typeface="Montserrat ExtraBold"/>
              </a:rPr>
              <a:t>STORED FUNCTIONS</a:t>
            </a:r>
          </a:p>
        </p:txBody>
      </p:sp>
      <p:sp>
        <p:nvSpPr>
          <p:cNvPr id="39" name="object 48">
            <a:extLst>
              <a:ext uri="{FF2B5EF4-FFF2-40B4-BE49-F238E27FC236}">
                <a16:creationId xmlns:a16="http://schemas.microsoft.com/office/drawing/2014/main" id="{4F88666A-656A-257E-ECF7-55DD304AFCC7}"/>
              </a:ext>
            </a:extLst>
          </p:cNvPr>
          <p:cNvSpPr/>
          <p:nvPr/>
        </p:nvSpPr>
        <p:spPr>
          <a:xfrm>
            <a:off x="6608801" y="156818"/>
            <a:ext cx="3693160" cy="942975"/>
          </a:xfrm>
          <a:custGeom>
            <a:avLst/>
            <a:gdLst/>
            <a:ahLst/>
            <a:cxnLst/>
            <a:rect l="l" t="t" r="r" b="b"/>
            <a:pathLst>
              <a:path w="3693160" h="942975">
                <a:moveTo>
                  <a:pt x="2779915" y="545020"/>
                </a:moveTo>
                <a:lnTo>
                  <a:pt x="2753652" y="265760"/>
                </a:lnTo>
                <a:lnTo>
                  <a:pt x="2750807" y="265760"/>
                </a:lnTo>
                <a:lnTo>
                  <a:pt x="2600236" y="545020"/>
                </a:lnTo>
                <a:lnTo>
                  <a:pt x="2779915" y="545020"/>
                </a:lnTo>
                <a:close/>
              </a:path>
              <a:path w="3693160" h="942975">
                <a:moveTo>
                  <a:pt x="3692995" y="0"/>
                </a:moveTo>
                <a:lnTo>
                  <a:pt x="3424605" y="0"/>
                </a:lnTo>
                <a:lnTo>
                  <a:pt x="3424605" y="134556"/>
                </a:lnTo>
                <a:lnTo>
                  <a:pt x="3281794" y="806462"/>
                </a:lnTo>
                <a:lnTo>
                  <a:pt x="3095612" y="806462"/>
                </a:lnTo>
                <a:lnTo>
                  <a:pt x="3238538" y="134556"/>
                </a:lnTo>
                <a:lnTo>
                  <a:pt x="3424605" y="134556"/>
                </a:lnTo>
                <a:lnTo>
                  <a:pt x="3424605" y="0"/>
                </a:lnTo>
                <a:lnTo>
                  <a:pt x="3024936" y="0"/>
                </a:lnTo>
                <a:lnTo>
                  <a:pt x="3024936" y="806462"/>
                </a:lnTo>
                <a:lnTo>
                  <a:pt x="2814574" y="806462"/>
                </a:lnTo>
                <a:lnTo>
                  <a:pt x="2797822" y="675284"/>
                </a:lnTo>
                <a:lnTo>
                  <a:pt x="2525166" y="675284"/>
                </a:lnTo>
                <a:lnTo>
                  <a:pt x="2453538" y="806462"/>
                </a:lnTo>
                <a:lnTo>
                  <a:pt x="2267369" y="806462"/>
                </a:lnTo>
                <a:lnTo>
                  <a:pt x="2675420" y="134556"/>
                </a:lnTo>
                <a:lnTo>
                  <a:pt x="2902534" y="134556"/>
                </a:lnTo>
                <a:lnTo>
                  <a:pt x="3024936" y="806462"/>
                </a:lnTo>
                <a:lnTo>
                  <a:pt x="3024936" y="0"/>
                </a:lnTo>
                <a:lnTo>
                  <a:pt x="2341295" y="0"/>
                </a:lnTo>
                <a:lnTo>
                  <a:pt x="2341295" y="134556"/>
                </a:lnTo>
                <a:lnTo>
                  <a:pt x="2198471" y="806462"/>
                </a:lnTo>
                <a:lnTo>
                  <a:pt x="1940674" y="806462"/>
                </a:lnTo>
                <a:lnTo>
                  <a:pt x="1822043" y="291833"/>
                </a:lnTo>
                <a:lnTo>
                  <a:pt x="1820164" y="291833"/>
                </a:lnTo>
                <a:lnTo>
                  <a:pt x="1710842" y="806462"/>
                </a:lnTo>
                <a:lnTo>
                  <a:pt x="1543304" y="806462"/>
                </a:lnTo>
                <a:lnTo>
                  <a:pt x="1686128" y="134556"/>
                </a:lnTo>
                <a:lnTo>
                  <a:pt x="1946744" y="134556"/>
                </a:lnTo>
                <a:lnTo>
                  <a:pt x="2065489" y="635266"/>
                </a:lnTo>
                <a:lnTo>
                  <a:pt x="2067687" y="633399"/>
                </a:lnTo>
                <a:lnTo>
                  <a:pt x="2173757" y="134556"/>
                </a:lnTo>
                <a:lnTo>
                  <a:pt x="2341295" y="134556"/>
                </a:lnTo>
                <a:lnTo>
                  <a:pt x="2341295" y="0"/>
                </a:lnTo>
                <a:lnTo>
                  <a:pt x="1580997" y="0"/>
                </a:lnTo>
                <a:lnTo>
                  <a:pt x="1580997" y="134556"/>
                </a:lnTo>
                <a:lnTo>
                  <a:pt x="1553146" y="264820"/>
                </a:lnTo>
                <a:lnTo>
                  <a:pt x="1227404" y="264820"/>
                </a:lnTo>
                <a:lnTo>
                  <a:pt x="1197978" y="403555"/>
                </a:lnTo>
                <a:lnTo>
                  <a:pt x="1497660" y="403555"/>
                </a:lnTo>
                <a:lnTo>
                  <a:pt x="1470012" y="533819"/>
                </a:lnTo>
                <a:lnTo>
                  <a:pt x="1170330" y="533819"/>
                </a:lnTo>
                <a:lnTo>
                  <a:pt x="1140079" y="676224"/>
                </a:lnTo>
                <a:lnTo>
                  <a:pt x="1465922" y="676224"/>
                </a:lnTo>
                <a:lnTo>
                  <a:pt x="1438071" y="806462"/>
                </a:lnTo>
                <a:lnTo>
                  <a:pt x="926261" y="806462"/>
                </a:lnTo>
                <a:lnTo>
                  <a:pt x="1027150" y="331825"/>
                </a:lnTo>
                <a:lnTo>
                  <a:pt x="1069086" y="134556"/>
                </a:lnTo>
                <a:lnTo>
                  <a:pt x="1580997" y="134556"/>
                </a:lnTo>
                <a:lnTo>
                  <a:pt x="1580997" y="0"/>
                </a:lnTo>
                <a:lnTo>
                  <a:pt x="908481" y="0"/>
                </a:lnTo>
                <a:lnTo>
                  <a:pt x="908481" y="281914"/>
                </a:lnTo>
                <a:lnTo>
                  <a:pt x="899668" y="331825"/>
                </a:lnTo>
                <a:lnTo>
                  <a:pt x="713600" y="331825"/>
                </a:lnTo>
                <a:lnTo>
                  <a:pt x="716407" y="313486"/>
                </a:lnTo>
                <a:lnTo>
                  <a:pt x="715314" y="297522"/>
                </a:lnTo>
                <a:lnTo>
                  <a:pt x="690435" y="263029"/>
                </a:lnTo>
                <a:lnTo>
                  <a:pt x="634746" y="250888"/>
                </a:lnTo>
                <a:lnTo>
                  <a:pt x="603135" y="255765"/>
                </a:lnTo>
                <a:lnTo>
                  <a:pt x="574814" y="268998"/>
                </a:lnTo>
                <a:lnTo>
                  <a:pt x="553199" y="288531"/>
                </a:lnTo>
                <a:lnTo>
                  <a:pt x="541667" y="312254"/>
                </a:lnTo>
                <a:lnTo>
                  <a:pt x="545172" y="343458"/>
                </a:lnTo>
                <a:lnTo>
                  <a:pt x="566483" y="364985"/>
                </a:lnTo>
                <a:lnTo>
                  <a:pt x="598474" y="379704"/>
                </a:lnTo>
                <a:lnTo>
                  <a:pt x="634022" y="390474"/>
                </a:lnTo>
                <a:lnTo>
                  <a:pt x="710349" y="409155"/>
                </a:lnTo>
                <a:lnTo>
                  <a:pt x="749363" y="420395"/>
                </a:lnTo>
                <a:lnTo>
                  <a:pt x="786155" y="434962"/>
                </a:lnTo>
                <a:lnTo>
                  <a:pt x="844702" y="480275"/>
                </a:lnTo>
                <a:lnTo>
                  <a:pt x="862253" y="514121"/>
                </a:lnTo>
                <a:lnTo>
                  <a:pt x="869188" y="557479"/>
                </a:lnTo>
                <a:lnTo>
                  <a:pt x="863434" y="611924"/>
                </a:lnTo>
                <a:lnTo>
                  <a:pt x="848969" y="656336"/>
                </a:lnTo>
                <a:lnTo>
                  <a:pt x="826350" y="695312"/>
                </a:lnTo>
                <a:lnTo>
                  <a:pt x="796582" y="728903"/>
                </a:lnTo>
                <a:lnTo>
                  <a:pt x="760666" y="757161"/>
                </a:lnTo>
                <a:lnTo>
                  <a:pt x="719607" y="780161"/>
                </a:lnTo>
                <a:lnTo>
                  <a:pt x="674420" y="797941"/>
                </a:lnTo>
                <a:lnTo>
                  <a:pt x="626097" y="810577"/>
                </a:lnTo>
                <a:lnTo>
                  <a:pt x="575640" y="818121"/>
                </a:lnTo>
                <a:lnTo>
                  <a:pt x="524078" y="820610"/>
                </a:lnTo>
                <a:lnTo>
                  <a:pt x="473163" y="818794"/>
                </a:lnTo>
                <a:lnTo>
                  <a:pt x="425475" y="812838"/>
                </a:lnTo>
                <a:lnTo>
                  <a:pt x="382117" y="801992"/>
                </a:lnTo>
                <a:lnTo>
                  <a:pt x="344208" y="785520"/>
                </a:lnTo>
                <a:lnTo>
                  <a:pt x="312864" y="762660"/>
                </a:lnTo>
                <a:lnTo>
                  <a:pt x="289217" y="732675"/>
                </a:lnTo>
                <a:lnTo>
                  <a:pt x="274358" y="694804"/>
                </a:lnTo>
                <a:lnTo>
                  <a:pt x="269405" y="648309"/>
                </a:lnTo>
                <a:lnTo>
                  <a:pt x="275488" y="592455"/>
                </a:lnTo>
                <a:lnTo>
                  <a:pt x="461670" y="592455"/>
                </a:lnTo>
                <a:lnTo>
                  <a:pt x="460590" y="634403"/>
                </a:lnTo>
                <a:lnTo>
                  <a:pt x="477113" y="665022"/>
                </a:lnTo>
                <a:lnTo>
                  <a:pt x="508863" y="683780"/>
                </a:lnTo>
                <a:lnTo>
                  <a:pt x="553478" y="690143"/>
                </a:lnTo>
                <a:lnTo>
                  <a:pt x="587768" y="685965"/>
                </a:lnTo>
                <a:lnTo>
                  <a:pt x="622020" y="673404"/>
                </a:lnTo>
                <a:lnTo>
                  <a:pt x="649998" y="652462"/>
                </a:lnTo>
                <a:lnTo>
                  <a:pt x="665429" y="623125"/>
                </a:lnTo>
                <a:lnTo>
                  <a:pt x="665492" y="593737"/>
                </a:lnTo>
                <a:lnTo>
                  <a:pt x="664705" y="592455"/>
                </a:lnTo>
                <a:lnTo>
                  <a:pt x="652437" y="572452"/>
                </a:lnTo>
                <a:lnTo>
                  <a:pt x="628243" y="556996"/>
                </a:lnTo>
                <a:lnTo>
                  <a:pt x="594918" y="545071"/>
                </a:lnTo>
                <a:lnTo>
                  <a:pt x="508914" y="522744"/>
                </a:lnTo>
                <a:lnTo>
                  <a:pt x="460248" y="507771"/>
                </a:lnTo>
                <a:lnTo>
                  <a:pt x="410464" y="487222"/>
                </a:lnTo>
                <a:lnTo>
                  <a:pt x="371932" y="459282"/>
                </a:lnTo>
                <a:lnTo>
                  <a:pt x="348348" y="421398"/>
                </a:lnTo>
                <a:lnTo>
                  <a:pt x="339166" y="375475"/>
                </a:lnTo>
                <a:lnTo>
                  <a:pt x="343865" y="323443"/>
                </a:lnTo>
                <a:lnTo>
                  <a:pt x="361454" y="274574"/>
                </a:lnTo>
                <a:lnTo>
                  <a:pt x="386054" y="233654"/>
                </a:lnTo>
                <a:lnTo>
                  <a:pt x="416737" y="200101"/>
                </a:lnTo>
                <a:lnTo>
                  <a:pt x="452526" y="173329"/>
                </a:lnTo>
                <a:lnTo>
                  <a:pt x="492467" y="152742"/>
                </a:lnTo>
                <a:lnTo>
                  <a:pt x="535597" y="137756"/>
                </a:lnTo>
                <a:lnTo>
                  <a:pt x="580986" y="127787"/>
                </a:lnTo>
                <a:lnTo>
                  <a:pt x="627646" y="122237"/>
                </a:lnTo>
                <a:lnTo>
                  <a:pt x="674649" y="120523"/>
                </a:lnTo>
                <a:lnTo>
                  <a:pt x="720369" y="122428"/>
                </a:lnTo>
                <a:lnTo>
                  <a:pt x="764184" y="128524"/>
                </a:lnTo>
                <a:lnTo>
                  <a:pt x="804697" y="139306"/>
                </a:lnTo>
                <a:lnTo>
                  <a:pt x="840486" y="155308"/>
                </a:lnTo>
                <a:lnTo>
                  <a:pt x="892327" y="205041"/>
                </a:lnTo>
                <a:lnTo>
                  <a:pt x="908481" y="281914"/>
                </a:lnTo>
                <a:lnTo>
                  <a:pt x="908481" y="0"/>
                </a:lnTo>
                <a:lnTo>
                  <a:pt x="0" y="0"/>
                </a:lnTo>
                <a:lnTo>
                  <a:pt x="0" y="137388"/>
                </a:lnTo>
                <a:lnTo>
                  <a:pt x="198323" y="137388"/>
                </a:lnTo>
                <a:lnTo>
                  <a:pt x="198323" y="162204"/>
                </a:lnTo>
                <a:lnTo>
                  <a:pt x="0" y="162204"/>
                </a:lnTo>
                <a:lnTo>
                  <a:pt x="0" y="295605"/>
                </a:lnTo>
                <a:lnTo>
                  <a:pt x="198323" y="295605"/>
                </a:lnTo>
                <a:lnTo>
                  <a:pt x="198323" y="320408"/>
                </a:lnTo>
                <a:lnTo>
                  <a:pt x="0" y="320408"/>
                </a:lnTo>
                <a:lnTo>
                  <a:pt x="0" y="458101"/>
                </a:lnTo>
                <a:lnTo>
                  <a:pt x="198323" y="458101"/>
                </a:lnTo>
                <a:lnTo>
                  <a:pt x="198323" y="482930"/>
                </a:lnTo>
                <a:lnTo>
                  <a:pt x="0" y="482930"/>
                </a:lnTo>
                <a:lnTo>
                  <a:pt x="0" y="622820"/>
                </a:lnTo>
                <a:lnTo>
                  <a:pt x="198323" y="622820"/>
                </a:lnTo>
                <a:lnTo>
                  <a:pt x="198323" y="647623"/>
                </a:lnTo>
                <a:lnTo>
                  <a:pt x="0" y="647623"/>
                </a:lnTo>
                <a:lnTo>
                  <a:pt x="0" y="781545"/>
                </a:lnTo>
                <a:lnTo>
                  <a:pt x="198323" y="781545"/>
                </a:lnTo>
                <a:lnTo>
                  <a:pt x="198323" y="806361"/>
                </a:lnTo>
                <a:lnTo>
                  <a:pt x="0" y="806361"/>
                </a:lnTo>
                <a:lnTo>
                  <a:pt x="0" y="942378"/>
                </a:lnTo>
                <a:lnTo>
                  <a:pt x="3692995" y="942378"/>
                </a:lnTo>
                <a:lnTo>
                  <a:pt x="3692995" y="820610"/>
                </a:lnTo>
                <a:lnTo>
                  <a:pt x="3692995" y="806462"/>
                </a:lnTo>
                <a:lnTo>
                  <a:pt x="3494557" y="806361"/>
                </a:lnTo>
                <a:lnTo>
                  <a:pt x="3494557" y="781545"/>
                </a:lnTo>
                <a:lnTo>
                  <a:pt x="3692995" y="781545"/>
                </a:lnTo>
                <a:lnTo>
                  <a:pt x="3692995" y="647623"/>
                </a:lnTo>
                <a:lnTo>
                  <a:pt x="3494557" y="647623"/>
                </a:lnTo>
                <a:lnTo>
                  <a:pt x="3494557" y="622820"/>
                </a:lnTo>
                <a:lnTo>
                  <a:pt x="3692995" y="622820"/>
                </a:lnTo>
                <a:lnTo>
                  <a:pt x="3692995" y="482930"/>
                </a:lnTo>
                <a:lnTo>
                  <a:pt x="3494557" y="482930"/>
                </a:lnTo>
                <a:lnTo>
                  <a:pt x="3494557" y="458101"/>
                </a:lnTo>
                <a:lnTo>
                  <a:pt x="3692995" y="458101"/>
                </a:lnTo>
                <a:lnTo>
                  <a:pt x="3692995" y="320408"/>
                </a:lnTo>
                <a:lnTo>
                  <a:pt x="3494557" y="320408"/>
                </a:lnTo>
                <a:lnTo>
                  <a:pt x="3494557" y="295605"/>
                </a:lnTo>
                <a:lnTo>
                  <a:pt x="3692995" y="295605"/>
                </a:lnTo>
                <a:lnTo>
                  <a:pt x="3692995" y="162204"/>
                </a:lnTo>
                <a:lnTo>
                  <a:pt x="3494557" y="162204"/>
                </a:lnTo>
                <a:lnTo>
                  <a:pt x="3494557" y="137388"/>
                </a:lnTo>
                <a:lnTo>
                  <a:pt x="3692995" y="137388"/>
                </a:lnTo>
                <a:lnTo>
                  <a:pt x="3692995" y="134556"/>
                </a:lnTo>
                <a:lnTo>
                  <a:pt x="3692995" y="120523"/>
                </a:lnTo>
                <a:lnTo>
                  <a:pt x="369299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2274381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357279-D28A-7AEE-2E4C-D01AC890B5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Imagem 39">
            <a:extLst>
              <a:ext uri="{FF2B5EF4-FFF2-40B4-BE49-F238E27FC236}">
                <a16:creationId xmlns:a16="http://schemas.microsoft.com/office/drawing/2014/main" id="{5FD95F5E-21AC-31F5-2994-8175D9F9D3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astelsSmooth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158750" y="-14278"/>
            <a:ext cx="10593278" cy="11307753"/>
          </a:xfrm>
          <a:prstGeom prst="rect">
            <a:avLst/>
          </a:prstGeom>
        </p:spPr>
      </p:pic>
      <p:pic>
        <p:nvPicPr>
          <p:cNvPr id="2" name="object 2">
            <a:extLst>
              <a:ext uri="{FF2B5EF4-FFF2-40B4-BE49-F238E27FC236}">
                <a16:creationId xmlns:a16="http://schemas.microsoft.com/office/drawing/2014/main" id="{7CC49567-7BC2-D0BC-AE2B-C80E9E87683B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235259" y="0"/>
            <a:ext cx="8408120" cy="493627"/>
          </a:xfrm>
          <a:prstGeom prst="rect">
            <a:avLst/>
          </a:prstGeom>
        </p:spPr>
      </p:pic>
      <p:sp>
        <p:nvSpPr>
          <p:cNvPr id="3" name="object 3">
            <a:extLst>
              <a:ext uri="{FF2B5EF4-FFF2-40B4-BE49-F238E27FC236}">
                <a16:creationId xmlns:a16="http://schemas.microsoft.com/office/drawing/2014/main" id="{1A1884F7-EC10-7CA8-214A-5AFF86543D00}"/>
              </a:ext>
            </a:extLst>
          </p:cNvPr>
          <p:cNvSpPr/>
          <p:nvPr/>
        </p:nvSpPr>
        <p:spPr>
          <a:xfrm>
            <a:off x="17957569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E0AB23A5-5F49-A38D-1432-E8CBC0A87149}"/>
              </a:ext>
            </a:extLst>
          </p:cNvPr>
          <p:cNvSpPr/>
          <p:nvPr/>
        </p:nvSpPr>
        <p:spPr>
          <a:xfrm>
            <a:off x="17957569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4B42A1E4-617D-7B26-CCE3-8B4714BFCA0F}"/>
              </a:ext>
            </a:extLst>
          </p:cNvPr>
          <p:cNvSpPr/>
          <p:nvPr/>
        </p:nvSpPr>
        <p:spPr>
          <a:xfrm>
            <a:off x="17957569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ACED4747-0F42-8623-043C-792161549478}"/>
              </a:ext>
            </a:extLst>
          </p:cNvPr>
          <p:cNvSpPr/>
          <p:nvPr/>
        </p:nvSpPr>
        <p:spPr>
          <a:xfrm>
            <a:off x="18219340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D5E20D79-C695-D321-4938-F6E3B143FC2C}"/>
              </a:ext>
            </a:extLst>
          </p:cNvPr>
          <p:cNvSpPr/>
          <p:nvPr/>
        </p:nvSpPr>
        <p:spPr>
          <a:xfrm>
            <a:off x="18219340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8604F02D-EBE2-EE6A-04E9-D800CB059A74}"/>
              </a:ext>
            </a:extLst>
          </p:cNvPr>
          <p:cNvSpPr/>
          <p:nvPr/>
        </p:nvSpPr>
        <p:spPr>
          <a:xfrm>
            <a:off x="18219340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83846E6A-B78E-721A-C690-EF65C017DBCA}"/>
              </a:ext>
            </a:extLst>
          </p:cNvPr>
          <p:cNvSpPr/>
          <p:nvPr/>
        </p:nvSpPr>
        <p:spPr>
          <a:xfrm>
            <a:off x="18481112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39CAE508-52BE-EC14-7FB3-17DB687C0883}"/>
              </a:ext>
            </a:extLst>
          </p:cNvPr>
          <p:cNvSpPr/>
          <p:nvPr/>
        </p:nvSpPr>
        <p:spPr>
          <a:xfrm>
            <a:off x="18481112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>
            <a:extLst>
              <a:ext uri="{FF2B5EF4-FFF2-40B4-BE49-F238E27FC236}">
                <a16:creationId xmlns:a16="http://schemas.microsoft.com/office/drawing/2014/main" id="{2C35730A-FDCA-1302-90D1-60C1633D8F24}"/>
              </a:ext>
            </a:extLst>
          </p:cNvPr>
          <p:cNvSpPr/>
          <p:nvPr/>
        </p:nvSpPr>
        <p:spPr>
          <a:xfrm>
            <a:off x="18481112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>
            <a:extLst>
              <a:ext uri="{FF2B5EF4-FFF2-40B4-BE49-F238E27FC236}">
                <a16:creationId xmlns:a16="http://schemas.microsoft.com/office/drawing/2014/main" id="{CB5E663D-E859-A677-9EEB-139311C0862A}"/>
              </a:ext>
            </a:extLst>
          </p:cNvPr>
          <p:cNvSpPr/>
          <p:nvPr/>
        </p:nvSpPr>
        <p:spPr>
          <a:xfrm>
            <a:off x="18742885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>
            <a:extLst>
              <a:ext uri="{FF2B5EF4-FFF2-40B4-BE49-F238E27FC236}">
                <a16:creationId xmlns:a16="http://schemas.microsoft.com/office/drawing/2014/main" id="{AAF4049C-A3BE-1BA3-C1AA-59A58FECFE73}"/>
              </a:ext>
            </a:extLst>
          </p:cNvPr>
          <p:cNvSpPr/>
          <p:nvPr/>
        </p:nvSpPr>
        <p:spPr>
          <a:xfrm>
            <a:off x="18742885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>
            <a:extLst>
              <a:ext uri="{FF2B5EF4-FFF2-40B4-BE49-F238E27FC236}">
                <a16:creationId xmlns:a16="http://schemas.microsoft.com/office/drawing/2014/main" id="{4A7E407D-796C-6199-C941-5738A3EBE61C}"/>
              </a:ext>
            </a:extLst>
          </p:cNvPr>
          <p:cNvSpPr/>
          <p:nvPr/>
        </p:nvSpPr>
        <p:spPr>
          <a:xfrm>
            <a:off x="18742885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57ACEBE6-460F-6BA9-939F-61D05234AD24}"/>
              </a:ext>
            </a:extLst>
          </p:cNvPr>
          <p:cNvSpPr/>
          <p:nvPr/>
        </p:nvSpPr>
        <p:spPr>
          <a:xfrm>
            <a:off x="19004657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>
            <a:extLst>
              <a:ext uri="{FF2B5EF4-FFF2-40B4-BE49-F238E27FC236}">
                <a16:creationId xmlns:a16="http://schemas.microsoft.com/office/drawing/2014/main" id="{FD73BAEA-E0C0-ACA0-3C61-32E080443AE0}"/>
              </a:ext>
            </a:extLst>
          </p:cNvPr>
          <p:cNvSpPr/>
          <p:nvPr/>
        </p:nvSpPr>
        <p:spPr>
          <a:xfrm>
            <a:off x="19004657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>
            <a:extLst>
              <a:ext uri="{FF2B5EF4-FFF2-40B4-BE49-F238E27FC236}">
                <a16:creationId xmlns:a16="http://schemas.microsoft.com/office/drawing/2014/main" id="{B80EFE9B-EC40-7CBD-34AA-1A13A33EABCB}"/>
              </a:ext>
            </a:extLst>
          </p:cNvPr>
          <p:cNvSpPr/>
          <p:nvPr/>
        </p:nvSpPr>
        <p:spPr>
          <a:xfrm>
            <a:off x="19004657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>
            <a:extLst>
              <a:ext uri="{FF2B5EF4-FFF2-40B4-BE49-F238E27FC236}">
                <a16:creationId xmlns:a16="http://schemas.microsoft.com/office/drawing/2014/main" id="{1E019AEC-2EF8-C5AD-FAFC-789A4DC85EC5}"/>
              </a:ext>
            </a:extLst>
          </p:cNvPr>
          <p:cNvSpPr/>
          <p:nvPr/>
        </p:nvSpPr>
        <p:spPr>
          <a:xfrm>
            <a:off x="19266428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>
            <a:extLst>
              <a:ext uri="{FF2B5EF4-FFF2-40B4-BE49-F238E27FC236}">
                <a16:creationId xmlns:a16="http://schemas.microsoft.com/office/drawing/2014/main" id="{E48240FE-06DD-3351-CCDB-EEAD080E8488}"/>
              </a:ext>
            </a:extLst>
          </p:cNvPr>
          <p:cNvSpPr/>
          <p:nvPr/>
        </p:nvSpPr>
        <p:spPr>
          <a:xfrm>
            <a:off x="19266428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>
            <a:extLst>
              <a:ext uri="{FF2B5EF4-FFF2-40B4-BE49-F238E27FC236}">
                <a16:creationId xmlns:a16="http://schemas.microsoft.com/office/drawing/2014/main" id="{2E575ED3-F734-1D37-95DC-FEEE6A53D860}"/>
              </a:ext>
            </a:extLst>
          </p:cNvPr>
          <p:cNvSpPr/>
          <p:nvPr/>
        </p:nvSpPr>
        <p:spPr>
          <a:xfrm>
            <a:off x="19266428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>
            <a:extLst>
              <a:ext uri="{FF2B5EF4-FFF2-40B4-BE49-F238E27FC236}">
                <a16:creationId xmlns:a16="http://schemas.microsoft.com/office/drawing/2014/main" id="{93D2F7C0-FCD1-8C14-FB61-E4BC14559FD3}"/>
              </a:ext>
            </a:extLst>
          </p:cNvPr>
          <p:cNvSpPr/>
          <p:nvPr/>
        </p:nvSpPr>
        <p:spPr>
          <a:xfrm>
            <a:off x="19528201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>
            <a:extLst>
              <a:ext uri="{FF2B5EF4-FFF2-40B4-BE49-F238E27FC236}">
                <a16:creationId xmlns:a16="http://schemas.microsoft.com/office/drawing/2014/main" id="{D17577DF-B118-C881-D38A-C65FEED33AB5}"/>
              </a:ext>
            </a:extLst>
          </p:cNvPr>
          <p:cNvSpPr/>
          <p:nvPr/>
        </p:nvSpPr>
        <p:spPr>
          <a:xfrm>
            <a:off x="19528201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>
            <a:extLst>
              <a:ext uri="{FF2B5EF4-FFF2-40B4-BE49-F238E27FC236}">
                <a16:creationId xmlns:a16="http://schemas.microsoft.com/office/drawing/2014/main" id="{B8EBA548-CEE0-ADB6-4ED2-AA15E8A3178A}"/>
              </a:ext>
            </a:extLst>
          </p:cNvPr>
          <p:cNvSpPr/>
          <p:nvPr/>
        </p:nvSpPr>
        <p:spPr>
          <a:xfrm>
            <a:off x="19528201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>
            <a:extLst>
              <a:ext uri="{FF2B5EF4-FFF2-40B4-BE49-F238E27FC236}">
                <a16:creationId xmlns:a16="http://schemas.microsoft.com/office/drawing/2014/main" id="{5A1C2B8A-E2CF-1008-5573-42A31B8A7A79}"/>
              </a:ext>
            </a:extLst>
          </p:cNvPr>
          <p:cNvSpPr/>
          <p:nvPr/>
        </p:nvSpPr>
        <p:spPr>
          <a:xfrm>
            <a:off x="19789973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>
            <a:extLst>
              <a:ext uri="{FF2B5EF4-FFF2-40B4-BE49-F238E27FC236}">
                <a16:creationId xmlns:a16="http://schemas.microsoft.com/office/drawing/2014/main" id="{7F24C0C6-69DB-3E3D-1517-2031B8953FA2}"/>
              </a:ext>
            </a:extLst>
          </p:cNvPr>
          <p:cNvSpPr/>
          <p:nvPr/>
        </p:nvSpPr>
        <p:spPr>
          <a:xfrm>
            <a:off x="19789973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>
            <a:extLst>
              <a:ext uri="{FF2B5EF4-FFF2-40B4-BE49-F238E27FC236}">
                <a16:creationId xmlns:a16="http://schemas.microsoft.com/office/drawing/2014/main" id="{3C217C3E-FE71-278C-8A36-519CAD2950C2}"/>
              </a:ext>
            </a:extLst>
          </p:cNvPr>
          <p:cNvSpPr/>
          <p:nvPr/>
        </p:nvSpPr>
        <p:spPr>
          <a:xfrm>
            <a:off x="19789973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7" name="object 27">
            <a:extLst>
              <a:ext uri="{FF2B5EF4-FFF2-40B4-BE49-F238E27FC236}">
                <a16:creationId xmlns:a16="http://schemas.microsoft.com/office/drawing/2014/main" id="{D3F69931-8B4B-A584-1260-5EF4EC560F16}"/>
              </a:ext>
            </a:extLst>
          </p:cNvPr>
          <p:cNvGrpSpPr/>
          <p:nvPr/>
        </p:nvGrpSpPr>
        <p:grpSpPr>
          <a:xfrm>
            <a:off x="0" y="4877004"/>
            <a:ext cx="20104100" cy="6431968"/>
            <a:chOff x="0" y="4877004"/>
            <a:chExt cx="20104100" cy="6431968"/>
          </a:xfrm>
        </p:grpSpPr>
        <p:sp>
          <p:nvSpPr>
            <p:cNvPr id="29" name="object 29">
              <a:extLst>
                <a:ext uri="{FF2B5EF4-FFF2-40B4-BE49-F238E27FC236}">
                  <a16:creationId xmlns:a16="http://schemas.microsoft.com/office/drawing/2014/main" id="{E5EBFFBC-A229-CB50-9A74-29BE1D666C3E}"/>
                </a:ext>
              </a:extLst>
            </p:cNvPr>
            <p:cNvSpPr/>
            <p:nvPr/>
          </p:nvSpPr>
          <p:spPr>
            <a:xfrm>
              <a:off x="9004961" y="4877004"/>
              <a:ext cx="2094230" cy="0"/>
            </a:xfrm>
            <a:custGeom>
              <a:avLst/>
              <a:gdLst/>
              <a:ahLst/>
              <a:cxnLst/>
              <a:rect l="l" t="t" r="r" b="b"/>
              <a:pathLst>
                <a:path w="2094229">
                  <a:moveTo>
                    <a:pt x="0" y="0"/>
                  </a:moveTo>
                  <a:lnTo>
                    <a:pt x="2094177" y="0"/>
                  </a:lnTo>
                </a:path>
              </a:pathLst>
            </a:custGeom>
            <a:ln w="76200">
              <a:solidFill>
                <a:srgbClr val="C1272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>
              <a:extLst>
                <a:ext uri="{FF2B5EF4-FFF2-40B4-BE49-F238E27FC236}">
                  <a16:creationId xmlns:a16="http://schemas.microsoft.com/office/drawing/2014/main" id="{4687F385-5134-662E-2D3F-C1FFB9362253}"/>
                </a:ext>
              </a:extLst>
            </p:cNvPr>
            <p:cNvSpPr/>
            <p:nvPr/>
          </p:nvSpPr>
          <p:spPr>
            <a:xfrm>
              <a:off x="0" y="11151492"/>
              <a:ext cx="20104100" cy="157480"/>
            </a:xfrm>
            <a:custGeom>
              <a:avLst/>
              <a:gdLst/>
              <a:ahLst/>
              <a:cxnLst/>
              <a:rect l="l" t="t" r="r" b="b"/>
              <a:pathLst>
                <a:path w="20104100" h="157479">
                  <a:moveTo>
                    <a:pt x="20104099" y="0"/>
                  </a:moveTo>
                  <a:lnTo>
                    <a:pt x="0" y="0"/>
                  </a:lnTo>
                  <a:lnTo>
                    <a:pt x="0" y="157063"/>
                  </a:lnTo>
                  <a:lnTo>
                    <a:pt x="20104099" y="157063"/>
                  </a:lnTo>
                  <a:lnTo>
                    <a:pt x="20104099" y="0"/>
                  </a:lnTo>
                  <a:close/>
                </a:path>
              </a:pathLst>
            </a:custGeom>
            <a:solidFill>
              <a:srgbClr val="C127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2">
            <a:extLst>
              <a:ext uri="{FF2B5EF4-FFF2-40B4-BE49-F238E27FC236}">
                <a16:creationId xmlns:a16="http://schemas.microsoft.com/office/drawing/2014/main" id="{775B5B90-DD4A-FA84-CCEF-3C5E8051974F}"/>
              </a:ext>
            </a:extLst>
          </p:cNvPr>
          <p:cNvSpPr txBox="1"/>
          <p:nvPr/>
        </p:nvSpPr>
        <p:spPr>
          <a:xfrm>
            <a:off x="10811319" y="5781337"/>
            <a:ext cx="9031360" cy="3894015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vert="horz" wrap="square" lIns="0" tIns="15875" rIns="0" bIns="0" rtlCol="0">
            <a:spAutoFit/>
          </a:bodyPr>
          <a:lstStyle/>
          <a:p>
            <a:pPr marL="12700" marR="5080">
              <a:spcBef>
                <a:spcPts val="2880"/>
              </a:spcBef>
            </a:pPr>
            <a:r>
              <a:rPr lang="en-US" sz="2800" b="1" spc="-2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CREATE FUNCTION CALCULAR_IDADE (PDATA DATE) </a:t>
            </a:r>
            <a:br>
              <a:rPr lang="en-US" sz="2800" b="1" spc="-2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800" b="1" spc="-2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RETURNS INT</a:t>
            </a:r>
            <a:br>
              <a:rPr lang="en-US" sz="2800" b="1" spc="-2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800" b="1" spc="-2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BEGIN</a:t>
            </a:r>
            <a:br>
              <a:rPr lang="en-US" sz="2800" b="1" spc="-2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800" b="1" spc="-2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	RETURN TIMESTAMPDIFF(</a:t>
            </a:r>
            <a:br>
              <a:rPr lang="en-US" sz="2800" b="1" spc="-2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800" b="1" spc="-2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		YEAR, </a:t>
            </a:r>
            <a:br>
              <a:rPr lang="en-US" sz="2800" b="1" spc="-2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800" b="1" spc="-2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		PDATA, </a:t>
            </a:r>
            <a:br>
              <a:rPr lang="en-US" sz="2800" b="1" spc="-2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800" b="1" spc="-2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		CURDATE()</a:t>
            </a:r>
            <a:br>
              <a:rPr lang="en-US" sz="2800" b="1" spc="-2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800" b="1" spc="-2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	);</a:t>
            </a:r>
            <a:br>
              <a:rPr lang="en-US" sz="2800" b="1" spc="-2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800" b="1" spc="-2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END;</a:t>
            </a:r>
          </a:p>
        </p:txBody>
      </p:sp>
      <p:sp>
        <p:nvSpPr>
          <p:cNvPr id="37" name="CaixaDeTexto 36">
            <a:extLst>
              <a:ext uri="{FF2B5EF4-FFF2-40B4-BE49-F238E27FC236}">
                <a16:creationId xmlns:a16="http://schemas.microsoft.com/office/drawing/2014/main" id="{5E58DBEA-D590-B7F1-4B0A-558FCA6D8091}"/>
              </a:ext>
            </a:extLst>
          </p:cNvPr>
          <p:cNvSpPr txBox="1"/>
          <p:nvPr/>
        </p:nvSpPr>
        <p:spPr>
          <a:xfrm>
            <a:off x="10811318" y="-3521"/>
            <a:ext cx="9256001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6600" b="1" spc="-15" dirty="0">
                <a:latin typeface="Montserrat ExtraBold"/>
                <a:cs typeface="Montserrat ExtraBold"/>
              </a:rPr>
              <a:t>STORED FUNCTIONS</a:t>
            </a:r>
          </a:p>
        </p:txBody>
      </p:sp>
      <p:sp>
        <p:nvSpPr>
          <p:cNvPr id="39" name="object 48">
            <a:extLst>
              <a:ext uri="{FF2B5EF4-FFF2-40B4-BE49-F238E27FC236}">
                <a16:creationId xmlns:a16="http://schemas.microsoft.com/office/drawing/2014/main" id="{2F21B208-B310-F778-EB16-A48B983F3DC8}"/>
              </a:ext>
            </a:extLst>
          </p:cNvPr>
          <p:cNvSpPr/>
          <p:nvPr/>
        </p:nvSpPr>
        <p:spPr>
          <a:xfrm>
            <a:off x="6608801" y="156818"/>
            <a:ext cx="3693160" cy="942975"/>
          </a:xfrm>
          <a:custGeom>
            <a:avLst/>
            <a:gdLst/>
            <a:ahLst/>
            <a:cxnLst/>
            <a:rect l="l" t="t" r="r" b="b"/>
            <a:pathLst>
              <a:path w="3693160" h="942975">
                <a:moveTo>
                  <a:pt x="2779915" y="545020"/>
                </a:moveTo>
                <a:lnTo>
                  <a:pt x="2753652" y="265760"/>
                </a:lnTo>
                <a:lnTo>
                  <a:pt x="2750807" y="265760"/>
                </a:lnTo>
                <a:lnTo>
                  <a:pt x="2600236" y="545020"/>
                </a:lnTo>
                <a:lnTo>
                  <a:pt x="2779915" y="545020"/>
                </a:lnTo>
                <a:close/>
              </a:path>
              <a:path w="3693160" h="942975">
                <a:moveTo>
                  <a:pt x="3692995" y="0"/>
                </a:moveTo>
                <a:lnTo>
                  <a:pt x="3424605" y="0"/>
                </a:lnTo>
                <a:lnTo>
                  <a:pt x="3424605" y="134556"/>
                </a:lnTo>
                <a:lnTo>
                  <a:pt x="3281794" y="806462"/>
                </a:lnTo>
                <a:lnTo>
                  <a:pt x="3095612" y="806462"/>
                </a:lnTo>
                <a:lnTo>
                  <a:pt x="3238538" y="134556"/>
                </a:lnTo>
                <a:lnTo>
                  <a:pt x="3424605" y="134556"/>
                </a:lnTo>
                <a:lnTo>
                  <a:pt x="3424605" y="0"/>
                </a:lnTo>
                <a:lnTo>
                  <a:pt x="3024936" y="0"/>
                </a:lnTo>
                <a:lnTo>
                  <a:pt x="3024936" y="806462"/>
                </a:lnTo>
                <a:lnTo>
                  <a:pt x="2814574" y="806462"/>
                </a:lnTo>
                <a:lnTo>
                  <a:pt x="2797822" y="675284"/>
                </a:lnTo>
                <a:lnTo>
                  <a:pt x="2525166" y="675284"/>
                </a:lnTo>
                <a:lnTo>
                  <a:pt x="2453538" y="806462"/>
                </a:lnTo>
                <a:lnTo>
                  <a:pt x="2267369" y="806462"/>
                </a:lnTo>
                <a:lnTo>
                  <a:pt x="2675420" y="134556"/>
                </a:lnTo>
                <a:lnTo>
                  <a:pt x="2902534" y="134556"/>
                </a:lnTo>
                <a:lnTo>
                  <a:pt x="3024936" y="806462"/>
                </a:lnTo>
                <a:lnTo>
                  <a:pt x="3024936" y="0"/>
                </a:lnTo>
                <a:lnTo>
                  <a:pt x="2341295" y="0"/>
                </a:lnTo>
                <a:lnTo>
                  <a:pt x="2341295" y="134556"/>
                </a:lnTo>
                <a:lnTo>
                  <a:pt x="2198471" y="806462"/>
                </a:lnTo>
                <a:lnTo>
                  <a:pt x="1940674" y="806462"/>
                </a:lnTo>
                <a:lnTo>
                  <a:pt x="1822043" y="291833"/>
                </a:lnTo>
                <a:lnTo>
                  <a:pt x="1820164" y="291833"/>
                </a:lnTo>
                <a:lnTo>
                  <a:pt x="1710842" y="806462"/>
                </a:lnTo>
                <a:lnTo>
                  <a:pt x="1543304" y="806462"/>
                </a:lnTo>
                <a:lnTo>
                  <a:pt x="1686128" y="134556"/>
                </a:lnTo>
                <a:lnTo>
                  <a:pt x="1946744" y="134556"/>
                </a:lnTo>
                <a:lnTo>
                  <a:pt x="2065489" y="635266"/>
                </a:lnTo>
                <a:lnTo>
                  <a:pt x="2067687" y="633399"/>
                </a:lnTo>
                <a:lnTo>
                  <a:pt x="2173757" y="134556"/>
                </a:lnTo>
                <a:lnTo>
                  <a:pt x="2341295" y="134556"/>
                </a:lnTo>
                <a:lnTo>
                  <a:pt x="2341295" y="0"/>
                </a:lnTo>
                <a:lnTo>
                  <a:pt x="1580997" y="0"/>
                </a:lnTo>
                <a:lnTo>
                  <a:pt x="1580997" y="134556"/>
                </a:lnTo>
                <a:lnTo>
                  <a:pt x="1553146" y="264820"/>
                </a:lnTo>
                <a:lnTo>
                  <a:pt x="1227404" y="264820"/>
                </a:lnTo>
                <a:lnTo>
                  <a:pt x="1197978" y="403555"/>
                </a:lnTo>
                <a:lnTo>
                  <a:pt x="1497660" y="403555"/>
                </a:lnTo>
                <a:lnTo>
                  <a:pt x="1470012" y="533819"/>
                </a:lnTo>
                <a:lnTo>
                  <a:pt x="1170330" y="533819"/>
                </a:lnTo>
                <a:lnTo>
                  <a:pt x="1140079" y="676224"/>
                </a:lnTo>
                <a:lnTo>
                  <a:pt x="1465922" y="676224"/>
                </a:lnTo>
                <a:lnTo>
                  <a:pt x="1438071" y="806462"/>
                </a:lnTo>
                <a:lnTo>
                  <a:pt x="926261" y="806462"/>
                </a:lnTo>
                <a:lnTo>
                  <a:pt x="1027150" y="331825"/>
                </a:lnTo>
                <a:lnTo>
                  <a:pt x="1069086" y="134556"/>
                </a:lnTo>
                <a:lnTo>
                  <a:pt x="1580997" y="134556"/>
                </a:lnTo>
                <a:lnTo>
                  <a:pt x="1580997" y="0"/>
                </a:lnTo>
                <a:lnTo>
                  <a:pt x="908481" y="0"/>
                </a:lnTo>
                <a:lnTo>
                  <a:pt x="908481" y="281914"/>
                </a:lnTo>
                <a:lnTo>
                  <a:pt x="899668" y="331825"/>
                </a:lnTo>
                <a:lnTo>
                  <a:pt x="713600" y="331825"/>
                </a:lnTo>
                <a:lnTo>
                  <a:pt x="716407" y="313486"/>
                </a:lnTo>
                <a:lnTo>
                  <a:pt x="715314" y="297522"/>
                </a:lnTo>
                <a:lnTo>
                  <a:pt x="690435" y="263029"/>
                </a:lnTo>
                <a:lnTo>
                  <a:pt x="634746" y="250888"/>
                </a:lnTo>
                <a:lnTo>
                  <a:pt x="603135" y="255765"/>
                </a:lnTo>
                <a:lnTo>
                  <a:pt x="574814" y="268998"/>
                </a:lnTo>
                <a:lnTo>
                  <a:pt x="553199" y="288531"/>
                </a:lnTo>
                <a:lnTo>
                  <a:pt x="541667" y="312254"/>
                </a:lnTo>
                <a:lnTo>
                  <a:pt x="545172" y="343458"/>
                </a:lnTo>
                <a:lnTo>
                  <a:pt x="566483" y="364985"/>
                </a:lnTo>
                <a:lnTo>
                  <a:pt x="598474" y="379704"/>
                </a:lnTo>
                <a:lnTo>
                  <a:pt x="634022" y="390474"/>
                </a:lnTo>
                <a:lnTo>
                  <a:pt x="710349" y="409155"/>
                </a:lnTo>
                <a:lnTo>
                  <a:pt x="749363" y="420395"/>
                </a:lnTo>
                <a:lnTo>
                  <a:pt x="786155" y="434962"/>
                </a:lnTo>
                <a:lnTo>
                  <a:pt x="844702" y="480275"/>
                </a:lnTo>
                <a:lnTo>
                  <a:pt x="862253" y="514121"/>
                </a:lnTo>
                <a:lnTo>
                  <a:pt x="869188" y="557479"/>
                </a:lnTo>
                <a:lnTo>
                  <a:pt x="863434" y="611924"/>
                </a:lnTo>
                <a:lnTo>
                  <a:pt x="848969" y="656336"/>
                </a:lnTo>
                <a:lnTo>
                  <a:pt x="826350" y="695312"/>
                </a:lnTo>
                <a:lnTo>
                  <a:pt x="796582" y="728903"/>
                </a:lnTo>
                <a:lnTo>
                  <a:pt x="760666" y="757161"/>
                </a:lnTo>
                <a:lnTo>
                  <a:pt x="719607" y="780161"/>
                </a:lnTo>
                <a:lnTo>
                  <a:pt x="674420" y="797941"/>
                </a:lnTo>
                <a:lnTo>
                  <a:pt x="626097" y="810577"/>
                </a:lnTo>
                <a:lnTo>
                  <a:pt x="575640" y="818121"/>
                </a:lnTo>
                <a:lnTo>
                  <a:pt x="524078" y="820610"/>
                </a:lnTo>
                <a:lnTo>
                  <a:pt x="473163" y="818794"/>
                </a:lnTo>
                <a:lnTo>
                  <a:pt x="425475" y="812838"/>
                </a:lnTo>
                <a:lnTo>
                  <a:pt x="382117" y="801992"/>
                </a:lnTo>
                <a:lnTo>
                  <a:pt x="344208" y="785520"/>
                </a:lnTo>
                <a:lnTo>
                  <a:pt x="312864" y="762660"/>
                </a:lnTo>
                <a:lnTo>
                  <a:pt x="289217" y="732675"/>
                </a:lnTo>
                <a:lnTo>
                  <a:pt x="274358" y="694804"/>
                </a:lnTo>
                <a:lnTo>
                  <a:pt x="269405" y="648309"/>
                </a:lnTo>
                <a:lnTo>
                  <a:pt x="275488" y="592455"/>
                </a:lnTo>
                <a:lnTo>
                  <a:pt x="461670" y="592455"/>
                </a:lnTo>
                <a:lnTo>
                  <a:pt x="460590" y="634403"/>
                </a:lnTo>
                <a:lnTo>
                  <a:pt x="477113" y="665022"/>
                </a:lnTo>
                <a:lnTo>
                  <a:pt x="508863" y="683780"/>
                </a:lnTo>
                <a:lnTo>
                  <a:pt x="553478" y="690143"/>
                </a:lnTo>
                <a:lnTo>
                  <a:pt x="587768" y="685965"/>
                </a:lnTo>
                <a:lnTo>
                  <a:pt x="622020" y="673404"/>
                </a:lnTo>
                <a:lnTo>
                  <a:pt x="649998" y="652462"/>
                </a:lnTo>
                <a:lnTo>
                  <a:pt x="665429" y="623125"/>
                </a:lnTo>
                <a:lnTo>
                  <a:pt x="665492" y="593737"/>
                </a:lnTo>
                <a:lnTo>
                  <a:pt x="664705" y="592455"/>
                </a:lnTo>
                <a:lnTo>
                  <a:pt x="652437" y="572452"/>
                </a:lnTo>
                <a:lnTo>
                  <a:pt x="628243" y="556996"/>
                </a:lnTo>
                <a:lnTo>
                  <a:pt x="594918" y="545071"/>
                </a:lnTo>
                <a:lnTo>
                  <a:pt x="508914" y="522744"/>
                </a:lnTo>
                <a:lnTo>
                  <a:pt x="460248" y="507771"/>
                </a:lnTo>
                <a:lnTo>
                  <a:pt x="410464" y="487222"/>
                </a:lnTo>
                <a:lnTo>
                  <a:pt x="371932" y="459282"/>
                </a:lnTo>
                <a:lnTo>
                  <a:pt x="348348" y="421398"/>
                </a:lnTo>
                <a:lnTo>
                  <a:pt x="339166" y="375475"/>
                </a:lnTo>
                <a:lnTo>
                  <a:pt x="343865" y="323443"/>
                </a:lnTo>
                <a:lnTo>
                  <a:pt x="361454" y="274574"/>
                </a:lnTo>
                <a:lnTo>
                  <a:pt x="386054" y="233654"/>
                </a:lnTo>
                <a:lnTo>
                  <a:pt x="416737" y="200101"/>
                </a:lnTo>
                <a:lnTo>
                  <a:pt x="452526" y="173329"/>
                </a:lnTo>
                <a:lnTo>
                  <a:pt x="492467" y="152742"/>
                </a:lnTo>
                <a:lnTo>
                  <a:pt x="535597" y="137756"/>
                </a:lnTo>
                <a:lnTo>
                  <a:pt x="580986" y="127787"/>
                </a:lnTo>
                <a:lnTo>
                  <a:pt x="627646" y="122237"/>
                </a:lnTo>
                <a:lnTo>
                  <a:pt x="674649" y="120523"/>
                </a:lnTo>
                <a:lnTo>
                  <a:pt x="720369" y="122428"/>
                </a:lnTo>
                <a:lnTo>
                  <a:pt x="764184" y="128524"/>
                </a:lnTo>
                <a:lnTo>
                  <a:pt x="804697" y="139306"/>
                </a:lnTo>
                <a:lnTo>
                  <a:pt x="840486" y="155308"/>
                </a:lnTo>
                <a:lnTo>
                  <a:pt x="892327" y="205041"/>
                </a:lnTo>
                <a:lnTo>
                  <a:pt x="908481" y="281914"/>
                </a:lnTo>
                <a:lnTo>
                  <a:pt x="908481" y="0"/>
                </a:lnTo>
                <a:lnTo>
                  <a:pt x="0" y="0"/>
                </a:lnTo>
                <a:lnTo>
                  <a:pt x="0" y="137388"/>
                </a:lnTo>
                <a:lnTo>
                  <a:pt x="198323" y="137388"/>
                </a:lnTo>
                <a:lnTo>
                  <a:pt x="198323" y="162204"/>
                </a:lnTo>
                <a:lnTo>
                  <a:pt x="0" y="162204"/>
                </a:lnTo>
                <a:lnTo>
                  <a:pt x="0" y="295605"/>
                </a:lnTo>
                <a:lnTo>
                  <a:pt x="198323" y="295605"/>
                </a:lnTo>
                <a:lnTo>
                  <a:pt x="198323" y="320408"/>
                </a:lnTo>
                <a:lnTo>
                  <a:pt x="0" y="320408"/>
                </a:lnTo>
                <a:lnTo>
                  <a:pt x="0" y="458101"/>
                </a:lnTo>
                <a:lnTo>
                  <a:pt x="198323" y="458101"/>
                </a:lnTo>
                <a:lnTo>
                  <a:pt x="198323" y="482930"/>
                </a:lnTo>
                <a:lnTo>
                  <a:pt x="0" y="482930"/>
                </a:lnTo>
                <a:lnTo>
                  <a:pt x="0" y="622820"/>
                </a:lnTo>
                <a:lnTo>
                  <a:pt x="198323" y="622820"/>
                </a:lnTo>
                <a:lnTo>
                  <a:pt x="198323" y="647623"/>
                </a:lnTo>
                <a:lnTo>
                  <a:pt x="0" y="647623"/>
                </a:lnTo>
                <a:lnTo>
                  <a:pt x="0" y="781545"/>
                </a:lnTo>
                <a:lnTo>
                  <a:pt x="198323" y="781545"/>
                </a:lnTo>
                <a:lnTo>
                  <a:pt x="198323" y="806361"/>
                </a:lnTo>
                <a:lnTo>
                  <a:pt x="0" y="806361"/>
                </a:lnTo>
                <a:lnTo>
                  <a:pt x="0" y="942378"/>
                </a:lnTo>
                <a:lnTo>
                  <a:pt x="3692995" y="942378"/>
                </a:lnTo>
                <a:lnTo>
                  <a:pt x="3692995" y="820610"/>
                </a:lnTo>
                <a:lnTo>
                  <a:pt x="3692995" y="806462"/>
                </a:lnTo>
                <a:lnTo>
                  <a:pt x="3494557" y="806361"/>
                </a:lnTo>
                <a:lnTo>
                  <a:pt x="3494557" y="781545"/>
                </a:lnTo>
                <a:lnTo>
                  <a:pt x="3692995" y="781545"/>
                </a:lnTo>
                <a:lnTo>
                  <a:pt x="3692995" y="647623"/>
                </a:lnTo>
                <a:lnTo>
                  <a:pt x="3494557" y="647623"/>
                </a:lnTo>
                <a:lnTo>
                  <a:pt x="3494557" y="622820"/>
                </a:lnTo>
                <a:lnTo>
                  <a:pt x="3692995" y="622820"/>
                </a:lnTo>
                <a:lnTo>
                  <a:pt x="3692995" y="482930"/>
                </a:lnTo>
                <a:lnTo>
                  <a:pt x="3494557" y="482930"/>
                </a:lnTo>
                <a:lnTo>
                  <a:pt x="3494557" y="458101"/>
                </a:lnTo>
                <a:lnTo>
                  <a:pt x="3692995" y="458101"/>
                </a:lnTo>
                <a:lnTo>
                  <a:pt x="3692995" y="320408"/>
                </a:lnTo>
                <a:lnTo>
                  <a:pt x="3494557" y="320408"/>
                </a:lnTo>
                <a:lnTo>
                  <a:pt x="3494557" y="295605"/>
                </a:lnTo>
                <a:lnTo>
                  <a:pt x="3692995" y="295605"/>
                </a:lnTo>
                <a:lnTo>
                  <a:pt x="3692995" y="162204"/>
                </a:lnTo>
                <a:lnTo>
                  <a:pt x="3494557" y="162204"/>
                </a:lnTo>
                <a:lnTo>
                  <a:pt x="3494557" y="137388"/>
                </a:lnTo>
                <a:lnTo>
                  <a:pt x="3692995" y="137388"/>
                </a:lnTo>
                <a:lnTo>
                  <a:pt x="3692995" y="134556"/>
                </a:lnTo>
                <a:lnTo>
                  <a:pt x="3692995" y="120523"/>
                </a:lnTo>
                <a:lnTo>
                  <a:pt x="369299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2">
            <a:extLst>
              <a:ext uri="{FF2B5EF4-FFF2-40B4-BE49-F238E27FC236}">
                <a16:creationId xmlns:a16="http://schemas.microsoft.com/office/drawing/2014/main" id="{168C75A5-EED7-75FA-FA7D-725FB58C70AE}"/>
              </a:ext>
            </a:extLst>
          </p:cNvPr>
          <p:cNvSpPr txBox="1"/>
          <p:nvPr/>
        </p:nvSpPr>
        <p:spPr>
          <a:xfrm>
            <a:off x="10787518" y="4868687"/>
            <a:ext cx="9517773" cy="631583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lang="pt-BR" sz="4000" b="1" spc="15" dirty="0">
                <a:solidFill>
                  <a:srgbClr val="C1272C"/>
                </a:solidFill>
                <a:latin typeface="Montserrat Light"/>
                <a:cs typeface="Montserrat Light"/>
              </a:rPr>
              <a:t>SINTAXE</a:t>
            </a:r>
            <a:endParaRPr sz="4000" b="1" dirty="0">
              <a:latin typeface="Montserrat ExtraBold"/>
              <a:cs typeface="Montserrat ExtraBold"/>
            </a:endParaRPr>
          </a:p>
        </p:txBody>
      </p:sp>
    </p:spTree>
    <p:extLst>
      <p:ext uri="{BB962C8B-B14F-4D97-AF65-F5344CB8AC3E}">
        <p14:creationId xmlns:p14="http://schemas.microsoft.com/office/powerpoint/2010/main" val="36562311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20104100" cy="11308715"/>
            <a:chOff x="0" y="0"/>
            <a:chExt cx="20104100" cy="1130871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20104100" cy="1130855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2912068" y="4985450"/>
              <a:ext cx="5242560" cy="1337945"/>
            </a:xfrm>
            <a:custGeom>
              <a:avLst/>
              <a:gdLst/>
              <a:ahLst/>
              <a:cxnLst/>
              <a:rect l="l" t="t" r="r" b="b"/>
              <a:pathLst>
                <a:path w="5242559" h="1337945">
                  <a:moveTo>
                    <a:pt x="5242028" y="0"/>
                  </a:moveTo>
                  <a:lnTo>
                    <a:pt x="0" y="0"/>
                  </a:lnTo>
                  <a:lnTo>
                    <a:pt x="0" y="1337655"/>
                  </a:lnTo>
                  <a:lnTo>
                    <a:pt x="5242028" y="1337655"/>
                  </a:lnTo>
                  <a:lnTo>
                    <a:pt x="5242028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911983" y="5156523"/>
              <a:ext cx="5242560" cy="993775"/>
            </a:xfrm>
            <a:custGeom>
              <a:avLst/>
              <a:gdLst/>
              <a:ahLst/>
              <a:cxnLst/>
              <a:rect l="l" t="t" r="r" b="b"/>
              <a:pathLst>
                <a:path w="5242559" h="993775">
                  <a:moveTo>
                    <a:pt x="281571" y="938250"/>
                  </a:moveTo>
                  <a:lnTo>
                    <a:pt x="0" y="938250"/>
                  </a:lnTo>
                  <a:lnTo>
                    <a:pt x="0" y="973455"/>
                  </a:lnTo>
                  <a:lnTo>
                    <a:pt x="281571" y="973455"/>
                  </a:lnTo>
                  <a:lnTo>
                    <a:pt x="281571" y="938250"/>
                  </a:lnTo>
                  <a:close/>
                </a:path>
                <a:path w="5242559" h="993775">
                  <a:moveTo>
                    <a:pt x="281571" y="712901"/>
                  </a:moveTo>
                  <a:lnTo>
                    <a:pt x="0" y="712901"/>
                  </a:lnTo>
                  <a:lnTo>
                    <a:pt x="0" y="748106"/>
                  </a:lnTo>
                  <a:lnTo>
                    <a:pt x="281571" y="748106"/>
                  </a:lnTo>
                  <a:lnTo>
                    <a:pt x="281571" y="712901"/>
                  </a:lnTo>
                  <a:close/>
                </a:path>
                <a:path w="5242559" h="993775">
                  <a:moveTo>
                    <a:pt x="281571" y="479120"/>
                  </a:moveTo>
                  <a:lnTo>
                    <a:pt x="0" y="479120"/>
                  </a:lnTo>
                  <a:lnTo>
                    <a:pt x="0" y="514324"/>
                  </a:lnTo>
                  <a:lnTo>
                    <a:pt x="281571" y="514324"/>
                  </a:lnTo>
                  <a:lnTo>
                    <a:pt x="281571" y="479120"/>
                  </a:lnTo>
                  <a:close/>
                </a:path>
                <a:path w="5242559" h="993775">
                  <a:moveTo>
                    <a:pt x="281571" y="248475"/>
                  </a:moveTo>
                  <a:lnTo>
                    <a:pt x="0" y="248475"/>
                  </a:lnTo>
                  <a:lnTo>
                    <a:pt x="0" y="283730"/>
                  </a:lnTo>
                  <a:lnTo>
                    <a:pt x="281571" y="283730"/>
                  </a:lnTo>
                  <a:lnTo>
                    <a:pt x="281571" y="248475"/>
                  </a:lnTo>
                  <a:close/>
                </a:path>
                <a:path w="5242559" h="993775">
                  <a:moveTo>
                    <a:pt x="281571" y="23812"/>
                  </a:moveTo>
                  <a:lnTo>
                    <a:pt x="0" y="23812"/>
                  </a:lnTo>
                  <a:lnTo>
                    <a:pt x="0" y="59016"/>
                  </a:lnTo>
                  <a:lnTo>
                    <a:pt x="281571" y="59016"/>
                  </a:lnTo>
                  <a:lnTo>
                    <a:pt x="281571" y="23812"/>
                  </a:lnTo>
                  <a:close/>
                </a:path>
                <a:path w="5242559" h="993775">
                  <a:moveTo>
                    <a:pt x="1289888" y="204787"/>
                  </a:moveTo>
                  <a:lnTo>
                    <a:pt x="1287195" y="184924"/>
                  </a:lnTo>
                  <a:lnTo>
                    <a:pt x="1284528" y="165150"/>
                  </a:lnTo>
                  <a:lnTo>
                    <a:pt x="1272222" y="130467"/>
                  </a:lnTo>
                  <a:lnTo>
                    <a:pt x="1229385" y="74917"/>
                  </a:lnTo>
                  <a:lnTo>
                    <a:pt x="1166685" y="36169"/>
                  </a:lnTo>
                  <a:lnTo>
                    <a:pt x="1129525" y="22491"/>
                  </a:lnTo>
                  <a:lnTo>
                    <a:pt x="1089393" y="12280"/>
                  </a:lnTo>
                  <a:lnTo>
                    <a:pt x="1046924" y="5295"/>
                  </a:lnTo>
                  <a:lnTo>
                    <a:pt x="1002792" y="1282"/>
                  </a:lnTo>
                  <a:lnTo>
                    <a:pt x="957656" y="0"/>
                  </a:lnTo>
                  <a:lnTo>
                    <a:pt x="911479" y="1143"/>
                  </a:lnTo>
                  <a:lnTo>
                    <a:pt x="865327" y="4775"/>
                  </a:lnTo>
                  <a:lnTo>
                    <a:pt x="819670" y="11163"/>
                  </a:lnTo>
                  <a:lnTo>
                    <a:pt x="774928" y="20586"/>
                  </a:lnTo>
                  <a:lnTo>
                    <a:pt x="731558" y="33324"/>
                  </a:lnTo>
                  <a:lnTo>
                    <a:pt x="690016" y="49669"/>
                  </a:lnTo>
                  <a:lnTo>
                    <a:pt x="650760" y="69875"/>
                  </a:lnTo>
                  <a:lnTo>
                    <a:pt x="614222" y="94221"/>
                  </a:lnTo>
                  <a:lnTo>
                    <a:pt x="580872" y="123012"/>
                  </a:lnTo>
                  <a:lnTo>
                    <a:pt x="551141" y="156489"/>
                  </a:lnTo>
                  <a:lnTo>
                    <a:pt x="525487" y="194970"/>
                  </a:lnTo>
                  <a:lnTo>
                    <a:pt x="504355" y="238696"/>
                  </a:lnTo>
                  <a:lnTo>
                    <a:pt x="488200" y="287972"/>
                  </a:lnTo>
                  <a:lnTo>
                    <a:pt x="481558" y="338035"/>
                  </a:lnTo>
                  <a:lnTo>
                    <a:pt x="483577" y="384644"/>
                  </a:lnTo>
                  <a:lnTo>
                    <a:pt x="494474" y="427012"/>
                  </a:lnTo>
                  <a:lnTo>
                    <a:pt x="514477" y="464312"/>
                  </a:lnTo>
                  <a:lnTo>
                    <a:pt x="543801" y="495744"/>
                  </a:lnTo>
                  <a:lnTo>
                    <a:pt x="582663" y="520509"/>
                  </a:lnTo>
                  <a:lnTo>
                    <a:pt x="634098" y="542620"/>
                  </a:lnTo>
                  <a:lnTo>
                    <a:pt x="685101" y="560095"/>
                  </a:lnTo>
                  <a:lnTo>
                    <a:pt x="734580" y="574154"/>
                  </a:lnTo>
                  <a:lnTo>
                    <a:pt x="824623" y="597027"/>
                  </a:lnTo>
                  <a:lnTo>
                    <a:pt x="863003" y="608342"/>
                  </a:lnTo>
                  <a:lnTo>
                    <a:pt x="895477" y="621220"/>
                  </a:lnTo>
                  <a:lnTo>
                    <a:pt x="920978" y="636917"/>
                  </a:lnTo>
                  <a:lnTo>
                    <a:pt x="938403" y="656678"/>
                  </a:lnTo>
                  <a:lnTo>
                    <a:pt x="946658" y="681748"/>
                  </a:lnTo>
                  <a:lnTo>
                    <a:pt x="944651" y="713359"/>
                  </a:lnTo>
                  <a:lnTo>
                    <a:pt x="922705" y="754976"/>
                  </a:lnTo>
                  <a:lnTo>
                    <a:pt x="882992" y="784707"/>
                  </a:lnTo>
                  <a:lnTo>
                    <a:pt x="834351" y="802538"/>
                  </a:lnTo>
                  <a:lnTo>
                    <a:pt x="785672" y="808482"/>
                  </a:lnTo>
                  <a:lnTo>
                    <a:pt x="733640" y="802678"/>
                  </a:lnTo>
                  <a:lnTo>
                    <a:pt x="692861" y="785520"/>
                  </a:lnTo>
                  <a:lnTo>
                    <a:pt x="665060" y="757402"/>
                  </a:lnTo>
                  <a:lnTo>
                    <a:pt x="651979" y="718680"/>
                  </a:lnTo>
                  <a:lnTo>
                    <a:pt x="655332" y="669772"/>
                  </a:lnTo>
                  <a:lnTo>
                    <a:pt x="391109" y="669772"/>
                  </a:lnTo>
                  <a:lnTo>
                    <a:pt x="383362" y="726135"/>
                  </a:lnTo>
                  <a:lnTo>
                    <a:pt x="383374" y="775970"/>
                  </a:lnTo>
                  <a:lnTo>
                    <a:pt x="390588" y="819632"/>
                  </a:lnTo>
                  <a:lnTo>
                    <a:pt x="404507" y="857453"/>
                  </a:lnTo>
                  <a:lnTo>
                    <a:pt x="450291" y="917028"/>
                  </a:lnTo>
                  <a:lnTo>
                    <a:pt x="481114" y="939482"/>
                  </a:lnTo>
                  <a:lnTo>
                    <a:pt x="516521" y="957503"/>
                  </a:lnTo>
                  <a:lnTo>
                    <a:pt x="555980" y="971473"/>
                  </a:lnTo>
                  <a:lnTo>
                    <a:pt x="598970" y="981722"/>
                  </a:lnTo>
                  <a:lnTo>
                    <a:pt x="644969" y="988606"/>
                  </a:lnTo>
                  <a:lnTo>
                    <a:pt x="693445" y="992466"/>
                  </a:lnTo>
                  <a:lnTo>
                    <a:pt x="743877" y="993686"/>
                  </a:lnTo>
                  <a:lnTo>
                    <a:pt x="794664" y="991984"/>
                  </a:lnTo>
                  <a:lnTo>
                    <a:pt x="844905" y="986878"/>
                  </a:lnTo>
                  <a:lnTo>
                    <a:pt x="894105" y="978331"/>
                  </a:lnTo>
                  <a:lnTo>
                    <a:pt x="941819" y="966304"/>
                  </a:lnTo>
                  <a:lnTo>
                    <a:pt x="987564" y="950798"/>
                  </a:lnTo>
                  <a:lnTo>
                    <a:pt x="1030846" y="931760"/>
                  </a:lnTo>
                  <a:lnTo>
                    <a:pt x="1071219" y="909167"/>
                  </a:lnTo>
                  <a:lnTo>
                    <a:pt x="1108189" y="883005"/>
                  </a:lnTo>
                  <a:lnTo>
                    <a:pt x="1141298" y="853224"/>
                  </a:lnTo>
                  <a:lnTo>
                    <a:pt x="1170063" y="819823"/>
                  </a:lnTo>
                  <a:lnTo>
                    <a:pt x="1194015" y="782751"/>
                  </a:lnTo>
                  <a:lnTo>
                    <a:pt x="1212672" y="741984"/>
                  </a:lnTo>
                  <a:lnTo>
                    <a:pt x="1225575" y="697509"/>
                  </a:lnTo>
                  <a:lnTo>
                    <a:pt x="1233309" y="642226"/>
                  </a:lnTo>
                  <a:lnTo>
                    <a:pt x="1231950" y="594804"/>
                  </a:lnTo>
                  <a:lnTo>
                    <a:pt x="1222514" y="554507"/>
                  </a:lnTo>
                  <a:lnTo>
                    <a:pt x="1183284" y="492379"/>
                  </a:lnTo>
                  <a:lnTo>
                    <a:pt x="1123530" y="449999"/>
                  </a:lnTo>
                  <a:lnTo>
                    <a:pt x="1088415" y="434390"/>
                  </a:lnTo>
                  <a:lnTo>
                    <a:pt x="1051115" y="421538"/>
                  </a:lnTo>
                  <a:lnTo>
                    <a:pt x="1012647" y="410718"/>
                  </a:lnTo>
                  <a:lnTo>
                    <a:pt x="936078" y="392214"/>
                  </a:lnTo>
                  <a:lnTo>
                    <a:pt x="899960" y="383082"/>
                  </a:lnTo>
                  <a:lnTo>
                    <a:pt x="849528" y="367804"/>
                  </a:lnTo>
                  <a:lnTo>
                    <a:pt x="804138" y="346938"/>
                  </a:lnTo>
                  <a:lnTo>
                    <a:pt x="773887" y="316407"/>
                  </a:lnTo>
                  <a:lnTo>
                    <a:pt x="768934" y="272110"/>
                  </a:lnTo>
                  <a:lnTo>
                    <a:pt x="785317" y="238429"/>
                  </a:lnTo>
                  <a:lnTo>
                    <a:pt x="816013" y="210680"/>
                  </a:lnTo>
                  <a:lnTo>
                    <a:pt x="856195" y="191858"/>
                  </a:lnTo>
                  <a:lnTo>
                    <a:pt x="901052" y="184924"/>
                  </a:lnTo>
                  <a:lnTo>
                    <a:pt x="932332" y="186893"/>
                  </a:lnTo>
                  <a:lnTo>
                    <a:pt x="980084" y="202222"/>
                  </a:lnTo>
                  <a:lnTo>
                    <a:pt x="1008494" y="231711"/>
                  </a:lnTo>
                  <a:lnTo>
                    <a:pt x="1016889" y="273837"/>
                  </a:lnTo>
                  <a:lnTo>
                    <a:pt x="1012901" y="299847"/>
                  </a:lnTo>
                  <a:lnTo>
                    <a:pt x="1277099" y="299847"/>
                  </a:lnTo>
                  <a:lnTo>
                    <a:pt x="1287627" y="249605"/>
                  </a:lnTo>
                  <a:lnTo>
                    <a:pt x="1289888" y="204787"/>
                  </a:lnTo>
                  <a:close/>
                </a:path>
                <a:path w="5242559" h="993775">
                  <a:moveTo>
                    <a:pt x="2244153" y="19761"/>
                  </a:moveTo>
                  <a:lnTo>
                    <a:pt x="1517561" y="19761"/>
                  </a:lnTo>
                  <a:lnTo>
                    <a:pt x="1314792" y="973645"/>
                  </a:lnTo>
                  <a:lnTo>
                    <a:pt x="2041398" y="973645"/>
                  </a:lnTo>
                  <a:lnTo>
                    <a:pt x="2080793" y="788670"/>
                  </a:lnTo>
                  <a:lnTo>
                    <a:pt x="1618399" y="788670"/>
                  </a:lnTo>
                  <a:lnTo>
                    <a:pt x="1661350" y="586536"/>
                  </a:lnTo>
                  <a:lnTo>
                    <a:pt x="2086737" y="586536"/>
                  </a:lnTo>
                  <a:lnTo>
                    <a:pt x="2125903" y="401612"/>
                  </a:lnTo>
                  <a:lnTo>
                    <a:pt x="1700504" y="401612"/>
                  </a:lnTo>
                  <a:lnTo>
                    <a:pt x="1742351" y="204736"/>
                  </a:lnTo>
                  <a:lnTo>
                    <a:pt x="2204758" y="204736"/>
                  </a:lnTo>
                  <a:lnTo>
                    <a:pt x="2244153" y="19761"/>
                  </a:lnTo>
                  <a:close/>
                </a:path>
                <a:path w="5242559" h="993775">
                  <a:moveTo>
                    <a:pt x="3323475" y="19761"/>
                  </a:moveTo>
                  <a:lnTo>
                    <a:pt x="3085681" y="19761"/>
                  </a:lnTo>
                  <a:lnTo>
                    <a:pt x="2935084" y="727875"/>
                  </a:lnTo>
                  <a:lnTo>
                    <a:pt x="2931998" y="730554"/>
                  </a:lnTo>
                  <a:lnTo>
                    <a:pt x="2816326" y="243078"/>
                  </a:lnTo>
                  <a:lnTo>
                    <a:pt x="2763329" y="19761"/>
                  </a:lnTo>
                  <a:lnTo>
                    <a:pt x="2393416" y="19761"/>
                  </a:lnTo>
                  <a:lnTo>
                    <a:pt x="2190648" y="973645"/>
                  </a:lnTo>
                  <a:lnTo>
                    <a:pt x="2428443" y="973645"/>
                  </a:lnTo>
                  <a:lnTo>
                    <a:pt x="2583700" y="243078"/>
                  </a:lnTo>
                  <a:lnTo>
                    <a:pt x="2586329" y="243078"/>
                  </a:lnTo>
                  <a:lnTo>
                    <a:pt x="2754757" y="973645"/>
                  </a:lnTo>
                  <a:lnTo>
                    <a:pt x="3120707" y="973645"/>
                  </a:lnTo>
                  <a:lnTo>
                    <a:pt x="3172383" y="730554"/>
                  </a:lnTo>
                  <a:lnTo>
                    <a:pt x="3323475" y="19761"/>
                  </a:lnTo>
                  <a:close/>
                </a:path>
                <a:path w="5242559" h="993775">
                  <a:moveTo>
                    <a:pt x="4293857" y="973645"/>
                  </a:moveTo>
                  <a:lnTo>
                    <a:pt x="4259923" y="787361"/>
                  </a:lnTo>
                  <a:lnTo>
                    <a:pt x="4226242" y="602399"/>
                  </a:lnTo>
                  <a:lnTo>
                    <a:pt x="4154043" y="206019"/>
                  </a:lnTo>
                  <a:lnTo>
                    <a:pt x="4120121" y="19761"/>
                  </a:lnTo>
                  <a:lnTo>
                    <a:pt x="3945966" y="19761"/>
                  </a:lnTo>
                  <a:lnTo>
                    <a:pt x="3945966" y="602399"/>
                  </a:lnTo>
                  <a:lnTo>
                    <a:pt x="3690988" y="602399"/>
                  </a:lnTo>
                  <a:lnTo>
                    <a:pt x="3904780" y="206019"/>
                  </a:lnTo>
                  <a:lnTo>
                    <a:pt x="3908729" y="206019"/>
                  </a:lnTo>
                  <a:lnTo>
                    <a:pt x="3945966" y="602399"/>
                  </a:lnTo>
                  <a:lnTo>
                    <a:pt x="3945966" y="19761"/>
                  </a:lnTo>
                  <a:lnTo>
                    <a:pt x="3797770" y="19761"/>
                  </a:lnTo>
                  <a:lnTo>
                    <a:pt x="3218446" y="973645"/>
                  </a:lnTo>
                  <a:lnTo>
                    <a:pt x="3482695" y="973645"/>
                  </a:lnTo>
                  <a:lnTo>
                    <a:pt x="3584397" y="787361"/>
                  </a:lnTo>
                  <a:lnTo>
                    <a:pt x="3971506" y="787361"/>
                  </a:lnTo>
                  <a:lnTo>
                    <a:pt x="3995280" y="973645"/>
                  </a:lnTo>
                  <a:lnTo>
                    <a:pt x="4293857" y="973645"/>
                  </a:lnTo>
                  <a:close/>
                </a:path>
                <a:path w="5242559" h="993775">
                  <a:moveTo>
                    <a:pt x="4861230" y="19761"/>
                  </a:moveTo>
                  <a:lnTo>
                    <a:pt x="4597044" y="19761"/>
                  </a:lnTo>
                  <a:lnTo>
                    <a:pt x="4394225" y="973645"/>
                  </a:lnTo>
                  <a:lnTo>
                    <a:pt x="4658461" y="973645"/>
                  </a:lnTo>
                  <a:lnTo>
                    <a:pt x="4861230" y="19761"/>
                  </a:lnTo>
                  <a:close/>
                </a:path>
                <a:path w="5242559" h="993775">
                  <a:moveTo>
                    <a:pt x="5242026" y="938250"/>
                  </a:moveTo>
                  <a:lnTo>
                    <a:pt x="4960455" y="938250"/>
                  </a:lnTo>
                  <a:lnTo>
                    <a:pt x="4960455" y="973455"/>
                  </a:lnTo>
                  <a:lnTo>
                    <a:pt x="5242026" y="973455"/>
                  </a:lnTo>
                  <a:lnTo>
                    <a:pt x="5242026" y="938250"/>
                  </a:lnTo>
                  <a:close/>
                </a:path>
                <a:path w="5242559" h="993775">
                  <a:moveTo>
                    <a:pt x="5242026" y="712901"/>
                  </a:moveTo>
                  <a:lnTo>
                    <a:pt x="4960455" y="712901"/>
                  </a:lnTo>
                  <a:lnTo>
                    <a:pt x="4960455" y="748106"/>
                  </a:lnTo>
                  <a:lnTo>
                    <a:pt x="5242026" y="748106"/>
                  </a:lnTo>
                  <a:lnTo>
                    <a:pt x="5242026" y="712901"/>
                  </a:lnTo>
                  <a:close/>
                </a:path>
                <a:path w="5242559" h="993775">
                  <a:moveTo>
                    <a:pt x="5242026" y="479120"/>
                  </a:moveTo>
                  <a:lnTo>
                    <a:pt x="4960455" y="479120"/>
                  </a:lnTo>
                  <a:lnTo>
                    <a:pt x="4960455" y="514324"/>
                  </a:lnTo>
                  <a:lnTo>
                    <a:pt x="5242026" y="514324"/>
                  </a:lnTo>
                  <a:lnTo>
                    <a:pt x="5242026" y="479120"/>
                  </a:lnTo>
                  <a:close/>
                </a:path>
                <a:path w="5242559" h="993775">
                  <a:moveTo>
                    <a:pt x="5242026" y="248475"/>
                  </a:moveTo>
                  <a:lnTo>
                    <a:pt x="4960455" y="248475"/>
                  </a:lnTo>
                  <a:lnTo>
                    <a:pt x="4960455" y="283730"/>
                  </a:lnTo>
                  <a:lnTo>
                    <a:pt x="5242026" y="283730"/>
                  </a:lnTo>
                  <a:lnTo>
                    <a:pt x="5242026" y="248475"/>
                  </a:lnTo>
                  <a:close/>
                </a:path>
                <a:path w="5242559" h="993775">
                  <a:moveTo>
                    <a:pt x="5242026" y="23812"/>
                  </a:moveTo>
                  <a:lnTo>
                    <a:pt x="4960455" y="23812"/>
                  </a:lnTo>
                  <a:lnTo>
                    <a:pt x="4960455" y="59016"/>
                  </a:lnTo>
                  <a:lnTo>
                    <a:pt x="5242026" y="59016"/>
                  </a:lnTo>
                  <a:lnTo>
                    <a:pt x="5242026" y="2381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0235576" y="4635933"/>
            <a:ext cx="511492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25" dirty="0">
                <a:solidFill>
                  <a:srgbClr val="FFFFFF"/>
                </a:solidFill>
              </a:rPr>
              <a:t>DEPARTAMENTO</a:t>
            </a:r>
            <a:r>
              <a:rPr sz="2800" spc="-55" dirty="0">
                <a:solidFill>
                  <a:srgbClr val="FFFFFF"/>
                </a:solidFill>
              </a:rPr>
              <a:t> </a:t>
            </a:r>
            <a:r>
              <a:rPr sz="2800" dirty="0">
                <a:solidFill>
                  <a:srgbClr val="FFFFFF"/>
                </a:solidFill>
              </a:rPr>
              <a:t>REGIONAL</a:t>
            </a:r>
            <a:endParaRPr sz="2800"/>
          </a:p>
        </p:txBody>
      </p:sp>
      <p:sp>
        <p:nvSpPr>
          <p:cNvPr id="7" name="object 7"/>
          <p:cNvSpPr txBox="1"/>
          <p:nvPr/>
        </p:nvSpPr>
        <p:spPr>
          <a:xfrm>
            <a:off x="10231201" y="5107290"/>
            <a:ext cx="6974205" cy="14592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510">
              <a:lnSpc>
                <a:spcPts val="3270"/>
              </a:lnSpc>
              <a:spcBef>
                <a:spcPts val="100"/>
              </a:spcBef>
            </a:pPr>
            <a:r>
              <a:rPr sz="2800" b="1" dirty="0">
                <a:solidFill>
                  <a:srgbClr val="FFFFFF"/>
                </a:solidFill>
                <a:latin typeface="Montserrat ExtraBold"/>
                <a:cs typeface="Montserrat ExtraBold"/>
              </a:rPr>
              <a:t>DE</a:t>
            </a:r>
            <a:r>
              <a:rPr sz="2800" b="1" spc="-30" dirty="0">
                <a:solidFill>
                  <a:srgbClr val="FFFFFF"/>
                </a:solidFill>
                <a:latin typeface="Montserrat ExtraBold"/>
                <a:cs typeface="Montserrat ExtraBold"/>
              </a:rPr>
              <a:t> </a:t>
            </a:r>
            <a:r>
              <a:rPr sz="2800" b="1" spc="-10" dirty="0">
                <a:solidFill>
                  <a:srgbClr val="FFFFFF"/>
                </a:solidFill>
                <a:latin typeface="Montserrat ExtraBold"/>
                <a:cs typeface="Montserrat ExtraBold"/>
              </a:rPr>
              <a:t>SÃO</a:t>
            </a:r>
            <a:r>
              <a:rPr sz="2800" b="1" spc="-25" dirty="0">
                <a:solidFill>
                  <a:srgbClr val="FFFFFF"/>
                </a:solidFill>
                <a:latin typeface="Montserrat ExtraBold"/>
                <a:cs typeface="Montserrat ExtraBold"/>
              </a:rPr>
              <a:t> </a:t>
            </a:r>
            <a:r>
              <a:rPr sz="2800" b="1" spc="-40" dirty="0">
                <a:solidFill>
                  <a:srgbClr val="FFFFFF"/>
                </a:solidFill>
                <a:latin typeface="Montserrat ExtraBold"/>
                <a:cs typeface="Montserrat ExtraBold"/>
              </a:rPr>
              <a:t>PAULO</a:t>
            </a:r>
            <a:endParaRPr sz="2800">
              <a:latin typeface="Montserrat ExtraBold"/>
              <a:cs typeface="Montserrat ExtraBold"/>
            </a:endParaRPr>
          </a:p>
          <a:p>
            <a:pPr marL="12700">
              <a:lnSpc>
                <a:spcPts val="8009"/>
              </a:lnSpc>
            </a:pPr>
            <a:r>
              <a:rPr sz="6750" spc="-25" dirty="0">
                <a:solidFill>
                  <a:srgbClr val="FFFFFF"/>
                </a:solidFill>
                <a:latin typeface="Montserrat"/>
                <a:cs typeface="Montserrat"/>
                <a:hlinkClick r:id="rId3"/>
              </a:rPr>
              <a:t>ww</a:t>
            </a:r>
            <a:r>
              <a:rPr sz="6750" spc="-220" dirty="0">
                <a:solidFill>
                  <a:srgbClr val="FFFFFF"/>
                </a:solidFill>
                <a:latin typeface="Montserrat"/>
                <a:cs typeface="Montserrat"/>
                <a:hlinkClick r:id="rId3"/>
              </a:rPr>
              <a:t>w</a:t>
            </a:r>
            <a:r>
              <a:rPr sz="6750" dirty="0">
                <a:solidFill>
                  <a:srgbClr val="FFFFFF"/>
                </a:solidFill>
                <a:latin typeface="Montserrat"/>
                <a:cs typeface="Montserrat"/>
                <a:hlinkClick r:id="rId3"/>
              </a:rPr>
              <a:t>.s</a:t>
            </a:r>
            <a:r>
              <a:rPr sz="6750" spc="-100" dirty="0">
                <a:solidFill>
                  <a:srgbClr val="FFFFFF"/>
                </a:solidFill>
                <a:latin typeface="Montserrat"/>
                <a:cs typeface="Montserrat"/>
                <a:hlinkClick r:id="rId3"/>
              </a:rPr>
              <a:t>p</a:t>
            </a:r>
            <a:r>
              <a:rPr sz="6750" spc="5" dirty="0">
                <a:solidFill>
                  <a:srgbClr val="FFFFFF"/>
                </a:solidFill>
                <a:latin typeface="Montserrat"/>
                <a:cs typeface="Montserrat"/>
                <a:hlinkClick r:id="rId3"/>
              </a:rPr>
              <a:t>.senai.br</a:t>
            </a:r>
            <a:endParaRPr sz="6750">
              <a:latin typeface="Montserrat"/>
              <a:cs typeface="Montserrat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0" y="4154076"/>
            <a:ext cx="20104100" cy="7154545"/>
            <a:chOff x="0" y="4154076"/>
            <a:chExt cx="20104100" cy="7154545"/>
          </a:xfrm>
        </p:grpSpPr>
        <p:sp>
          <p:nvSpPr>
            <p:cNvPr id="9" name="object 9"/>
            <p:cNvSpPr/>
            <p:nvPr/>
          </p:nvSpPr>
          <p:spPr>
            <a:xfrm>
              <a:off x="9201187" y="4154076"/>
              <a:ext cx="0" cy="3001010"/>
            </a:xfrm>
            <a:custGeom>
              <a:avLst/>
              <a:gdLst/>
              <a:ahLst/>
              <a:cxnLst/>
              <a:rect l="l" t="t" r="r" b="b"/>
              <a:pathLst>
                <a:path h="3001009">
                  <a:moveTo>
                    <a:pt x="0" y="3000400"/>
                  </a:moveTo>
                  <a:lnTo>
                    <a:pt x="0" y="0"/>
                  </a:lnTo>
                </a:path>
              </a:pathLst>
            </a:custGeom>
            <a:ln w="27831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0" y="11151492"/>
              <a:ext cx="20104100" cy="157480"/>
            </a:xfrm>
            <a:custGeom>
              <a:avLst/>
              <a:gdLst/>
              <a:ahLst/>
              <a:cxnLst/>
              <a:rect l="l" t="t" r="r" b="b"/>
              <a:pathLst>
                <a:path w="20104100" h="157479">
                  <a:moveTo>
                    <a:pt x="20104099" y="0"/>
                  </a:moveTo>
                  <a:lnTo>
                    <a:pt x="0" y="0"/>
                  </a:lnTo>
                  <a:lnTo>
                    <a:pt x="0" y="157063"/>
                  </a:lnTo>
                  <a:lnTo>
                    <a:pt x="20104099" y="157063"/>
                  </a:lnTo>
                  <a:lnTo>
                    <a:pt x="20104099" y="0"/>
                  </a:lnTo>
                  <a:close/>
                </a:path>
              </a:pathLst>
            </a:custGeom>
            <a:solidFill>
              <a:srgbClr val="C127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FFFF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1C1C1FFBC5B64943BE6D3064162973C9" ma:contentTypeVersion="13" ma:contentTypeDescription="Crie um novo documento." ma:contentTypeScope="" ma:versionID="40fa6b34c81f3a289ccbc7b1e1965271">
  <xsd:schema xmlns:xsd="http://www.w3.org/2001/XMLSchema" xmlns:xs="http://www.w3.org/2001/XMLSchema" xmlns:p="http://schemas.microsoft.com/office/2006/metadata/properties" xmlns:ns2="2bd5af90-2c43-4f56-be08-340e2f91aafd" xmlns:ns3="b9c37b37-d0ad-42a5-892e-3cb8fae6311e" targetNamespace="http://schemas.microsoft.com/office/2006/metadata/properties" ma:root="true" ma:fieldsID="8fc80ff9e100d70d9cbefb719233993e" ns2:_="" ns3:_="">
    <xsd:import namespace="2bd5af90-2c43-4f56-be08-340e2f91aafd"/>
    <xsd:import namespace="b9c37b37-d0ad-42a5-892e-3cb8fae6311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OCR" minOccurs="0"/>
                <xsd:element ref="ns2:MediaServiceAutoKeyPoints" minOccurs="0"/>
                <xsd:element ref="ns2:MediaServiceKeyPoints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bd5af90-2c43-4f56-be08-340e2f91aaf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9c37b37-d0ad-42a5-892e-3cb8fae6311e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AA42D19-56A1-4D0B-AB84-67451006DC5A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65F35E67-04E6-4922-B19E-6681FBF95DE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DE43EA8-E4F7-4FB4-A903-CFCDB99F076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bd5af90-2c43-4f56-be08-340e2f91aafd"/>
    <ds:schemaRef ds:uri="b9c37b37-d0ad-42a5-892e-3cb8fae6311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58</TotalTime>
  <Words>197</Words>
  <Application>Microsoft Office PowerPoint</Application>
  <PresentationFormat>Personalizar</PresentationFormat>
  <Paragraphs>27</Paragraphs>
  <Slides>8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8</vt:i4>
      </vt:variant>
    </vt:vector>
  </HeadingPairs>
  <TitlesOfParts>
    <vt:vector size="16" baseType="lpstr">
      <vt:lpstr>Montserrat Light</vt:lpstr>
      <vt:lpstr>Arial</vt:lpstr>
      <vt:lpstr>Cascadia Code</vt:lpstr>
      <vt:lpstr>Calibri</vt:lpstr>
      <vt:lpstr>Aptos</vt:lpstr>
      <vt:lpstr>Montserrat</vt:lpstr>
      <vt:lpstr>Montserrat ExtraBold</vt:lpstr>
      <vt:lpstr>Office Theme</vt:lpstr>
      <vt:lpstr>Apresentação do PowerPoint</vt:lpstr>
      <vt:lpstr>FUNÇÕES E  PROCEDIMENTOS</vt:lpstr>
      <vt:lpstr>DIFERENÇA</vt:lpstr>
      <vt:lpstr>Apresentação do PowerPoint</vt:lpstr>
      <vt:lpstr>Apresentação do PowerPoint</vt:lpstr>
      <vt:lpstr>Apresentação do PowerPoint</vt:lpstr>
      <vt:lpstr>Apresentação do PowerPoint</vt:lpstr>
      <vt:lpstr>DEPARTAMENTO REGIONAL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template_ppt_senaisp</dc:title>
  <dc:creator>carlos</dc:creator>
  <cp:lastModifiedBy>Alexandre Vinicius Dias Simoes Brito</cp:lastModifiedBy>
  <cp:revision>1</cp:revision>
  <dcterms:created xsi:type="dcterms:W3CDTF">2021-08-24T16:20:14Z</dcterms:created>
  <dcterms:modified xsi:type="dcterms:W3CDTF">2025-11-26T17:29:29Z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2021-08-24T00:00:00Z</vt:filetime>
  </property>
  <property fmtid="{D5CDD505-2E9C-101B-9397-08002B2CF9AE}" pid="3" name="Creator">
    <vt:lpwstr>Adobe Illustrator 25.2 (Windows)</vt:lpwstr>
  </property>
  <property fmtid="{D5CDD505-2E9C-101B-9397-08002B2CF9AE}" pid="4" name="LastSaved">
    <vt:filetime>2021-08-24T00:00:00Z</vt:filetime>
  </property>
  <property fmtid="{D5CDD505-2E9C-101B-9397-08002B2CF9AE}" pid="5" name="ContentTypeId">
    <vt:lpwstr>0x0101001C1C1FFBC5B64943BE6D3064162973C9</vt:lpwstr>
  </property>
</Properties>
</file>
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61" r:id="rId5"/>
    <p:sldId id="262" r:id="rId6"/>
    <p:sldId id="26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1AF1B-B1D1-4CED-9AC6-7F99B7B65B8A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2D6E3-6B6F-4B4E-9E5A-2734ED3E0A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18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43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33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12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994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30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80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42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925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81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82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D5308-1B49-4083-8D6A-CB9F2A77C549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82AAB-0093-4620-8251-C6FB6C5EF0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7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6762504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  <p:grpSp>
        <p:nvGrpSpPr>
          <p:cNvPr id="3" name="object 3"/>
          <p:cNvGrpSpPr/>
          <p:nvPr/>
        </p:nvGrpSpPr>
        <p:grpSpPr>
          <a:xfrm>
            <a:off x="9317173" y="634955"/>
            <a:ext cx="2239536" cy="571821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" name="object 6"/>
          <p:cNvSpPr/>
          <p:nvPr/>
        </p:nvSpPr>
        <p:spPr>
          <a:xfrm flipH="1">
            <a:off x="551070" y="634956"/>
            <a:ext cx="84313" cy="126918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0889914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0889914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0889914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048652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048652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048652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1207391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1207391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207391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366131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366131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524869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524869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1524869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1683608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683608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683608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842347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842347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842347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2001086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2001086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952861" y="5492364"/>
            <a:ext cx="0" cy="95265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 txBox="1"/>
          <p:nvPr/>
        </p:nvSpPr>
        <p:spPr>
          <a:xfrm>
            <a:off x="1079639" y="5653049"/>
            <a:ext cx="3798277" cy="63602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pt-BR" sz="2001" b="1" spc="-3" dirty="0">
                <a:solidFill>
                  <a:srgbClr val="0070C0"/>
                </a:solidFill>
                <a:latin typeface="Montserrat ExtraBold"/>
                <a:cs typeface="Montserrat ExtraBold"/>
              </a:rPr>
              <a:t>TABELA ALUNO</a:t>
            </a:r>
          </a:p>
          <a:p>
            <a:pPr marL="7701">
              <a:spcBef>
                <a:spcPts val="58"/>
              </a:spcBef>
            </a:pPr>
            <a:r>
              <a:rPr lang="pt-BR" sz="2001" b="1" spc="-3" dirty="0">
                <a:solidFill>
                  <a:srgbClr val="00B050"/>
                </a:solidFill>
                <a:latin typeface="Montserrat ExtraBold"/>
                <a:cs typeface="Montserrat ExtraBold"/>
              </a:rPr>
              <a:t>TABELA CURSO</a:t>
            </a:r>
            <a:endParaRPr sz="2001" dirty="0">
              <a:solidFill>
                <a:srgbClr val="00B050"/>
              </a:solidFill>
              <a:latin typeface="Montserrat ExtraBold"/>
              <a:cs typeface="Montserrat ExtraBold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915527" y="594181"/>
            <a:ext cx="8599847" cy="930717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3602"/>
              </a:lnSpc>
              <a:spcBef>
                <a:spcPts val="58"/>
              </a:spcBef>
            </a:pPr>
            <a:r>
              <a:rPr lang="pt-BR" sz="3002" b="1" spc="-9" dirty="0" smtClean="0">
                <a:latin typeface="Montserrat ExtraBold"/>
                <a:cs typeface="Montserrat ExtraBold"/>
              </a:rPr>
              <a:t>JUNÇÃO</a:t>
            </a:r>
            <a:endParaRPr sz="3002" dirty="0">
              <a:latin typeface="Montserrat ExtraBold"/>
              <a:cs typeface="Montserrat ExtraBold"/>
            </a:endParaRPr>
          </a:p>
          <a:p>
            <a:pPr marL="7701">
              <a:lnSpc>
                <a:spcPts val="3602"/>
              </a:lnSpc>
            </a:pPr>
            <a:r>
              <a:rPr lang="pt-BR" sz="3002" spc="-15" dirty="0" smtClean="0">
                <a:latin typeface="Montserrat"/>
                <a:cs typeface="Montserrat"/>
              </a:rPr>
              <a:t>CENÁRIO 1</a:t>
            </a:r>
            <a:endParaRPr sz="3002" dirty="0">
              <a:latin typeface="Montserrat"/>
              <a:cs typeface="Montserrat"/>
            </a:endParaRPr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2" y="1806363"/>
            <a:ext cx="7769599" cy="4066951"/>
          </a:xfrm>
          <a:prstGeom prst="rect">
            <a:avLst/>
          </a:prstGeom>
        </p:spPr>
      </p:pic>
      <p:grpSp>
        <p:nvGrpSpPr>
          <p:cNvPr id="42" name="Agrupar 41"/>
          <p:cNvGrpSpPr/>
          <p:nvPr/>
        </p:nvGrpSpPr>
        <p:grpSpPr>
          <a:xfrm>
            <a:off x="428" y="2213251"/>
            <a:ext cx="3622114" cy="2532217"/>
            <a:chOff x="1806924" y="3625258"/>
            <a:chExt cx="4229690" cy="2956973"/>
          </a:xfrm>
        </p:grpSpPr>
        <p:pic>
          <p:nvPicPr>
            <p:cNvPr id="43" name="Imagem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6924" y="3625258"/>
              <a:ext cx="4229690" cy="2956973"/>
            </a:xfrm>
            <a:prstGeom prst="rect">
              <a:avLst/>
            </a:prstGeom>
          </p:spPr>
        </p:pic>
        <p:sp>
          <p:nvSpPr>
            <p:cNvPr id="44" name="CaixaDeTexto 43"/>
            <p:cNvSpPr txBox="1"/>
            <p:nvPr/>
          </p:nvSpPr>
          <p:spPr>
            <a:xfrm>
              <a:off x="1945722" y="4973976"/>
              <a:ext cx="1371601" cy="460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13" dirty="0">
                  <a:latin typeface="Montserrat ExtraBold" panose="020B0604020202020204" charset="0"/>
                </a:rPr>
                <a:t>ALUNOS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652172" y="4973976"/>
              <a:ext cx="1371601" cy="76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13" dirty="0">
                  <a:latin typeface="Montserrat ExtraBold" panose="020B0604020202020204" charset="0"/>
                </a:rPr>
                <a:t>CURSOS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3279872" y="4639920"/>
              <a:ext cx="1371601" cy="1383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13" dirty="0">
                  <a:latin typeface="Montserrat ExtraBold" panose="020B0604020202020204" charset="0"/>
                </a:rPr>
                <a:t>ALUNOS </a:t>
              </a:r>
              <a:br>
                <a:rPr lang="pt-BR" sz="1213" dirty="0">
                  <a:latin typeface="Montserrat ExtraBold" panose="020B0604020202020204" charset="0"/>
                </a:rPr>
              </a:br>
              <a:r>
                <a:rPr lang="pt-BR" sz="1213" dirty="0">
                  <a:latin typeface="Montserrat ExtraBold" panose="020B0604020202020204" charset="0"/>
                </a:rPr>
                <a:t>E</a:t>
              </a:r>
              <a:br>
                <a:rPr lang="pt-BR" sz="1213" dirty="0">
                  <a:latin typeface="Montserrat ExtraBold" panose="020B0604020202020204" charset="0"/>
                </a:rPr>
              </a:br>
              <a:r>
                <a:rPr lang="pt-BR" sz="1213" dirty="0">
                  <a:latin typeface="Montserrat ExtraBold" panose="020B0604020202020204" charset="0"/>
                </a:rPr>
                <a:t>CURSOS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614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6762504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092" dirty="0"/>
          </a:p>
        </p:txBody>
      </p:sp>
      <p:grpSp>
        <p:nvGrpSpPr>
          <p:cNvPr id="3" name="object 3"/>
          <p:cNvGrpSpPr/>
          <p:nvPr/>
        </p:nvGrpSpPr>
        <p:grpSpPr>
          <a:xfrm>
            <a:off x="9317173" y="634955"/>
            <a:ext cx="2239536" cy="571821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" name="object 6"/>
          <p:cNvSpPr/>
          <p:nvPr/>
        </p:nvSpPr>
        <p:spPr>
          <a:xfrm flipH="1">
            <a:off x="551070" y="634956"/>
            <a:ext cx="84313" cy="126918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0889914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0889914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0889914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048652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048652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048652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1207391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1207391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207391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366131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366131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524869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524869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1524869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1683608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683608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683608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842347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842347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842347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2001086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2001086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952861" y="5492364"/>
            <a:ext cx="0" cy="95265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 txBox="1"/>
          <p:nvPr/>
        </p:nvSpPr>
        <p:spPr>
          <a:xfrm>
            <a:off x="1079639" y="5653049"/>
            <a:ext cx="3798277" cy="63602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pt-BR" sz="2001" b="1" spc="-3" dirty="0">
                <a:solidFill>
                  <a:srgbClr val="0070C0"/>
                </a:solidFill>
                <a:latin typeface="Montserrat ExtraBold"/>
                <a:cs typeface="Montserrat ExtraBold"/>
              </a:rPr>
              <a:t>TABELA ALUNO</a:t>
            </a:r>
          </a:p>
          <a:p>
            <a:pPr marL="7701">
              <a:spcBef>
                <a:spcPts val="58"/>
              </a:spcBef>
            </a:pPr>
            <a:r>
              <a:rPr lang="pt-BR" sz="2001" b="1" spc="-3" dirty="0">
                <a:solidFill>
                  <a:srgbClr val="00B050"/>
                </a:solidFill>
                <a:latin typeface="Montserrat ExtraBold"/>
                <a:cs typeface="Montserrat ExtraBold"/>
              </a:rPr>
              <a:t>TABELA CURSO</a:t>
            </a:r>
            <a:endParaRPr sz="2001" dirty="0">
              <a:solidFill>
                <a:srgbClr val="00B050"/>
              </a:solidFill>
              <a:latin typeface="Montserrat ExtraBold"/>
              <a:cs typeface="Montserrat ExtraBold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915527" y="594181"/>
            <a:ext cx="8599847" cy="930717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3602"/>
              </a:lnSpc>
              <a:spcBef>
                <a:spcPts val="58"/>
              </a:spcBef>
            </a:pPr>
            <a:r>
              <a:rPr lang="pt-BR" sz="3002" b="1" spc="-9" dirty="0" smtClean="0">
                <a:latin typeface="Montserrat ExtraBold"/>
                <a:cs typeface="Montserrat ExtraBold"/>
              </a:rPr>
              <a:t>JUNÇÃO</a:t>
            </a:r>
            <a:endParaRPr sz="3002" dirty="0">
              <a:latin typeface="Montserrat ExtraBold"/>
              <a:cs typeface="Montserrat ExtraBold"/>
            </a:endParaRPr>
          </a:p>
          <a:p>
            <a:pPr marL="7701">
              <a:lnSpc>
                <a:spcPts val="3602"/>
              </a:lnSpc>
            </a:pPr>
            <a:r>
              <a:rPr lang="pt-BR" sz="3002" spc="-15" dirty="0" smtClean="0">
                <a:latin typeface="Montserrat"/>
                <a:cs typeface="Montserrat"/>
              </a:rPr>
              <a:t>CENÁRIO 2</a:t>
            </a:r>
            <a:endParaRPr sz="3002" dirty="0">
              <a:latin typeface="Montserrat"/>
              <a:cs typeface="Montserrat"/>
            </a:endParaRPr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2" y="1806363"/>
            <a:ext cx="7769599" cy="4066951"/>
          </a:xfrm>
          <a:prstGeom prst="rect">
            <a:avLst/>
          </a:prstGeom>
        </p:spPr>
      </p:pic>
      <p:grpSp>
        <p:nvGrpSpPr>
          <p:cNvPr id="51" name="Agrupar 50"/>
          <p:cNvGrpSpPr/>
          <p:nvPr/>
        </p:nvGrpSpPr>
        <p:grpSpPr>
          <a:xfrm>
            <a:off x="429" y="2221406"/>
            <a:ext cx="3622113" cy="2479242"/>
            <a:chOff x="7752143" y="3518590"/>
            <a:chExt cx="4565017" cy="3124636"/>
          </a:xfrm>
        </p:grpSpPr>
        <p:pic>
          <p:nvPicPr>
            <p:cNvPr id="52" name="Imagem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2143" y="3518590"/>
              <a:ext cx="4565017" cy="3124636"/>
            </a:xfrm>
            <a:prstGeom prst="rect">
              <a:avLst/>
            </a:prstGeom>
          </p:spPr>
        </p:pic>
        <p:sp>
          <p:nvSpPr>
            <p:cNvPr id="53" name="CaixaDeTexto 52"/>
            <p:cNvSpPr txBox="1"/>
            <p:nvPr/>
          </p:nvSpPr>
          <p:spPr>
            <a:xfrm>
              <a:off x="8008233" y="4973975"/>
              <a:ext cx="1371599" cy="460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13" dirty="0">
                  <a:latin typeface="Montserrat ExtraBold" panose="020B0604020202020204" charset="0"/>
                </a:rPr>
                <a:t>ALUNOS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10714684" y="4973975"/>
              <a:ext cx="1371599" cy="76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13" dirty="0">
                  <a:latin typeface="Montserrat ExtraBold" panose="020B0604020202020204" charset="0"/>
                </a:rPr>
                <a:t>CURSOS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  <p:sp>
          <p:nvSpPr>
            <p:cNvPr id="55" name="CaixaDeTexto 54"/>
            <p:cNvSpPr txBox="1"/>
            <p:nvPr/>
          </p:nvSpPr>
          <p:spPr>
            <a:xfrm>
              <a:off x="9342383" y="4639919"/>
              <a:ext cx="1371599" cy="1383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13" dirty="0">
                  <a:latin typeface="Montserrat ExtraBold" panose="020B0604020202020204" charset="0"/>
                </a:rPr>
                <a:t>ALUNOS </a:t>
              </a:r>
              <a:br>
                <a:rPr lang="pt-BR" sz="1213" dirty="0">
                  <a:latin typeface="Montserrat ExtraBold" panose="020B0604020202020204" charset="0"/>
                </a:rPr>
              </a:br>
              <a:r>
                <a:rPr lang="pt-BR" sz="1213" dirty="0">
                  <a:latin typeface="Montserrat ExtraBold" panose="020B0604020202020204" charset="0"/>
                </a:rPr>
                <a:t>E</a:t>
              </a:r>
              <a:br>
                <a:rPr lang="pt-BR" sz="1213" dirty="0">
                  <a:latin typeface="Montserrat ExtraBold" panose="020B0604020202020204" charset="0"/>
                </a:rPr>
              </a:br>
              <a:r>
                <a:rPr lang="pt-BR" sz="1213" dirty="0">
                  <a:latin typeface="Montserrat ExtraBold" panose="020B0604020202020204" charset="0"/>
                </a:rPr>
                <a:t>CURSOS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243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317173" y="634955"/>
            <a:ext cx="2239536" cy="571821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6" name="object 6"/>
          <p:cNvSpPr/>
          <p:nvPr/>
        </p:nvSpPr>
        <p:spPr>
          <a:xfrm flipH="1">
            <a:off x="551070" y="634956"/>
            <a:ext cx="84313" cy="1269189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" name="object 7"/>
          <p:cNvSpPr/>
          <p:nvPr/>
        </p:nvSpPr>
        <p:spPr>
          <a:xfrm>
            <a:off x="428" y="6762275"/>
            <a:ext cx="12191144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8"/>
          <p:cNvSpPr/>
          <p:nvPr/>
        </p:nvSpPr>
        <p:spPr>
          <a:xfrm>
            <a:off x="10889914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9"/>
          <p:cNvSpPr/>
          <p:nvPr/>
        </p:nvSpPr>
        <p:spPr>
          <a:xfrm>
            <a:off x="10889914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10"/>
          <p:cNvSpPr/>
          <p:nvPr/>
        </p:nvSpPr>
        <p:spPr>
          <a:xfrm>
            <a:off x="10889914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11"/>
          <p:cNvSpPr/>
          <p:nvPr/>
        </p:nvSpPr>
        <p:spPr>
          <a:xfrm>
            <a:off x="11048652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12"/>
          <p:cNvSpPr/>
          <p:nvPr/>
        </p:nvSpPr>
        <p:spPr>
          <a:xfrm>
            <a:off x="11048652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13"/>
          <p:cNvSpPr/>
          <p:nvPr/>
        </p:nvSpPr>
        <p:spPr>
          <a:xfrm>
            <a:off x="11048652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4"/>
          <p:cNvSpPr/>
          <p:nvPr/>
        </p:nvSpPr>
        <p:spPr>
          <a:xfrm>
            <a:off x="11207391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5"/>
          <p:cNvSpPr/>
          <p:nvPr/>
        </p:nvSpPr>
        <p:spPr>
          <a:xfrm>
            <a:off x="11207391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6"/>
          <p:cNvSpPr/>
          <p:nvPr/>
        </p:nvSpPr>
        <p:spPr>
          <a:xfrm>
            <a:off x="11207391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7"/>
          <p:cNvSpPr/>
          <p:nvPr/>
        </p:nvSpPr>
        <p:spPr>
          <a:xfrm>
            <a:off x="11366131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8"/>
          <p:cNvSpPr/>
          <p:nvPr/>
        </p:nvSpPr>
        <p:spPr>
          <a:xfrm>
            <a:off x="11366131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9"/>
          <p:cNvSpPr/>
          <p:nvPr/>
        </p:nvSpPr>
        <p:spPr>
          <a:xfrm>
            <a:off x="11366131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20"/>
          <p:cNvSpPr/>
          <p:nvPr/>
        </p:nvSpPr>
        <p:spPr>
          <a:xfrm>
            <a:off x="11524869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21"/>
          <p:cNvSpPr/>
          <p:nvPr/>
        </p:nvSpPr>
        <p:spPr>
          <a:xfrm>
            <a:off x="11524869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22"/>
          <p:cNvSpPr/>
          <p:nvPr/>
        </p:nvSpPr>
        <p:spPr>
          <a:xfrm>
            <a:off x="11524869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23"/>
          <p:cNvSpPr/>
          <p:nvPr/>
        </p:nvSpPr>
        <p:spPr>
          <a:xfrm>
            <a:off x="11683608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4"/>
          <p:cNvSpPr/>
          <p:nvPr/>
        </p:nvSpPr>
        <p:spPr>
          <a:xfrm>
            <a:off x="11683608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5"/>
          <p:cNvSpPr/>
          <p:nvPr/>
        </p:nvSpPr>
        <p:spPr>
          <a:xfrm>
            <a:off x="11683608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6"/>
          <p:cNvSpPr/>
          <p:nvPr/>
        </p:nvSpPr>
        <p:spPr>
          <a:xfrm>
            <a:off x="11842347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7"/>
          <p:cNvSpPr/>
          <p:nvPr/>
        </p:nvSpPr>
        <p:spPr>
          <a:xfrm>
            <a:off x="11842347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8"/>
          <p:cNvSpPr/>
          <p:nvPr/>
        </p:nvSpPr>
        <p:spPr>
          <a:xfrm>
            <a:off x="11842347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9"/>
          <p:cNvSpPr/>
          <p:nvPr/>
        </p:nvSpPr>
        <p:spPr>
          <a:xfrm>
            <a:off x="12001086" y="6286059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30"/>
          <p:cNvSpPr/>
          <p:nvPr/>
        </p:nvSpPr>
        <p:spPr>
          <a:xfrm>
            <a:off x="12001086" y="6127320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31"/>
          <p:cNvSpPr/>
          <p:nvPr/>
        </p:nvSpPr>
        <p:spPr>
          <a:xfrm>
            <a:off x="12001086" y="5968581"/>
            <a:ext cx="31960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4"/>
          <p:cNvSpPr/>
          <p:nvPr/>
        </p:nvSpPr>
        <p:spPr>
          <a:xfrm>
            <a:off x="952861" y="5492364"/>
            <a:ext cx="0" cy="95265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5"/>
          <p:cNvSpPr txBox="1"/>
          <p:nvPr/>
        </p:nvSpPr>
        <p:spPr>
          <a:xfrm>
            <a:off x="1079639" y="5653049"/>
            <a:ext cx="3798277" cy="63602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pt-BR" sz="2001" b="1" spc="-3" dirty="0">
                <a:solidFill>
                  <a:srgbClr val="0070C0"/>
                </a:solidFill>
                <a:latin typeface="Montserrat ExtraBold"/>
                <a:cs typeface="Montserrat ExtraBold"/>
              </a:rPr>
              <a:t>TABELA ALUNO</a:t>
            </a:r>
          </a:p>
          <a:p>
            <a:pPr marL="7701">
              <a:spcBef>
                <a:spcPts val="58"/>
              </a:spcBef>
            </a:pPr>
            <a:r>
              <a:rPr lang="pt-BR" sz="2001" b="1" spc="-3" dirty="0">
                <a:solidFill>
                  <a:srgbClr val="00B050"/>
                </a:solidFill>
                <a:latin typeface="Montserrat ExtraBold"/>
                <a:cs typeface="Montserrat ExtraBold"/>
              </a:rPr>
              <a:t>TABELA CURSO</a:t>
            </a:r>
            <a:endParaRPr sz="2001" dirty="0">
              <a:solidFill>
                <a:srgbClr val="00B050"/>
              </a:solidFill>
              <a:latin typeface="Montserrat ExtraBold"/>
              <a:cs typeface="Montserrat ExtraBold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915527" y="594181"/>
            <a:ext cx="8599847" cy="930717"/>
          </a:xfrm>
          <a:prstGeom prst="rect">
            <a:avLst/>
          </a:prstGeom>
        </p:spPr>
        <p:txBody>
          <a:bodyPr vert="horz" wrap="square" lIns="0" tIns="7316" rIns="0" bIns="0" rtlCol="0" anchor="ctr">
            <a:spAutoFit/>
          </a:bodyPr>
          <a:lstStyle/>
          <a:p>
            <a:pPr marL="7701">
              <a:lnSpc>
                <a:spcPts val="3602"/>
              </a:lnSpc>
              <a:spcBef>
                <a:spcPts val="58"/>
              </a:spcBef>
            </a:pPr>
            <a:r>
              <a:rPr lang="pt-BR" sz="3002" b="1" spc="-9" dirty="0" smtClean="0">
                <a:latin typeface="Montserrat ExtraBold"/>
                <a:cs typeface="Montserrat ExtraBold"/>
              </a:rPr>
              <a:t>JUNÇÃO</a:t>
            </a:r>
            <a:endParaRPr sz="3002" dirty="0">
              <a:latin typeface="Montserrat ExtraBold"/>
              <a:cs typeface="Montserrat ExtraBold"/>
            </a:endParaRPr>
          </a:p>
          <a:p>
            <a:pPr marL="7701">
              <a:lnSpc>
                <a:spcPts val="3602"/>
              </a:lnSpc>
            </a:pPr>
            <a:r>
              <a:rPr lang="pt-BR" sz="3002" spc="-15" dirty="0" smtClean="0">
                <a:latin typeface="Montserrat"/>
                <a:cs typeface="Montserrat"/>
              </a:rPr>
              <a:t>CENÁRIO 3</a:t>
            </a:r>
            <a:endParaRPr sz="3002" dirty="0">
              <a:latin typeface="Montserrat"/>
              <a:cs typeface="Montserrat"/>
            </a:endParaRPr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2" y="1806363"/>
            <a:ext cx="7769599" cy="4066951"/>
          </a:xfrm>
          <a:prstGeom prst="rect">
            <a:avLst/>
          </a:prstGeom>
        </p:spPr>
      </p:pic>
      <p:grpSp>
        <p:nvGrpSpPr>
          <p:cNvPr id="41" name="Agrupar 40"/>
          <p:cNvGrpSpPr/>
          <p:nvPr/>
        </p:nvGrpSpPr>
        <p:grpSpPr>
          <a:xfrm>
            <a:off x="428" y="2377350"/>
            <a:ext cx="3622114" cy="2442407"/>
            <a:chOff x="13835785" y="3533805"/>
            <a:chExt cx="4656470" cy="3139878"/>
          </a:xfrm>
        </p:grpSpPr>
        <p:pic>
          <p:nvPicPr>
            <p:cNvPr id="47" name="Imagem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35785" y="3533805"/>
              <a:ext cx="4656470" cy="3139878"/>
            </a:xfrm>
            <a:prstGeom prst="rect">
              <a:avLst/>
            </a:prstGeom>
          </p:spPr>
        </p:pic>
        <p:sp>
          <p:nvSpPr>
            <p:cNvPr id="48" name="CaixaDeTexto 47"/>
            <p:cNvSpPr txBox="1"/>
            <p:nvPr/>
          </p:nvSpPr>
          <p:spPr>
            <a:xfrm>
              <a:off x="14182570" y="4968333"/>
              <a:ext cx="1371601" cy="460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13" dirty="0">
                  <a:latin typeface="Montserrat ExtraBold" panose="020B0604020202020204" charset="0"/>
                </a:rPr>
                <a:t>ALUNOS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  <p:sp>
          <p:nvSpPr>
            <p:cNvPr id="49" name="CaixaDeTexto 48"/>
            <p:cNvSpPr txBox="1"/>
            <p:nvPr/>
          </p:nvSpPr>
          <p:spPr>
            <a:xfrm>
              <a:off x="16889022" y="4968333"/>
              <a:ext cx="1371601" cy="767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13" dirty="0">
                  <a:latin typeface="Montserrat ExtraBold" panose="020B0604020202020204" charset="0"/>
                </a:rPr>
                <a:t>CURSOS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15516722" y="4634277"/>
              <a:ext cx="1371601" cy="1383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13" dirty="0">
                  <a:latin typeface="Montserrat ExtraBold" panose="020B0604020202020204" charset="0"/>
                </a:rPr>
                <a:t>ALUNOS </a:t>
              </a:r>
              <a:br>
                <a:rPr lang="pt-BR" sz="1213" dirty="0">
                  <a:latin typeface="Montserrat ExtraBold" panose="020B0604020202020204" charset="0"/>
                </a:rPr>
              </a:br>
              <a:r>
                <a:rPr lang="pt-BR" sz="1213" dirty="0">
                  <a:latin typeface="Montserrat ExtraBold" panose="020B0604020202020204" charset="0"/>
                </a:rPr>
                <a:t>E</a:t>
              </a:r>
              <a:br>
                <a:rPr lang="pt-BR" sz="1213" dirty="0">
                  <a:latin typeface="Montserrat ExtraBold" panose="020B0604020202020204" charset="0"/>
                </a:rPr>
              </a:br>
              <a:r>
                <a:rPr lang="pt-BR" sz="1213" dirty="0">
                  <a:latin typeface="Montserrat ExtraBold" panose="020B0604020202020204" charset="0"/>
                </a:rPr>
                <a:t>CURSOS</a:t>
              </a:r>
              <a:endParaRPr lang="pt-BR" sz="1213" dirty="0">
                <a:latin typeface="Montserrat ExtraBold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067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8F3DA7C743224485A53C1B58CAF4DF" ma:contentTypeVersion="9" ma:contentTypeDescription="Crie um novo documento." ma:contentTypeScope="" ma:versionID="768895af51490883b819bf09e73dcd8e">
  <xsd:schema xmlns:xsd="http://www.w3.org/2001/XMLSchema" xmlns:xs="http://www.w3.org/2001/XMLSchema" xmlns:p="http://schemas.microsoft.com/office/2006/metadata/properties" xmlns:ns3="62683b45-61c4-4cdf-aa44-14cf457257fc" targetNamespace="http://schemas.microsoft.com/office/2006/metadata/properties" ma:root="true" ma:fieldsID="4e127245a2c3889ebd843725c3d98c8f" ns3:_="">
    <xsd:import namespace="62683b45-61c4-4cdf-aa44-14cf457257f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683b45-61c4-4cdf-aa44-14cf457257f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683b45-61c4-4cdf-aa44-14cf457257fc" xsi:nil="true"/>
  </documentManagement>
</p:properties>
</file>

<file path=customXml/itemProps1.xml><?xml version="1.0" encoding="utf-8"?>
<ds:datastoreItem xmlns:ds="http://schemas.openxmlformats.org/officeDocument/2006/customXml" ds:itemID="{ECC2989C-D09B-492D-B3C4-84C11200A7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683b45-61c4-4cdf-aa44-14cf457257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F6C227-DDFA-49B2-86A9-5E5B16316B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6E396B-41A4-45E4-843E-E9C7ECEF5754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2683b45-61c4-4cdf-aa44-14cf457257f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Montserrat</vt:lpstr>
      <vt:lpstr>Montserrat ExtraBold</vt:lpstr>
      <vt:lpstr>Tema do Office</vt:lpstr>
      <vt:lpstr>JUNÇÃO CENÁRIO 1</vt:lpstr>
      <vt:lpstr>JUNÇÃO CENÁRIO 2</vt:lpstr>
      <vt:lpstr>JUNÇÃO CENÁRIO 3</vt:lpstr>
    </vt:vector>
  </TitlesOfParts>
  <Company>SESI SENAI 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DIFERENTES TIPOS DE JOINS INNER, LEFT E RIGHT</dc:title>
  <dc:creator>Alexandre Vinicius Dias Simoes Brito</dc:creator>
  <cp:lastModifiedBy>Alexandre Vinicius Dias Simoes Brito</cp:lastModifiedBy>
  <cp:revision>2</cp:revision>
  <dcterms:created xsi:type="dcterms:W3CDTF">2025-10-22T21:25:51Z</dcterms:created>
  <dcterms:modified xsi:type="dcterms:W3CDTF">2025-10-22T21:26:52Z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0x010100E28F3DA7C743224485A53C1B58CAF4DF</vt:lpwstr>
  </property>
</Properties>
</file>